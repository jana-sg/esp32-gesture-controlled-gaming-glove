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3"/>
  </p:notesMasterIdLst>
  <p:sldIdLst>
    <p:sldId id="256" r:id="rId2"/>
    <p:sldId id="291" r:id="rId3"/>
    <p:sldId id="270" r:id="rId4"/>
    <p:sldId id="292" r:id="rId5"/>
    <p:sldId id="308" r:id="rId6"/>
    <p:sldId id="294" r:id="rId7"/>
    <p:sldId id="296" r:id="rId8"/>
    <p:sldId id="298" r:id="rId9"/>
    <p:sldId id="304" r:id="rId10"/>
    <p:sldId id="316" r:id="rId11"/>
    <p:sldId id="309" r:id="rId12"/>
    <p:sldId id="310" r:id="rId13"/>
    <p:sldId id="311" r:id="rId14"/>
    <p:sldId id="312" r:id="rId15"/>
    <p:sldId id="313" r:id="rId16"/>
    <p:sldId id="315" r:id="rId17"/>
    <p:sldId id="293" r:id="rId18"/>
    <p:sldId id="317" r:id="rId19"/>
    <p:sldId id="305" r:id="rId20"/>
    <p:sldId id="260" r:id="rId21"/>
    <p:sldId id="318" r:id="rId22"/>
  </p:sldIdLst>
  <p:sldSz cx="9144000" cy="5143500" type="screen16x9"/>
  <p:notesSz cx="6858000" cy="9144000"/>
  <p:embeddedFontLst>
    <p:embeddedFont>
      <p:font typeface="Press Start 2P" panose="020B0604020202020204" charset="0"/>
      <p:regular r:id="rId24"/>
    </p:embeddedFont>
    <p:embeddedFont>
      <p:font typeface="Roboto Condensed Light" panose="02000000000000000000" pitchFamily="2" charset="0"/>
      <p:regular r:id="rId25"/>
      <p:italic r:id="rId26"/>
    </p:embeddedFont>
    <p:embeddedFont>
      <p:font typeface="Titillium Web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3AC60-7503-4D88-81E5-C5880B7E1124}">
  <a:tblStyle styleId="{DCF3AC60-7503-4D88-81E5-C5880B7E11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87aaaf3a47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87aaaf3a47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886cb16509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886cb16509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2000" y="539500"/>
            <a:ext cx="7260000" cy="15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19100" y="2101675"/>
            <a:ext cx="53058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" y="539494"/>
            <a:ext cx="360190" cy="2069008"/>
            <a:chOff x="5106389" y="1701162"/>
            <a:chExt cx="4038000" cy="2069008"/>
          </a:xfrm>
        </p:grpSpPr>
        <p:sp>
          <p:nvSpPr>
            <p:cNvPr id="12" name="Google Shape;12;p2"/>
            <p:cNvSpPr/>
            <p:nvPr/>
          </p:nvSpPr>
          <p:spPr>
            <a:xfrm>
              <a:off x="5106389" y="3355270"/>
              <a:ext cx="4038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106389" y="2943328"/>
              <a:ext cx="4038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106389" y="2525048"/>
              <a:ext cx="4038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6389" y="2113105"/>
              <a:ext cx="4038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06389" y="1701162"/>
              <a:ext cx="4038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8783802" y="1537244"/>
            <a:ext cx="360190" cy="2069008"/>
            <a:chOff x="5106389" y="1701162"/>
            <a:chExt cx="4038000" cy="2069008"/>
          </a:xfrm>
        </p:grpSpPr>
        <p:sp>
          <p:nvSpPr>
            <p:cNvPr id="18" name="Google Shape;18;p2"/>
            <p:cNvSpPr/>
            <p:nvPr/>
          </p:nvSpPr>
          <p:spPr>
            <a:xfrm>
              <a:off x="5106389" y="3355270"/>
              <a:ext cx="4038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06389" y="2943328"/>
              <a:ext cx="4038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06389" y="2525048"/>
              <a:ext cx="4038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06389" y="2113105"/>
              <a:ext cx="4038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06389" y="1701162"/>
              <a:ext cx="4038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24" name="Google Shape;24;p2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28" name="Google Shape;28;p3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720000" y="2408425"/>
            <a:ext cx="3852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040088"/>
            <a:ext cx="3221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10800"/>
            <a:ext cx="2213700" cy="11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3" name="Google Shape;33;p3"/>
          <p:cNvGrpSpPr/>
          <p:nvPr/>
        </p:nvGrpSpPr>
        <p:grpSpPr>
          <a:xfrm>
            <a:off x="7172742" y="3270825"/>
            <a:ext cx="1971691" cy="1741200"/>
            <a:chOff x="7698200" y="3129725"/>
            <a:chExt cx="1381800" cy="1741200"/>
          </a:xfrm>
        </p:grpSpPr>
        <p:sp>
          <p:nvSpPr>
            <p:cNvPr id="34" name="Google Shape;34;p3"/>
            <p:cNvSpPr/>
            <p:nvPr/>
          </p:nvSpPr>
          <p:spPr>
            <a:xfrm>
              <a:off x="7698200" y="4521725"/>
              <a:ext cx="13818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27299" y="4174925"/>
              <a:ext cx="10527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345300" y="3823325"/>
              <a:ext cx="7347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608400" y="3476525"/>
              <a:ext cx="4716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38800" y="3129725"/>
              <a:ext cx="2412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720000" y="1619250"/>
            <a:ext cx="7723800" cy="28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1"/>
          </p:nvPr>
        </p:nvSpPr>
        <p:spPr>
          <a:xfrm>
            <a:off x="1398788" y="3380700"/>
            <a:ext cx="2831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2"/>
          </p:nvPr>
        </p:nvSpPr>
        <p:spPr>
          <a:xfrm>
            <a:off x="1652438" y="2963325"/>
            <a:ext cx="2323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4914100" y="3380688"/>
            <a:ext cx="2831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4"/>
          </p:nvPr>
        </p:nvSpPr>
        <p:spPr>
          <a:xfrm>
            <a:off x="5167750" y="2963313"/>
            <a:ext cx="2323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203" y="1701140"/>
            <a:ext cx="416982" cy="2069063"/>
            <a:chOff x="-207" y="1701162"/>
            <a:chExt cx="719928" cy="2069063"/>
          </a:xfrm>
        </p:grpSpPr>
        <p:sp>
          <p:nvSpPr>
            <p:cNvPr id="52" name="Google Shape;52;p5"/>
            <p:cNvSpPr/>
            <p:nvPr/>
          </p:nvSpPr>
          <p:spPr>
            <a:xfrm>
              <a:off x="-207" y="3355270"/>
              <a:ext cx="719928" cy="4149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-207" y="2943328"/>
              <a:ext cx="719928" cy="412102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-207" y="2525048"/>
              <a:ext cx="719928" cy="41780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207" y="2113105"/>
              <a:ext cx="719928" cy="412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-207" y="1701162"/>
              <a:ext cx="719928" cy="41210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58" name="Google Shape;58;p5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8739022" y="1701140"/>
            <a:ext cx="417024" cy="2069008"/>
            <a:chOff x="-207" y="1701162"/>
            <a:chExt cx="720000" cy="2069008"/>
          </a:xfrm>
        </p:grpSpPr>
        <p:sp>
          <p:nvSpPr>
            <p:cNvPr id="61" name="Google Shape;61;p5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7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88" name="Google Shape;88;p7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1002025" y="1152525"/>
            <a:ext cx="3570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"/>
          </p:nvPr>
        </p:nvSpPr>
        <p:spPr>
          <a:xfrm>
            <a:off x="1002025" y="2066926"/>
            <a:ext cx="3449700" cy="11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2" name="Google Shape;92;p7"/>
          <p:cNvGrpSpPr/>
          <p:nvPr/>
        </p:nvGrpSpPr>
        <p:grpSpPr>
          <a:xfrm>
            <a:off x="-2" y="3261300"/>
            <a:ext cx="2222100" cy="1741200"/>
            <a:chOff x="-2" y="3261300"/>
            <a:chExt cx="2222100" cy="1741200"/>
          </a:xfrm>
        </p:grpSpPr>
        <p:sp>
          <p:nvSpPr>
            <p:cNvPr id="93" name="Google Shape;93;p7"/>
            <p:cNvSpPr/>
            <p:nvPr/>
          </p:nvSpPr>
          <p:spPr>
            <a:xfrm>
              <a:off x="-2" y="4653300"/>
              <a:ext cx="2222100" cy="349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0" y="4306625"/>
              <a:ext cx="18096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0" y="3954625"/>
              <a:ext cx="13605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0" y="3607975"/>
              <a:ext cx="10089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0" y="3261300"/>
              <a:ext cx="548700" cy="346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921150" y="1608675"/>
            <a:ext cx="3772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921150" y="2178375"/>
            <a:ext cx="3449700" cy="21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title" idx="2"/>
          </p:nvPr>
        </p:nvSpPr>
        <p:spPr>
          <a:xfrm>
            <a:off x="634200" y="496275"/>
            <a:ext cx="40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9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24" name="Google Shape;124;p9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4594200" y="539500"/>
            <a:ext cx="3878400" cy="19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Press Start 2P"/>
              <a:buNone/>
              <a:defRPr sz="3000">
                <a:solidFill>
                  <a:schemeClr val="accent5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</a:lstStyle>
          <a:p>
            <a:endParaRPr/>
          </a:p>
        </p:txBody>
      </p:sp>
      <p:grpSp>
        <p:nvGrpSpPr>
          <p:cNvPr id="128" name="Google Shape;128;p10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29" name="Google Shape;129;p10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0"/>
          <p:cNvGrpSpPr/>
          <p:nvPr/>
        </p:nvGrpSpPr>
        <p:grpSpPr>
          <a:xfrm rot="-5400000" flipH="1">
            <a:off x="7568077" y="3435750"/>
            <a:ext cx="1741200" cy="1392300"/>
            <a:chOff x="7402801" y="3612002"/>
            <a:chExt cx="1741200" cy="1392300"/>
          </a:xfrm>
        </p:grpSpPr>
        <p:sp>
          <p:nvSpPr>
            <p:cNvPr id="132" name="Google Shape;132;p10"/>
            <p:cNvSpPr/>
            <p:nvPr/>
          </p:nvSpPr>
          <p:spPr>
            <a:xfrm rot="5400000" flipH="1">
              <a:off x="7440601" y="4692899"/>
              <a:ext cx="2736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 rot="5400000" flipH="1">
              <a:off x="7667876" y="4573499"/>
              <a:ext cx="5148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 rot="5400000" flipH="1">
              <a:off x="7863876" y="4417500"/>
              <a:ext cx="8220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 rot="5400000" flipH="1">
              <a:off x="8064876" y="4271851"/>
              <a:ext cx="11181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 rot="5400000" flipH="1">
              <a:off x="8274451" y="4134752"/>
              <a:ext cx="13923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159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>
            <a:spLocks noGrp="1"/>
          </p:cNvSpPr>
          <p:nvPr>
            <p:ph type="body" idx="1"/>
          </p:nvPr>
        </p:nvSpPr>
        <p:spPr>
          <a:xfrm>
            <a:off x="2118600" y="3314400"/>
            <a:ext cx="49068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0" y="0"/>
            <a:ext cx="9156000" cy="141000"/>
            <a:chOff x="0" y="0"/>
            <a:chExt cx="9156000" cy="141000"/>
          </a:xfrm>
        </p:grpSpPr>
        <p:sp>
          <p:nvSpPr>
            <p:cNvPr id="141" name="Google Shape;141;p11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1"/>
          <p:cNvSpPr/>
          <p:nvPr/>
        </p:nvSpPr>
        <p:spPr>
          <a:xfrm rot="5400000">
            <a:off x="5688465" y="325848"/>
            <a:ext cx="720000" cy="34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 rot="5400000">
            <a:off x="5878236" y="485151"/>
            <a:ext cx="1036200" cy="3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5400000">
            <a:off x="6090436" y="620150"/>
            <a:ext cx="1311000" cy="35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5400000">
            <a:off x="6302243" y="759800"/>
            <a:ext cx="1585500" cy="3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 rot="5400000">
            <a:off x="6648913" y="759800"/>
            <a:ext cx="1585500" cy="34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 rot="-5400000" flipH="1">
            <a:off x="2735513" y="325848"/>
            <a:ext cx="720000" cy="34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 rot="-5400000" flipH="1">
            <a:off x="2229541" y="485151"/>
            <a:ext cx="1036200" cy="3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 rot="-5400000" flipH="1">
            <a:off x="1742541" y="620150"/>
            <a:ext cx="1311000" cy="35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 rot="-5400000" flipH="1">
            <a:off x="1256234" y="759800"/>
            <a:ext cx="1585500" cy="3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-5400000" flipH="1">
            <a:off x="909565" y="759800"/>
            <a:ext cx="1585500" cy="34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11"/>
          <p:cNvGrpSpPr/>
          <p:nvPr/>
        </p:nvGrpSpPr>
        <p:grpSpPr>
          <a:xfrm>
            <a:off x="0" y="5056825"/>
            <a:ext cx="9156000" cy="141000"/>
            <a:chOff x="0" y="0"/>
            <a:chExt cx="9156000" cy="141000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14"/>
          <p:cNvGrpSpPr/>
          <p:nvPr/>
        </p:nvGrpSpPr>
        <p:grpSpPr>
          <a:xfrm>
            <a:off x="-3" y="2933490"/>
            <a:ext cx="417024" cy="2069008"/>
            <a:chOff x="-207" y="1701162"/>
            <a:chExt cx="720000" cy="2069008"/>
          </a:xfrm>
        </p:grpSpPr>
        <p:sp>
          <p:nvSpPr>
            <p:cNvPr id="180" name="Google Shape;180;p14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8738972" y="2933490"/>
            <a:ext cx="417024" cy="2069008"/>
            <a:chOff x="-207" y="1701162"/>
            <a:chExt cx="720000" cy="2069008"/>
          </a:xfrm>
        </p:grpSpPr>
        <p:sp>
          <p:nvSpPr>
            <p:cNvPr id="186" name="Google Shape;186;p14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D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Press Start 2P"/>
              <a:buNone/>
              <a:defRPr sz="23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7275"/>
            <a:ext cx="772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800"/>
              <a:buFont typeface="Titillium Web"/>
              <a:buChar char="●"/>
              <a:defRPr sz="180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●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●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ctrTitle"/>
          </p:nvPr>
        </p:nvSpPr>
        <p:spPr>
          <a:xfrm>
            <a:off x="942008" y="1291948"/>
            <a:ext cx="7260000" cy="15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Gesture controlled gaming glove</a:t>
            </a:r>
            <a:endParaRPr dirty="0"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1"/>
          </p:nvPr>
        </p:nvSpPr>
        <p:spPr>
          <a:xfrm>
            <a:off x="1919100" y="233436"/>
            <a:ext cx="53058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tillium Web"/>
                <a:ea typeface="Titillium Web"/>
                <a:cs typeface="Titillium Web"/>
                <a:sym typeface="Titillium Web"/>
              </a:rPr>
              <a:t>E</a:t>
            </a:r>
            <a:r>
              <a:rPr lang="en" dirty="0">
                <a:latin typeface="Titillium Web"/>
                <a:ea typeface="Titillium Web"/>
                <a:cs typeface="Titillium Web"/>
                <a:sym typeface="Titillium Web"/>
              </a:rPr>
              <a:t>mbedded Systems</a:t>
            </a:r>
            <a:endParaRPr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253" name="Google Shape;253;p17"/>
          <p:cNvGrpSpPr/>
          <p:nvPr/>
        </p:nvGrpSpPr>
        <p:grpSpPr>
          <a:xfrm>
            <a:off x="720009" y="2817953"/>
            <a:ext cx="7676660" cy="1692052"/>
            <a:chOff x="720009" y="2817953"/>
            <a:chExt cx="7676660" cy="1692052"/>
          </a:xfrm>
        </p:grpSpPr>
        <p:sp>
          <p:nvSpPr>
            <p:cNvPr id="254" name="Google Shape;254;p17"/>
            <p:cNvSpPr/>
            <p:nvPr/>
          </p:nvSpPr>
          <p:spPr>
            <a:xfrm>
              <a:off x="3580507" y="3706794"/>
              <a:ext cx="194662" cy="196699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6365981" y="2903474"/>
              <a:ext cx="194662" cy="196699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7834183" y="3406460"/>
              <a:ext cx="194662" cy="196699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720009" y="4027523"/>
              <a:ext cx="194662" cy="196714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2411358" y="2817953"/>
              <a:ext cx="194662" cy="196715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1517485" y="4313289"/>
              <a:ext cx="194662" cy="196714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>
              <a:off x="8202008" y="4313291"/>
              <a:ext cx="194662" cy="196714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62E86D7-25EC-E342-6EC8-845196CF0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330" y="2428640"/>
            <a:ext cx="2886478" cy="2934109"/>
          </a:xfrm>
          <a:prstGeom prst="rect">
            <a:avLst/>
          </a:prstGeom>
        </p:spPr>
      </p:pic>
      <p:grpSp>
        <p:nvGrpSpPr>
          <p:cNvPr id="2" name="Google Shape;2149;p45">
            <a:extLst>
              <a:ext uri="{FF2B5EF4-FFF2-40B4-BE49-F238E27FC236}">
                <a16:creationId xmlns:a16="http://schemas.microsoft.com/office/drawing/2014/main" id="{13021C1E-3CBD-BEDD-C3AD-59593F8BCC78}"/>
              </a:ext>
            </a:extLst>
          </p:cNvPr>
          <p:cNvGrpSpPr/>
          <p:nvPr/>
        </p:nvGrpSpPr>
        <p:grpSpPr>
          <a:xfrm>
            <a:off x="2778807" y="4794179"/>
            <a:ext cx="522874" cy="231769"/>
            <a:chOff x="2671915" y="4003904"/>
            <a:chExt cx="547741" cy="242766"/>
          </a:xfrm>
        </p:grpSpPr>
        <p:sp>
          <p:nvSpPr>
            <p:cNvPr id="4" name="Google Shape;2150;p45">
              <a:extLst>
                <a:ext uri="{FF2B5EF4-FFF2-40B4-BE49-F238E27FC236}">
                  <a16:creationId xmlns:a16="http://schemas.microsoft.com/office/drawing/2014/main" id="{8147827E-6652-F582-E0B6-C0DC07B68DF3}"/>
                </a:ext>
              </a:extLst>
            </p:cNvPr>
            <p:cNvSpPr/>
            <p:nvPr/>
          </p:nvSpPr>
          <p:spPr>
            <a:xfrm>
              <a:off x="2679758" y="4012103"/>
              <a:ext cx="531698" cy="226724"/>
            </a:xfrm>
            <a:custGeom>
              <a:avLst/>
              <a:gdLst/>
              <a:ahLst/>
              <a:cxnLst/>
              <a:rect l="l" t="t" r="r" b="b"/>
              <a:pathLst>
                <a:path w="1491" h="636" extrusionOk="0">
                  <a:moveTo>
                    <a:pt x="1173" y="0"/>
                  </a:moveTo>
                  <a:cubicBezTo>
                    <a:pt x="1349" y="0"/>
                    <a:pt x="1491" y="142"/>
                    <a:pt x="1491" y="318"/>
                  </a:cubicBezTo>
                  <a:cubicBezTo>
                    <a:pt x="1491" y="493"/>
                    <a:pt x="1349" y="636"/>
                    <a:pt x="1173" y="636"/>
                  </a:cubicBezTo>
                  <a:cubicBezTo>
                    <a:pt x="1040" y="636"/>
                    <a:pt x="926" y="554"/>
                    <a:pt x="878" y="438"/>
                  </a:cubicBezTo>
                  <a:cubicBezTo>
                    <a:pt x="613" y="438"/>
                    <a:pt x="613" y="438"/>
                    <a:pt x="613" y="438"/>
                  </a:cubicBezTo>
                  <a:cubicBezTo>
                    <a:pt x="565" y="554"/>
                    <a:pt x="451" y="636"/>
                    <a:pt x="318" y="636"/>
                  </a:cubicBezTo>
                  <a:cubicBezTo>
                    <a:pt x="142" y="636"/>
                    <a:pt x="0" y="493"/>
                    <a:pt x="0" y="318"/>
                  </a:cubicBezTo>
                  <a:cubicBezTo>
                    <a:pt x="0" y="142"/>
                    <a:pt x="142" y="0"/>
                    <a:pt x="318" y="0"/>
                  </a:cubicBezTo>
                  <a:lnTo>
                    <a:pt x="1173" y="0"/>
                  </a:lnTo>
                  <a:close/>
                  <a:moveTo>
                    <a:pt x="1173" y="0"/>
                  </a:moveTo>
                  <a:cubicBezTo>
                    <a:pt x="1173" y="0"/>
                    <a:pt x="1173" y="0"/>
                    <a:pt x="1173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151;p45">
              <a:extLst>
                <a:ext uri="{FF2B5EF4-FFF2-40B4-BE49-F238E27FC236}">
                  <a16:creationId xmlns:a16="http://schemas.microsoft.com/office/drawing/2014/main" id="{B16999EA-F664-FD7F-9DF1-417F99E92C4F}"/>
                </a:ext>
              </a:extLst>
            </p:cNvPr>
            <p:cNvSpPr/>
            <p:nvPr/>
          </p:nvSpPr>
          <p:spPr>
            <a:xfrm>
              <a:off x="3013606" y="4040979"/>
              <a:ext cx="168974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152;p45">
              <a:extLst>
                <a:ext uri="{FF2B5EF4-FFF2-40B4-BE49-F238E27FC236}">
                  <a16:creationId xmlns:a16="http://schemas.microsoft.com/office/drawing/2014/main" id="{57E0B826-5D9D-3DE5-DE9D-A2390AE6B3F9}"/>
                </a:ext>
              </a:extLst>
            </p:cNvPr>
            <p:cNvSpPr/>
            <p:nvPr/>
          </p:nvSpPr>
          <p:spPr>
            <a:xfrm>
              <a:off x="2708633" y="4040979"/>
              <a:ext cx="169153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153;p45">
              <a:extLst>
                <a:ext uri="{FF2B5EF4-FFF2-40B4-BE49-F238E27FC236}">
                  <a16:creationId xmlns:a16="http://schemas.microsoft.com/office/drawing/2014/main" id="{7599B4B5-D8F9-B5CF-E46D-9696B649934B}"/>
                </a:ext>
              </a:extLst>
            </p:cNvPr>
            <p:cNvSpPr/>
            <p:nvPr/>
          </p:nvSpPr>
          <p:spPr>
            <a:xfrm>
              <a:off x="2742855" y="4075201"/>
              <a:ext cx="100529" cy="100529"/>
            </a:xfrm>
            <a:custGeom>
              <a:avLst/>
              <a:gdLst/>
              <a:ahLst/>
              <a:cxnLst/>
              <a:rect l="l" t="t" r="r" b="b"/>
              <a:pathLst>
                <a:path w="282" h="282" extrusionOk="0">
                  <a:moveTo>
                    <a:pt x="282" y="119"/>
                  </a:moveTo>
                  <a:cubicBezTo>
                    <a:pt x="282" y="162"/>
                    <a:pt x="282" y="162"/>
                    <a:pt x="282" y="162"/>
                  </a:cubicBezTo>
                  <a:cubicBezTo>
                    <a:pt x="282" y="179"/>
                    <a:pt x="269" y="192"/>
                    <a:pt x="253" y="192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98" y="192"/>
                    <a:pt x="192" y="197"/>
                    <a:pt x="192" y="204"/>
                  </a:cubicBezTo>
                  <a:cubicBezTo>
                    <a:pt x="192" y="252"/>
                    <a:pt x="192" y="252"/>
                    <a:pt x="192" y="252"/>
                  </a:cubicBezTo>
                  <a:cubicBezTo>
                    <a:pt x="192" y="269"/>
                    <a:pt x="179" y="282"/>
                    <a:pt x="163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03" y="282"/>
                    <a:pt x="90" y="269"/>
                    <a:pt x="90" y="252"/>
                  </a:cubicBezTo>
                  <a:cubicBezTo>
                    <a:pt x="90" y="204"/>
                    <a:pt x="90" y="204"/>
                    <a:pt x="90" y="204"/>
                  </a:cubicBezTo>
                  <a:cubicBezTo>
                    <a:pt x="90" y="197"/>
                    <a:pt x="84" y="192"/>
                    <a:pt x="77" y="192"/>
                  </a:cubicBezTo>
                  <a:cubicBezTo>
                    <a:pt x="29" y="192"/>
                    <a:pt x="29" y="192"/>
                    <a:pt x="29" y="192"/>
                  </a:cubicBezTo>
                  <a:cubicBezTo>
                    <a:pt x="13" y="192"/>
                    <a:pt x="0" y="179"/>
                    <a:pt x="0" y="162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03"/>
                    <a:pt x="13" y="90"/>
                    <a:pt x="29" y="90"/>
                  </a:cubicBezTo>
                  <a:cubicBezTo>
                    <a:pt x="77" y="90"/>
                    <a:pt x="77" y="90"/>
                    <a:pt x="77" y="90"/>
                  </a:cubicBezTo>
                  <a:cubicBezTo>
                    <a:pt x="84" y="90"/>
                    <a:pt x="90" y="84"/>
                    <a:pt x="90" y="77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13"/>
                    <a:pt x="103" y="0"/>
                    <a:pt x="119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79" y="0"/>
                    <a:pt x="192" y="13"/>
                    <a:pt x="192" y="29"/>
                  </a:cubicBezTo>
                  <a:cubicBezTo>
                    <a:pt x="192" y="77"/>
                    <a:pt x="192" y="77"/>
                    <a:pt x="192" y="77"/>
                  </a:cubicBezTo>
                  <a:cubicBezTo>
                    <a:pt x="192" y="84"/>
                    <a:pt x="198" y="90"/>
                    <a:pt x="205" y="90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69" y="90"/>
                    <a:pt x="282" y="103"/>
                    <a:pt x="282" y="119"/>
                  </a:cubicBezTo>
                  <a:close/>
                  <a:moveTo>
                    <a:pt x="282" y="119"/>
                  </a:moveTo>
                  <a:cubicBezTo>
                    <a:pt x="282" y="119"/>
                    <a:pt x="282" y="119"/>
                    <a:pt x="282" y="11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154;p45">
              <a:extLst>
                <a:ext uri="{FF2B5EF4-FFF2-40B4-BE49-F238E27FC236}">
                  <a16:creationId xmlns:a16="http://schemas.microsoft.com/office/drawing/2014/main" id="{BDB351C8-8EA0-0337-35EB-39B27BB650A7}"/>
                </a:ext>
              </a:extLst>
            </p:cNvPr>
            <p:cNvSpPr/>
            <p:nvPr/>
          </p:nvSpPr>
          <p:spPr>
            <a:xfrm>
              <a:off x="3082051" y="406878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155;p45">
              <a:extLst>
                <a:ext uri="{FF2B5EF4-FFF2-40B4-BE49-F238E27FC236}">
                  <a16:creationId xmlns:a16="http://schemas.microsoft.com/office/drawing/2014/main" id="{CC91AD77-A795-7B9C-4158-4111868EBFB7}"/>
                </a:ext>
              </a:extLst>
            </p:cNvPr>
            <p:cNvSpPr/>
            <p:nvPr/>
          </p:nvSpPr>
          <p:spPr>
            <a:xfrm>
              <a:off x="3122690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156;p45">
              <a:extLst>
                <a:ext uri="{FF2B5EF4-FFF2-40B4-BE49-F238E27FC236}">
                  <a16:creationId xmlns:a16="http://schemas.microsoft.com/office/drawing/2014/main" id="{4E0DF83D-C970-0A53-413D-D1A825E057E0}"/>
                </a:ext>
              </a:extLst>
            </p:cNvPr>
            <p:cNvSpPr/>
            <p:nvPr/>
          </p:nvSpPr>
          <p:spPr>
            <a:xfrm>
              <a:off x="3082051" y="4151133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157;p45">
              <a:extLst>
                <a:ext uri="{FF2B5EF4-FFF2-40B4-BE49-F238E27FC236}">
                  <a16:creationId xmlns:a16="http://schemas.microsoft.com/office/drawing/2014/main" id="{B469C5D8-E23C-5543-F707-FF2327398763}"/>
                </a:ext>
              </a:extLst>
            </p:cNvPr>
            <p:cNvSpPr/>
            <p:nvPr/>
          </p:nvSpPr>
          <p:spPr>
            <a:xfrm>
              <a:off x="3040342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158;p45">
              <a:extLst>
                <a:ext uri="{FF2B5EF4-FFF2-40B4-BE49-F238E27FC236}">
                  <a16:creationId xmlns:a16="http://schemas.microsoft.com/office/drawing/2014/main" id="{F8A663AD-05D7-5F5B-EDCB-E5B1449C130B}"/>
                </a:ext>
              </a:extLst>
            </p:cNvPr>
            <p:cNvSpPr/>
            <p:nvPr/>
          </p:nvSpPr>
          <p:spPr>
            <a:xfrm>
              <a:off x="2907730" y="4068784"/>
              <a:ext cx="74862" cy="26736"/>
            </a:xfrm>
            <a:custGeom>
              <a:avLst/>
              <a:gdLst/>
              <a:ahLst/>
              <a:cxnLst/>
              <a:rect l="l" t="t" r="r" b="b"/>
              <a:pathLst>
                <a:path w="210" h="75" extrusionOk="0">
                  <a:moveTo>
                    <a:pt x="210" y="20"/>
                  </a:moveTo>
                  <a:cubicBezTo>
                    <a:pt x="210" y="54"/>
                    <a:pt x="210" y="54"/>
                    <a:pt x="210" y="54"/>
                  </a:cubicBezTo>
                  <a:cubicBezTo>
                    <a:pt x="210" y="66"/>
                    <a:pt x="201" y="75"/>
                    <a:pt x="190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9" y="75"/>
                    <a:pt x="0" y="66"/>
                    <a:pt x="0" y="5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01" y="0"/>
                    <a:pt x="210" y="9"/>
                    <a:pt x="210" y="20"/>
                  </a:cubicBezTo>
                  <a:close/>
                  <a:moveTo>
                    <a:pt x="210" y="20"/>
                  </a:moveTo>
                  <a:cubicBezTo>
                    <a:pt x="210" y="20"/>
                    <a:pt x="210" y="20"/>
                    <a:pt x="210" y="2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159;p45">
              <a:extLst>
                <a:ext uri="{FF2B5EF4-FFF2-40B4-BE49-F238E27FC236}">
                  <a16:creationId xmlns:a16="http://schemas.microsoft.com/office/drawing/2014/main" id="{A32700A3-E64B-439C-E3E3-D35EE54A382D}"/>
                </a:ext>
              </a:extLst>
            </p:cNvPr>
            <p:cNvSpPr/>
            <p:nvPr/>
          </p:nvSpPr>
          <p:spPr>
            <a:xfrm>
              <a:off x="3005763" y="4032779"/>
              <a:ext cx="185016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259" y="0"/>
                  </a:move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117"/>
                    <a:pt x="402" y="0"/>
                    <a:pt x="259" y="0"/>
                  </a:cubicBezTo>
                  <a:close/>
                  <a:moveTo>
                    <a:pt x="259" y="474"/>
                  </a:move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377" y="45"/>
                    <a:pt x="474" y="14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lose/>
                  <a:moveTo>
                    <a:pt x="259" y="474"/>
                  </a:moveTo>
                  <a:cubicBezTo>
                    <a:pt x="259" y="474"/>
                    <a:pt x="259" y="474"/>
                    <a:pt x="259" y="47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160;p45">
              <a:extLst>
                <a:ext uri="{FF2B5EF4-FFF2-40B4-BE49-F238E27FC236}">
                  <a16:creationId xmlns:a16="http://schemas.microsoft.com/office/drawing/2014/main" id="{F096F2E6-4AE5-868E-211D-6E770901B7EE}"/>
                </a:ext>
              </a:extLst>
            </p:cNvPr>
            <p:cNvSpPr/>
            <p:nvPr/>
          </p:nvSpPr>
          <p:spPr>
            <a:xfrm>
              <a:off x="2700790" y="4032779"/>
              <a:ext cx="185195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434" y="98"/>
                  </a:moveTo>
                  <a:cubicBezTo>
                    <a:pt x="424" y="106"/>
                    <a:pt x="422" y="120"/>
                    <a:pt x="429" y="130"/>
                  </a:cubicBezTo>
                  <a:cubicBezTo>
                    <a:pt x="458" y="167"/>
                    <a:pt x="474" y="21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298" y="45"/>
                    <a:pt x="335" y="56"/>
                    <a:pt x="368" y="75"/>
                  </a:cubicBezTo>
                  <a:cubicBezTo>
                    <a:pt x="379" y="82"/>
                    <a:pt x="393" y="78"/>
                    <a:pt x="399" y="67"/>
                  </a:cubicBezTo>
                  <a:cubicBezTo>
                    <a:pt x="405" y="57"/>
                    <a:pt x="402" y="43"/>
                    <a:pt x="391" y="37"/>
                  </a:cubicBezTo>
                  <a:cubicBezTo>
                    <a:pt x="351" y="13"/>
                    <a:pt x="306" y="0"/>
                    <a:pt x="259" y="0"/>
                  </a:cubicBez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202"/>
                    <a:pt x="500" y="148"/>
                    <a:pt x="465" y="102"/>
                  </a:cubicBezTo>
                  <a:cubicBezTo>
                    <a:pt x="458" y="92"/>
                    <a:pt x="443" y="90"/>
                    <a:pt x="434" y="98"/>
                  </a:cubicBezTo>
                  <a:close/>
                  <a:moveTo>
                    <a:pt x="434" y="98"/>
                  </a:moveTo>
                  <a:cubicBezTo>
                    <a:pt x="434" y="98"/>
                    <a:pt x="434" y="98"/>
                    <a:pt x="434" y="9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161;p45">
              <a:extLst>
                <a:ext uri="{FF2B5EF4-FFF2-40B4-BE49-F238E27FC236}">
                  <a16:creationId xmlns:a16="http://schemas.microsoft.com/office/drawing/2014/main" id="{A1CE5A57-A204-D8C7-5237-E6CA306B8A40}"/>
                </a:ext>
              </a:extLst>
            </p:cNvPr>
            <p:cNvSpPr/>
            <p:nvPr/>
          </p:nvSpPr>
          <p:spPr>
            <a:xfrm>
              <a:off x="2671915" y="4003904"/>
              <a:ext cx="547741" cy="242766"/>
            </a:xfrm>
            <a:custGeom>
              <a:avLst/>
              <a:gdLst/>
              <a:ahLst/>
              <a:cxnLst/>
              <a:rect l="l" t="t" r="r" b="b"/>
              <a:pathLst>
                <a:path w="1536" h="681" extrusionOk="0">
                  <a:moveTo>
                    <a:pt x="1195" y="0"/>
                  </a:moveTo>
                  <a:cubicBezTo>
                    <a:pt x="340" y="0"/>
                    <a:pt x="340" y="0"/>
                    <a:pt x="340" y="0"/>
                  </a:cubicBezTo>
                  <a:cubicBezTo>
                    <a:pt x="152" y="0"/>
                    <a:pt x="0" y="153"/>
                    <a:pt x="0" y="341"/>
                  </a:cubicBezTo>
                  <a:cubicBezTo>
                    <a:pt x="0" y="529"/>
                    <a:pt x="152" y="681"/>
                    <a:pt x="340" y="681"/>
                  </a:cubicBezTo>
                  <a:cubicBezTo>
                    <a:pt x="474" y="681"/>
                    <a:pt x="594" y="604"/>
                    <a:pt x="649" y="483"/>
                  </a:cubicBezTo>
                  <a:cubicBezTo>
                    <a:pt x="886" y="483"/>
                    <a:pt x="886" y="483"/>
                    <a:pt x="886" y="483"/>
                  </a:cubicBezTo>
                  <a:cubicBezTo>
                    <a:pt x="941" y="604"/>
                    <a:pt x="1061" y="681"/>
                    <a:pt x="1195" y="681"/>
                  </a:cubicBezTo>
                  <a:cubicBezTo>
                    <a:pt x="1383" y="681"/>
                    <a:pt x="1536" y="529"/>
                    <a:pt x="1536" y="341"/>
                  </a:cubicBezTo>
                  <a:cubicBezTo>
                    <a:pt x="1536" y="153"/>
                    <a:pt x="1383" y="0"/>
                    <a:pt x="1195" y="0"/>
                  </a:cubicBezTo>
                  <a:close/>
                  <a:moveTo>
                    <a:pt x="1195" y="636"/>
                  </a:moveTo>
                  <a:cubicBezTo>
                    <a:pt x="1074" y="636"/>
                    <a:pt x="967" y="564"/>
                    <a:pt x="921" y="452"/>
                  </a:cubicBezTo>
                  <a:cubicBezTo>
                    <a:pt x="918" y="444"/>
                    <a:pt x="910" y="438"/>
                    <a:pt x="900" y="438"/>
                  </a:cubicBezTo>
                  <a:cubicBezTo>
                    <a:pt x="635" y="438"/>
                    <a:pt x="635" y="438"/>
                    <a:pt x="635" y="438"/>
                  </a:cubicBezTo>
                  <a:cubicBezTo>
                    <a:pt x="625" y="438"/>
                    <a:pt x="617" y="444"/>
                    <a:pt x="614" y="452"/>
                  </a:cubicBezTo>
                  <a:cubicBezTo>
                    <a:pt x="568" y="564"/>
                    <a:pt x="461" y="636"/>
                    <a:pt x="340" y="636"/>
                  </a:cubicBezTo>
                  <a:cubicBezTo>
                    <a:pt x="177" y="636"/>
                    <a:pt x="45" y="504"/>
                    <a:pt x="45" y="341"/>
                  </a:cubicBezTo>
                  <a:cubicBezTo>
                    <a:pt x="45" y="178"/>
                    <a:pt x="177" y="45"/>
                    <a:pt x="340" y="45"/>
                  </a:cubicBezTo>
                  <a:cubicBezTo>
                    <a:pt x="1195" y="45"/>
                    <a:pt x="1195" y="45"/>
                    <a:pt x="1195" y="45"/>
                  </a:cubicBezTo>
                  <a:cubicBezTo>
                    <a:pt x="1358" y="45"/>
                    <a:pt x="1491" y="178"/>
                    <a:pt x="1491" y="341"/>
                  </a:cubicBezTo>
                  <a:cubicBezTo>
                    <a:pt x="1491" y="504"/>
                    <a:pt x="1358" y="636"/>
                    <a:pt x="1195" y="636"/>
                  </a:cubicBezTo>
                  <a:close/>
                  <a:moveTo>
                    <a:pt x="1195" y="636"/>
                  </a:moveTo>
                  <a:cubicBezTo>
                    <a:pt x="1195" y="636"/>
                    <a:pt x="1195" y="636"/>
                    <a:pt x="1195" y="6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162;p45">
              <a:extLst>
                <a:ext uri="{FF2B5EF4-FFF2-40B4-BE49-F238E27FC236}">
                  <a16:creationId xmlns:a16="http://schemas.microsoft.com/office/drawing/2014/main" id="{52505E6B-578F-00CF-FF53-BA5E15C9789B}"/>
                </a:ext>
              </a:extLst>
            </p:cNvPr>
            <p:cNvSpPr/>
            <p:nvPr/>
          </p:nvSpPr>
          <p:spPr>
            <a:xfrm>
              <a:off x="2735013" y="4067002"/>
              <a:ext cx="116749" cy="116571"/>
            </a:xfrm>
            <a:custGeom>
              <a:avLst/>
              <a:gdLst/>
              <a:ahLst/>
              <a:cxnLst/>
              <a:rect l="l" t="t" r="r" b="b"/>
              <a:pathLst>
                <a:path w="327" h="327" extrusionOk="0">
                  <a:moveTo>
                    <a:pt x="237" y="90"/>
                  </a:moveTo>
                  <a:cubicBezTo>
                    <a:pt x="237" y="52"/>
                    <a:pt x="237" y="52"/>
                    <a:pt x="237" y="52"/>
                  </a:cubicBezTo>
                  <a:cubicBezTo>
                    <a:pt x="237" y="24"/>
                    <a:pt x="213" y="0"/>
                    <a:pt x="185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3" y="0"/>
                    <a:pt x="90" y="24"/>
                    <a:pt x="90" y="52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23" y="90"/>
                    <a:pt x="0" y="114"/>
                    <a:pt x="0" y="142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4"/>
                    <a:pt x="23" y="237"/>
                    <a:pt x="51" y="237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0" y="275"/>
                    <a:pt x="90" y="275"/>
                    <a:pt x="90" y="275"/>
                  </a:cubicBezTo>
                  <a:cubicBezTo>
                    <a:pt x="90" y="304"/>
                    <a:pt x="113" y="327"/>
                    <a:pt x="141" y="327"/>
                  </a:cubicBezTo>
                  <a:cubicBezTo>
                    <a:pt x="185" y="327"/>
                    <a:pt x="185" y="327"/>
                    <a:pt x="185" y="327"/>
                  </a:cubicBezTo>
                  <a:cubicBezTo>
                    <a:pt x="213" y="327"/>
                    <a:pt x="237" y="304"/>
                    <a:pt x="237" y="275"/>
                  </a:cubicBezTo>
                  <a:cubicBezTo>
                    <a:pt x="237" y="237"/>
                    <a:pt x="237" y="237"/>
                    <a:pt x="237" y="237"/>
                  </a:cubicBezTo>
                  <a:cubicBezTo>
                    <a:pt x="275" y="237"/>
                    <a:pt x="275" y="237"/>
                    <a:pt x="275" y="237"/>
                  </a:cubicBezTo>
                  <a:cubicBezTo>
                    <a:pt x="303" y="237"/>
                    <a:pt x="327" y="214"/>
                    <a:pt x="327" y="185"/>
                  </a:cubicBezTo>
                  <a:cubicBezTo>
                    <a:pt x="327" y="142"/>
                    <a:pt x="327" y="142"/>
                    <a:pt x="327" y="142"/>
                  </a:cubicBezTo>
                  <a:cubicBezTo>
                    <a:pt x="327" y="114"/>
                    <a:pt x="303" y="90"/>
                    <a:pt x="275" y="90"/>
                  </a:cubicBezTo>
                  <a:lnTo>
                    <a:pt x="237" y="90"/>
                  </a:lnTo>
                  <a:close/>
                  <a:moveTo>
                    <a:pt x="282" y="142"/>
                  </a:moveTo>
                  <a:cubicBezTo>
                    <a:pt x="282" y="185"/>
                    <a:pt x="282" y="185"/>
                    <a:pt x="282" y="185"/>
                  </a:cubicBezTo>
                  <a:cubicBezTo>
                    <a:pt x="282" y="189"/>
                    <a:pt x="278" y="192"/>
                    <a:pt x="275" y="192"/>
                  </a:cubicBezTo>
                  <a:cubicBezTo>
                    <a:pt x="227" y="192"/>
                    <a:pt x="227" y="192"/>
                    <a:pt x="227" y="192"/>
                  </a:cubicBezTo>
                  <a:cubicBezTo>
                    <a:pt x="207" y="192"/>
                    <a:pt x="192" y="208"/>
                    <a:pt x="192" y="227"/>
                  </a:cubicBezTo>
                  <a:cubicBezTo>
                    <a:pt x="192" y="275"/>
                    <a:pt x="192" y="275"/>
                    <a:pt x="192" y="275"/>
                  </a:cubicBezTo>
                  <a:cubicBezTo>
                    <a:pt x="192" y="279"/>
                    <a:pt x="188" y="282"/>
                    <a:pt x="185" y="282"/>
                  </a:cubicBezTo>
                  <a:cubicBezTo>
                    <a:pt x="141" y="282"/>
                    <a:pt x="141" y="282"/>
                    <a:pt x="141" y="282"/>
                  </a:cubicBezTo>
                  <a:cubicBezTo>
                    <a:pt x="138" y="282"/>
                    <a:pt x="135" y="279"/>
                    <a:pt x="135" y="275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35" y="208"/>
                    <a:pt x="119" y="192"/>
                    <a:pt x="99" y="192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48" y="192"/>
                    <a:pt x="45" y="189"/>
                    <a:pt x="45" y="185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38"/>
                    <a:pt x="48" y="135"/>
                    <a:pt x="51" y="135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19" y="135"/>
                    <a:pt x="135" y="120"/>
                    <a:pt x="135" y="100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5" y="48"/>
                    <a:pt x="138" y="45"/>
                    <a:pt x="141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8" y="45"/>
                    <a:pt x="192" y="48"/>
                    <a:pt x="192" y="52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20"/>
                    <a:pt x="207" y="135"/>
                    <a:pt x="227" y="135"/>
                  </a:cubicBezTo>
                  <a:cubicBezTo>
                    <a:pt x="275" y="135"/>
                    <a:pt x="275" y="135"/>
                    <a:pt x="275" y="135"/>
                  </a:cubicBezTo>
                  <a:cubicBezTo>
                    <a:pt x="278" y="135"/>
                    <a:pt x="282" y="138"/>
                    <a:pt x="282" y="142"/>
                  </a:cubicBezTo>
                  <a:close/>
                  <a:moveTo>
                    <a:pt x="282" y="142"/>
                  </a:moveTo>
                  <a:cubicBezTo>
                    <a:pt x="282" y="142"/>
                    <a:pt x="282" y="142"/>
                    <a:pt x="282" y="14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163;p45">
              <a:extLst>
                <a:ext uri="{FF2B5EF4-FFF2-40B4-BE49-F238E27FC236}">
                  <a16:creationId xmlns:a16="http://schemas.microsoft.com/office/drawing/2014/main" id="{8903A879-4922-284C-359E-78DE2E7262CD}"/>
                </a:ext>
              </a:extLst>
            </p:cNvPr>
            <p:cNvSpPr/>
            <p:nvPr/>
          </p:nvSpPr>
          <p:spPr>
            <a:xfrm>
              <a:off x="2897748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164;p45">
              <a:extLst>
                <a:ext uri="{FF2B5EF4-FFF2-40B4-BE49-F238E27FC236}">
                  <a16:creationId xmlns:a16="http://schemas.microsoft.com/office/drawing/2014/main" id="{90F01008-2EFD-8EFD-7618-62DCF2DF6DF8}"/>
                </a:ext>
              </a:extLst>
            </p:cNvPr>
            <p:cNvSpPr/>
            <p:nvPr/>
          </p:nvSpPr>
          <p:spPr>
            <a:xfrm>
              <a:off x="2942665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165;p45">
              <a:extLst>
                <a:ext uri="{FF2B5EF4-FFF2-40B4-BE49-F238E27FC236}">
                  <a16:creationId xmlns:a16="http://schemas.microsoft.com/office/drawing/2014/main" id="{38CE733F-5A31-D2D1-348F-FAC9E848EDBC}"/>
                </a:ext>
              </a:extLst>
            </p:cNvPr>
            <p:cNvSpPr/>
            <p:nvPr/>
          </p:nvSpPr>
          <p:spPr>
            <a:xfrm>
              <a:off x="2885984" y="4033849"/>
              <a:ext cx="31014" cy="16042"/>
            </a:xfrm>
            <a:custGeom>
              <a:avLst/>
              <a:gdLst/>
              <a:ahLst/>
              <a:cxnLst/>
              <a:rect l="l" t="t" r="r" b="b"/>
              <a:pathLst>
                <a:path w="87" h="45" extrusionOk="0">
                  <a:moveTo>
                    <a:pt x="87" y="23"/>
                  </a:moveTo>
                  <a:cubicBezTo>
                    <a:pt x="87" y="10"/>
                    <a:pt x="76" y="0"/>
                    <a:pt x="6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76" y="45"/>
                    <a:pt x="87" y="35"/>
                    <a:pt x="87" y="23"/>
                  </a:cubicBez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166;p45">
              <a:extLst>
                <a:ext uri="{FF2B5EF4-FFF2-40B4-BE49-F238E27FC236}">
                  <a16:creationId xmlns:a16="http://schemas.microsoft.com/office/drawing/2014/main" id="{9AA8BAD2-8C0D-0E37-E2EA-92622878D8F4}"/>
                </a:ext>
              </a:extLst>
            </p:cNvPr>
            <p:cNvSpPr/>
            <p:nvPr/>
          </p:nvSpPr>
          <p:spPr>
            <a:xfrm>
              <a:off x="2923415" y="4033849"/>
              <a:ext cx="85556" cy="16042"/>
            </a:xfrm>
            <a:custGeom>
              <a:avLst/>
              <a:gdLst/>
              <a:ahLst/>
              <a:cxnLst/>
              <a:rect l="l" t="t" r="r" b="b"/>
              <a:pathLst>
                <a:path w="240" h="45" extrusionOk="0">
                  <a:moveTo>
                    <a:pt x="240" y="23"/>
                  </a:moveTo>
                  <a:cubicBezTo>
                    <a:pt x="240" y="10"/>
                    <a:pt x="229" y="0"/>
                    <a:pt x="21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217" y="45"/>
                    <a:pt x="217" y="45"/>
                    <a:pt x="217" y="45"/>
                  </a:cubicBezTo>
                  <a:cubicBezTo>
                    <a:pt x="229" y="45"/>
                    <a:pt x="240" y="35"/>
                    <a:pt x="240" y="23"/>
                  </a:cubicBezTo>
                  <a:close/>
                  <a:moveTo>
                    <a:pt x="240" y="23"/>
                  </a:moveTo>
                  <a:cubicBezTo>
                    <a:pt x="240" y="23"/>
                    <a:pt x="240" y="23"/>
                    <a:pt x="240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67;p45">
              <a:extLst>
                <a:ext uri="{FF2B5EF4-FFF2-40B4-BE49-F238E27FC236}">
                  <a16:creationId xmlns:a16="http://schemas.microsoft.com/office/drawing/2014/main" id="{A65CEB9B-4731-5C0B-EB0E-4A3FA154C766}"/>
                </a:ext>
              </a:extLst>
            </p:cNvPr>
            <p:cNvSpPr/>
            <p:nvPr/>
          </p:nvSpPr>
          <p:spPr>
            <a:xfrm>
              <a:off x="2899887" y="4060585"/>
              <a:ext cx="90904" cy="42778"/>
            </a:xfrm>
            <a:custGeom>
              <a:avLst/>
              <a:gdLst/>
              <a:ahLst/>
              <a:cxnLst/>
              <a:rect l="l" t="t" r="r" b="b"/>
              <a:pathLst>
                <a:path w="255" h="120" extrusionOk="0">
                  <a:moveTo>
                    <a:pt x="212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20"/>
                    <a:pt x="0" y="4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101"/>
                    <a:pt x="19" y="120"/>
                    <a:pt x="42" y="120"/>
                  </a:cubicBezTo>
                  <a:cubicBezTo>
                    <a:pt x="212" y="120"/>
                    <a:pt x="212" y="120"/>
                    <a:pt x="212" y="120"/>
                  </a:cubicBezTo>
                  <a:cubicBezTo>
                    <a:pt x="235" y="120"/>
                    <a:pt x="255" y="101"/>
                    <a:pt x="255" y="77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5" y="20"/>
                    <a:pt x="235" y="0"/>
                    <a:pt x="212" y="0"/>
                  </a:cubicBezTo>
                  <a:close/>
                  <a:moveTo>
                    <a:pt x="210" y="75"/>
                  </a:moveTo>
                  <a:cubicBezTo>
                    <a:pt x="45" y="75"/>
                    <a:pt x="45" y="75"/>
                    <a:pt x="45" y="75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210" y="45"/>
                    <a:pt x="210" y="45"/>
                    <a:pt x="210" y="45"/>
                  </a:cubicBezTo>
                  <a:lnTo>
                    <a:pt x="210" y="75"/>
                  </a:lnTo>
                  <a:close/>
                  <a:moveTo>
                    <a:pt x="210" y="75"/>
                  </a:moveTo>
                  <a:cubicBezTo>
                    <a:pt x="210" y="75"/>
                    <a:pt x="210" y="75"/>
                    <a:pt x="210" y="7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168;p45">
              <a:extLst>
                <a:ext uri="{FF2B5EF4-FFF2-40B4-BE49-F238E27FC236}">
                  <a16:creationId xmlns:a16="http://schemas.microsoft.com/office/drawing/2014/main" id="{99E32E97-6B47-03FE-D2DB-A026623483E5}"/>
                </a:ext>
              </a:extLst>
            </p:cNvPr>
            <p:cNvSpPr/>
            <p:nvPr/>
          </p:nvSpPr>
          <p:spPr>
            <a:xfrm>
              <a:off x="3074208" y="406058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169;p45">
              <a:extLst>
                <a:ext uri="{FF2B5EF4-FFF2-40B4-BE49-F238E27FC236}">
                  <a16:creationId xmlns:a16="http://schemas.microsoft.com/office/drawing/2014/main" id="{B6799B20-B5F5-8F7F-5C47-799437695F6D}"/>
                </a:ext>
              </a:extLst>
            </p:cNvPr>
            <p:cNvSpPr/>
            <p:nvPr/>
          </p:nvSpPr>
          <p:spPr>
            <a:xfrm>
              <a:off x="3114848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170;p45">
              <a:extLst>
                <a:ext uri="{FF2B5EF4-FFF2-40B4-BE49-F238E27FC236}">
                  <a16:creationId xmlns:a16="http://schemas.microsoft.com/office/drawing/2014/main" id="{344E0CDE-0D52-819C-BA54-31CDF00DD7F4}"/>
                </a:ext>
              </a:extLst>
            </p:cNvPr>
            <p:cNvSpPr/>
            <p:nvPr/>
          </p:nvSpPr>
          <p:spPr>
            <a:xfrm>
              <a:off x="3074208" y="4142933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71;p45">
              <a:extLst>
                <a:ext uri="{FF2B5EF4-FFF2-40B4-BE49-F238E27FC236}">
                  <a16:creationId xmlns:a16="http://schemas.microsoft.com/office/drawing/2014/main" id="{C564FDBC-A71D-771F-C134-4EF8640C5B5F}"/>
                </a:ext>
              </a:extLst>
            </p:cNvPr>
            <p:cNvSpPr/>
            <p:nvPr/>
          </p:nvSpPr>
          <p:spPr>
            <a:xfrm>
              <a:off x="3032500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1227;p34">
            <a:extLst>
              <a:ext uri="{FF2B5EF4-FFF2-40B4-BE49-F238E27FC236}">
                <a16:creationId xmlns:a16="http://schemas.microsoft.com/office/drawing/2014/main" id="{026CA967-B7DB-55C2-A6EA-72B0E837019F}"/>
              </a:ext>
            </a:extLst>
          </p:cNvPr>
          <p:cNvGrpSpPr/>
          <p:nvPr/>
        </p:nvGrpSpPr>
        <p:grpSpPr>
          <a:xfrm rot="1262621">
            <a:off x="3179097" y="4523113"/>
            <a:ext cx="549164" cy="363258"/>
            <a:chOff x="2465153" y="4968553"/>
            <a:chExt cx="549164" cy="363258"/>
          </a:xfrm>
        </p:grpSpPr>
        <p:sp>
          <p:nvSpPr>
            <p:cNvPr id="27" name="Google Shape;1228;p34">
              <a:extLst>
                <a:ext uri="{FF2B5EF4-FFF2-40B4-BE49-F238E27FC236}">
                  <a16:creationId xmlns:a16="http://schemas.microsoft.com/office/drawing/2014/main" id="{0B6E110F-ACCC-A3BE-935C-76CCF98C3FEC}"/>
                </a:ext>
              </a:extLst>
            </p:cNvPr>
            <p:cNvSpPr/>
            <p:nvPr/>
          </p:nvSpPr>
          <p:spPr>
            <a:xfrm>
              <a:off x="2554631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2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229;p34">
              <a:extLst>
                <a:ext uri="{FF2B5EF4-FFF2-40B4-BE49-F238E27FC236}">
                  <a16:creationId xmlns:a16="http://schemas.microsoft.com/office/drawing/2014/main" id="{A42D2378-2551-5DE3-D2BD-3908D5C5298C}"/>
                </a:ext>
              </a:extLst>
            </p:cNvPr>
            <p:cNvSpPr/>
            <p:nvPr/>
          </p:nvSpPr>
          <p:spPr>
            <a:xfrm>
              <a:off x="2866734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1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230;p34">
              <a:extLst>
                <a:ext uri="{FF2B5EF4-FFF2-40B4-BE49-F238E27FC236}">
                  <a16:creationId xmlns:a16="http://schemas.microsoft.com/office/drawing/2014/main" id="{93B94DFC-5D97-19EA-B083-B6B490C1CE84}"/>
                </a:ext>
              </a:extLst>
            </p:cNvPr>
            <p:cNvSpPr/>
            <p:nvPr/>
          </p:nvSpPr>
          <p:spPr>
            <a:xfrm>
              <a:off x="2472640" y="5003132"/>
              <a:ext cx="534194" cy="320836"/>
            </a:xfrm>
            <a:custGeom>
              <a:avLst/>
              <a:gdLst/>
              <a:ahLst/>
              <a:cxnLst/>
              <a:rect l="l" t="t" r="r" b="b"/>
              <a:pathLst>
                <a:path w="1498" h="900" extrusionOk="0">
                  <a:moveTo>
                    <a:pt x="1494" y="830"/>
                  </a:moveTo>
                  <a:cubicBezTo>
                    <a:pt x="1447" y="334"/>
                    <a:pt x="1447" y="334"/>
                    <a:pt x="1447" y="334"/>
                  </a:cubicBezTo>
                  <a:cubicBezTo>
                    <a:pt x="1306" y="102"/>
                    <a:pt x="1306" y="102"/>
                    <a:pt x="1306" y="102"/>
                  </a:cubicBezTo>
                  <a:cubicBezTo>
                    <a:pt x="1306" y="22"/>
                    <a:pt x="1306" y="22"/>
                    <a:pt x="1306" y="22"/>
                  </a:cubicBezTo>
                  <a:cubicBezTo>
                    <a:pt x="1306" y="10"/>
                    <a:pt x="1296" y="0"/>
                    <a:pt x="1284" y="0"/>
                  </a:cubicBezTo>
                  <a:cubicBezTo>
                    <a:pt x="1089" y="0"/>
                    <a:pt x="1089" y="0"/>
                    <a:pt x="1089" y="0"/>
                  </a:cubicBezTo>
                  <a:cubicBezTo>
                    <a:pt x="1077" y="0"/>
                    <a:pt x="1067" y="10"/>
                    <a:pt x="1067" y="22"/>
                  </a:cubicBezTo>
                  <a:cubicBezTo>
                    <a:pt x="1067" y="102"/>
                    <a:pt x="1067" y="102"/>
                    <a:pt x="1067" y="102"/>
                  </a:cubicBezTo>
                  <a:cubicBezTo>
                    <a:pt x="986" y="167"/>
                    <a:pt x="986" y="167"/>
                    <a:pt x="986" y="167"/>
                  </a:cubicBezTo>
                  <a:cubicBezTo>
                    <a:pt x="512" y="167"/>
                    <a:pt x="512" y="167"/>
                    <a:pt x="512" y="167"/>
                  </a:cubicBezTo>
                  <a:cubicBezTo>
                    <a:pt x="431" y="102"/>
                    <a:pt x="431" y="102"/>
                    <a:pt x="431" y="102"/>
                  </a:cubicBezTo>
                  <a:cubicBezTo>
                    <a:pt x="431" y="22"/>
                    <a:pt x="431" y="22"/>
                    <a:pt x="431" y="22"/>
                  </a:cubicBezTo>
                  <a:cubicBezTo>
                    <a:pt x="431" y="10"/>
                    <a:pt x="421" y="0"/>
                    <a:pt x="409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202" y="0"/>
                    <a:pt x="192" y="10"/>
                    <a:pt x="192" y="22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51" y="334"/>
                    <a:pt x="51" y="334"/>
                    <a:pt x="51" y="334"/>
                  </a:cubicBezTo>
                  <a:cubicBezTo>
                    <a:pt x="4" y="830"/>
                    <a:pt x="4" y="830"/>
                    <a:pt x="4" y="830"/>
                  </a:cubicBezTo>
                  <a:cubicBezTo>
                    <a:pt x="0" y="867"/>
                    <a:pt x="30" y="900"/>
                    <a:pt x="67" y="900"/>
                  </a:cubicBezTo>
                  <a:cubicBezTo>
                    <a:pt x="142" y="900"/>
                    <a:pt x="142" y="900"/>
                    <a:pt x="142" y="900"/>
                  </a:cubicBezTo>
                  <a:cubicBezTo>
                    <a:pt x="162" y="900"/>
                    <a:pt x="180" y="891"/>
                    <a:pt x="192" y="875"/>
                  </a:cubicBezTo>
                  <a:cubicBezTo>
                    <a:pt x="339" y="687"/>
                    <a:pt x="339" y="687"/>
                    <a:pt x="339" y="687"/>
                  </a:cubicBezTo>
                  <a:cubicBezTo>
                    <a:pt x="629" y="595"/>
                    <a:pt x="629" y="595"/>
                    <a:pt x="629" y="595"/>
                  </a:cubicBezTo>
                  <a:cubicBezTo>
                    <a:pt x="869" y="595"/>
                    <a:pt x="869" y="595"/>
                    <a:pt x="869" y="595"/>
                  </a:cubicBezTo>
                  <a:cubicBezTo>
                    <a:pt x="1159" y="687"/>
                    <a:pt x="1159" y="687"/>
                    <a:pt x="1159" y="687"/>
                  </a:cubicBezTo>
                  <a:cubicBezTo>
                    <a:pt x="1306" y="875"/>
                    <a:pt x="1306" y="875"/>
                    <a:pt x="1306" y="875"/>
                  </a:cubicBezTo>
                  <a:cubicBezTo>
                    <a:pt x="1318" y="891"/>
                    <a:pt x="1336" y="900"/>
                    <a:pt x="1356" y="900"/>
                  </a:cubicBezTo>
                  <a:cubicBezTo>
                    <a:pt x="1431" y="900"/>
                    <a:pt x="1431" y="900"/>
                    <a:pt x="1431" y="900"/>
                  </a:cubicBezTo>
                  <a:cubicBezTo>
                    <a:pt x="1468" y="900"/>
                    <a:pt x="1498" y="867"/>
                    <a:pt x="1494" y="830"/>
                  </a:cubicBezTo>
                  <a:close/>
                  <a:moveTo>
                    <a:pt x="1494" y="830"/>
                  </a:moveTo>
                  <a:cubicBezTo>
                    <a:pt x="1494" y="830"/>
                    <a:pt x="1494" y="830"/>
                    <a:pt x="1494" y="83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231;p34">
              <a:extLst>
                <a:ext uri="{FF2B5EF4-FFF2-40B4-BE49-F238E27FC236}">
                  <a16:creationId xmlns:a16="http://schemas.microsoft.com/office/drawing/2014/main" id="{12F59405-03D9-41F9-8C46-DEA16ED4D223}"/>
                </a:ext>
              </a:extLst>
            </p:cNvPr>
            <p:cNvSpPr/>
            <p:nvPr/>
          </p:nvSpPr>
          <p:spPr>
            <a:xfrm>
              <a:off x="2782069" y="5030225"/>
              <a:ext cx="206583" cy="246331"/>
            </a:xfrm>
            <a:custGeom>
              <a:avLst/>
              <a:gdLst/>
              <a:ahLst/>
              <a:cxnLst/>
              <a:rect l="l" t="t" r="r" b="b"/>
              <a:pathLst>
                <a:path w="579" h="691" extrusionOk="0">
                  <a:moveTo>
                    <a:pt x="438" y="28"/>
                  </a:moveTo>
                  <a:cubicBezTo>
                    <a:pt x="521" y="72"/>
                    <a:pt x="579" y="159"/>
                    <a:pt x="579" y="260"/>
                  </a:cubicBezTo>
                  <a:cubicBezTo>
                    <a:pt x="579" y="404"/>
                    <a:pt x="462" y="520"/>
                    <a:pt x="318" y="520"/>
                  </a:cubicBezTo>
                  <a:cubicBezTo>
                    <a:pt x="315" y="520"/>
                    <a:pt x="312" y="520"/>
                    <a:pt x="309" y="520"/>
                  </a:cubicBezTo>
                  <a:cubicBezTo>
                    <a:pt x="310" y="525"/>
                    <a:pt x="310" y="531"/>
                    <a:pt x="310" y="536"/>
                  </a:cubicBezTo>
                  <a:cubicBezTo>
                    <a:pt x="310" y="564"/>
                    <a:pt x="303" y="589"/>
                    <a:pt x="291" y="611"/>
                  </a:cubicBezTo>
                  <a:cubicBezTo>
                    <a:pt x="264" y="659"/>
                    <a:pt x="213" y="691"/>
                    <a:pt x="155" y="691"/>
                  </a:cubicBezTo>
                  <a:cubicBezTo>
                    <a:pt x="70" y="691"/>
                    <a:pt x="0" y="622"/>
                    <a:pt x="0" y="536"/>
                  </a:cubicBezTo>
                  <a:cubicBezTo>
                    <a:pt x="0" y="531"/>
                    <a:pt x="0" y="525"/>
                    <a:pt x="1" y="520"/>
                  </a:cubicBezTo>
                  <a:cubicBezTo>
                    <a:pt x="7" y="463"/>
                    <a:pt x="44" y="415"/>
                    <a:pt x="95" y="394"/>
                  </a:cubicBezTo>
                  <a:cubicBezTo>
                    <a:pt x="72" y="355"/>
                    <a:pt x="58" y="309"/>
                    <a:pt x="58" y="260"/>
                  </a:cubicBezTo>
                  <a:cubicBezTo>
                    <a:pt x="58" y="197"/>
                    <a:pt x="81" y="139"/>
                    <a:pt x="118" y="94"/>
                  </a:cubicBezTo>
                  <a:cubicBezTo>
                    <a:pt x="140" y="67"/>
                    <a:pt x="168" y="45"/>
                    <a:pt x="199" y="28"/>
                  </a:cubicBezTo>
                  <a:cubicBezTo>
                    <a:pt x="235" y="10"/>
                    <a:pt x="275" y="0"/>
                    <a:pt x="318" y="0"/>
                  </a:cubicBezTo>
                  <a:cubicBezTo>
                    <a:pt x="361" y="0"/>
                    <a:pt x="402" y="10"/>
                    <a:pt x="438" y="28"/>
                  </a:cubicBezTo>
                  <a:close/>
                  <a:moveTo>
                    <a:pt x="438" y="28"/>
                  </a:moveTo>
                  <a:cubicBezTo>
                    <a:pt x="438" y="28"/>
                    <a:pt x="438" y="28"/>
                    <a:pt x="438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232;p34">
              <a:extLst>
                <a:ext uri="{FF2B5EF4-FFF2-40B4-BE49-F238E27FC236}">
                  <a16:creationId xmlns:a16="http://schemas.microsoft.com/office/drawing/2014/main" id="{1768E372-110B-087B-9576-5F61B44159C7}"/>
                </a:ext>
              </a:extLst>
            </p:cNvPr>
            <p:cNvSpPr/>
            <p:nvPr/>
          </p:nvSpPr>
          <p:spPr>
            <a:xfrm>
              <a:off x="2831620" y="5107226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233;p34">
              <a:extLst>
                <a:ext uri="{FF2B5EF4-FFF2-40B4-BE49-F238E27FC236}">
                  <a16:creationId xmlns:a16="http://schemas.microsoft.com/office/drawing/2014/main" id="{73E381AA-CA5E-57AB-19EE-6DF6D9B9F8AD}"/>
                </a:ext>
              </a:extLst>
            </p:cNvPr>
            <p:cNvSpPr/>
            <p:nvPr/>
          </p:nvSpPr>
          <p:spPr>
            <a:xfrm>
              <a:off x="2873507" y="50665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234;p34">
              <a:extLst>
                <a:ext uri="{FF2B5EF4-FFF2-40B4-BE49-F238E27FC236}">
                  <a16:creationId xmlns:a16="http://schemas.microsoft.com/office/drawing/2014/main" id="{0A8B34B9-4D93-6952-4A2E-FB557ED7F460}"/>
                </a:ext>
              </a:extLst>
            </p:cNvPr>
            <p:cNvSpPr/>
            <p:nvPr/>
          </p:nvSpPr>
          <p:spPr>
            <a:xfrm>
              <a:off x="2914503" y="5109008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235;p34">
              <a:extLst>
                <a:ext uri="{FF2B5EF4-FFF2-40B4-BE49-F238E27FC236}">
                  <a16:creationId xmlns:a16="http://schemas.microsoft.com/office/drawing/2014/main" id="{72A3D89A-E0AD-C2F2-0AC6-C43EA091CC6F}"/>
                </a:ext>
              </a:extLst>
            </p:cNvPr>
            <p:cNvSpPr/>
            <p:nvPr/>
          </p:nvSpPr>
          <p:spPr>
            <a:xfrm>
              <a:off x="2872081" y="5149291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236;p34">
              <a:extLst>
                <a:ext uri="{FF2B5EF4-FFF2-40B4-BE49-F238E27FC236}">
                  <a16:creationId xmlns:a16="http://schemas.microsoft.com/office/drawing/2014/main" id="{CACBFE70-4B5D-F592-A6D7-00F9534668E1}"/>
                </a:ext>
              </a:extLst>
            </p:cNvPr>
            <p:cNvSpPr/>
            <p:nvPr/>
          </p:nvSpPr>
          <p:spPr>
            <a:xfrm>
              <a:off x="2490820" y="5030225"/>
              <a:ext cx="206048" cy="246331"/>
            </a:xfrm>
            <a:custGeom>
              <a:avLst/>
              <a:gdLst/>
              <a:ahLst/>
              <a:cxnLst/>
              <a:rect l="l" t="t" r="r" b="b"/>
              <a:pathLst>
                <a:path w="578" h="691" extrusionOk="0">
                  <a:moveTo>
                    <a:pt x="141" y="28"/>
                  </a:moveTo>
                  <a:cubicBezTo>
                    <a:pt x="177" y="10"/>
                    <a:pt x="218" y="0"/>
                    <a:pt x="261" y="0"/>
                  </a:cubicBezTo>
                  <a:cubicBezTo>
                    <a:pt x="304" y="0"/>
                    <a:pt x="344" y="10"/>
                    <a:pt x="380" y="28"/>
                  </a:cubicBezTo>
                  <a:cubicBezTo>
                    <a:pt x="411" y="45"/>
                    <a:pt x="439" y="67"/>
                    <a:pt x="461" y="94"/>
                  </a:cubicBezTo>
                  <a:cubicBezTo>
                    <a:pt x="499" y="139"/>
                    <a:pt x="521" y="197"/>
                    <a:pt x="521" y="260"/>
                  </a:cubicBezTo>
                  <a:cubicBezTo>
                    <a:pt x="521" y="309"/>
                    <a:pt x="507" y="355"/>
                    <a:pt x="484" y="394"/>
                  </a:cubicBezTo>
                  <a:cubicBezTo>
                    <a:pt x="534" y="415"/>
                    <a:pt x="571" y="463"/>
                    <a:pt x="577" y="520"/>
                  </a:cubicBezTo>
                  <a:cubicBezTo>
                    <a:pt x="578" y="525"/>
                    <a:pt x="578" y="531"/>
                    <a:pt x="578" y="536"/>
                  </a:cubicBezTo>
                  <a:cubicBezTo>
                    <a:pt x="578" y="622"/>
                    <a:pt x="509" y="691"/>
                    <a:pt x="423" y="691"/>
                  </a:cubicBezTo>
                  <a:cubicBezTo>
                    <a:pt x="365" y="691"/>
                    <a:pt x="314" y="659"/>
                    <a:pt x="288" y="612"/>
                  </a:cubicBezTo>
                  <a:cubicBezTo>
                    <a:pt x="276" y="589"/>
                    <a:pt x="268" y="564"/>
                    <a:pt x="268" y="536"/>
                  </a:cubicBezTo>
                  <a:cubicBezTo>
                    <a:pt x="268" y="531"/>
                    <a:pt x="269" y="525"/>
                    <a:pt x="269" y="520"/>
                  </a:cubicBezTo>
                  <a:cubicBezTo>
                    <a:pt x="266" y="520"/>
                    <a:pt x="264" y="520"/>
                    <a:pt x="261" y="520"/>
                  </a:cubicBezTo>
                  <a:cubicBezTo>
                    <a:pt x="117" y="520"/>
                    <a:pt x="0" y="404"/>
                    <a:pt x="0" y="260"/>
                  </a:cubicBezTo>
                  <a:cubicBezTo>
                    <a:pt x="0" y="159"/>
                    <a:pt x="58" y="72"/>
                    <a:pt x="141" y="28"/>
                  </a:cubicBezTo>
                  <a:close/>
                  <a:moveTo>
                    <a:pt x="141" y="28"/>
                  </a:moveTo>
                  <a:cubicBezTo>
                    <a:pt x="141" y="28"/>
                    <a:pt x="141" y="28"/>
                    <a:pt x="141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237;p34">
              <a:extLst>
                <a:ext uri="{FF2B5EF4-FFF2-40B4-BE49-F238E27FC236}">
                  <a16:creationId xmlns:a16="http://schemas.microsoft.com/office/drawing/2014/main" id="{550D69A0-B4A6-A862-C1DE-5F5DCAF54D21}"/>
                </a:ext>
              </a:extLst>
            </p:cNvPr>
            <p:cNvSpPr/>
            <p:nvPr/>
          </p:nvSpPr>
          <p:spPr>
            <a:xfrm>
              <a:off x="2531103" y="5079064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69"/>
                    <a:pt x="276" y="169"/>
                    <a:pt x="276" y="169"/>
                  </a:cubicBezTo>
                  <a:cubicBezTo>
                    <a:pt x="276" y="181"/>
                    <a:pt x="267" y="190"/>
                    <a:pt x="255" y="190"/>
                  </a:cubicBezTo>
                  <a:cubicBezTo>
                    <a:pt x="212" y="190"/>
                    <a:pt x="212" y="190"/>
                    <a:pt x="212" y="190"/>
                  </a:cubicBezTo>
                  <a:cubicBezTo>
                    <a:pt x="200" y="190"/>
                    <a:pt x="190" y="200"/>
                    <a:pt x="190" y="211"/>
                  </a:cubicBezTo>
                  <a:cubicBezTo>
                    <a:pt x="190" y="255"/>
                    <a:pt x="190" y="255"/>
                    <a:pt x="190" y="255"/>
                  </a:cubicBezTo>
                  <a:cubicBezTo>
                    <a:pt x="190" y="266"/>
                    <a:pt x="181" y="276"/>
                    <a:pt x="169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6"/>
                    <a:pt x="86" y="255"/>
                  </a:cubicBezTo>
                  <a:cubicBezTo>
                    <a:pt x="86" y="211"/>
                    <a:pt x="86" y="211"/>
                    <a:pt x="86" y="211"/>
                  </a:cubicBezTo>
                  <a:cubicBezTo>
                    <a:pt x="86" y="200"/>
                    <a:pt x="76" y="190"/>
                    <a:pt x="64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10" y="190"/>
                    <a:pt x="0" y="181"/>
                    <a:pt x="0" y="169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5"/>
                    <a:pt x="21" y="85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76" y="85"/>
                    <a:pt x="86" y="76"/>
                    <a:pt x="86" y="64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9"/>
                    <a:pt x="95" y="0"/>
                    <a:pt x="107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64"/>
                    <a:pt x="190" y="64"/>
                    <a:pt x="190" y="64"/>
                  </a:cubicBezTo>
                  <a:cubicBezTo>
                    <a:pt x="190" y="76"/>
                    <a:pt x="200" y="85"/>
                    <a:pt x="212" y="85"/>
                  </a:cubicBezTo>
                  <a:cubicBezTo>
                    <a:pt x="255" y="85"/>
                    <a:pt x="255" y="85"/>
                    <a:pt x="255" y="85"/>
                  </a:cubicBezTo>
                  <a:cubicBezTo>
                    <a:pt x="267" y="85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238;p34">
              <a:extLst>
                <a:ext uri="{FF2B5EF4-FFF2-40B4-BE49-F238E27FC236}">
                  <a16:creationId xmlns:a16="http://schemas.microsoft.com/office/drawing/2014/main" id="{DE51CE85-B436-B494-883F-5EB929D9F713}"/>
                </a:ext>
              </a:extLst>
            </p:cNvPr>
            <p:cNvSpPr/>
            <p:nvPr/>
          </p:nvSpPr>
          <p:spPr>
            <a:xfrm>
              <a:off x="2617373" y="5197417"/>
              <a:ext cx="48482" cy="48125"/>
            </a:xfrm>
            <a:custGeom>
              <a:avLst/>
              <a:gdLst/>
              <a:ahLst/>
              <a:cxnLst/>
              <a:rect l="l" t="t" r="r" b="b"/>
              <a:pathLst>
                <a:path w="136" h="135" extrusionOk="0">
                  <a:moveTo>
                    <a:pt x="68" y="0"/>
                  </a:moveTo>
                  <a:cubicBezTo>
                    <a:pt x="106" y="0"/>
                    <a:pt x="136" y="30"/>
                    <a:pt x="136" y="67"/>
                  </a:cubicBezTo>
                  <a:cubicBezTo>
                    <a:pt x="136" y="105"/>
                    <a:pt x="106" y="135"/>
                    <a:pt x="68" y="135"/>
                  </a:cubicBezTo>
                  <a:cubicBezTo>
                    <a:pt x="31" y="135"/>
                    <a:pt x="0" y="105"/>
                    <a:pt x="0" y="67"/>
                  </a:cubicBezTo>
                  <a:cubicBezTo>
                    <a:pt x="0" y="30"/>
                    <a:pt x="31" y="0"/>
                    <a:pt x="68" y="0"/>
                  </a:cubicBezTo>
                  <a:close/>
                  <a:moveTo>
                    <a:pt x="68" y="0"/>
                  </a:moveTo>
                  <a:cubicBezTo>
                    <a:pt x="68" y="0"/>
                    <a:pt x="68" y="0"/>
                    <a:pt x="68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239;p34">
              <a:extLst>
                <a:ext uri="{FF2B5EF4-FFF2-40B4-BE49-F238E27FC236}">
                  <a16:creationId xmlns:a16="http://schemas.microsoft.com/office/drawing/2014/main" id="{510A27E2-D726-B0F0-1026-1F99D18956EA}"/>
                </a:ext>
              </a:extLst>
            </p:cNvPr>
            <p:cNvSpPr/>
            <p:nvPr/>
          </p:nvSpPr>
          <p:spPr>
            <a:xfrm>
              <a:off x="2812014" y="5195991"/>
              <a:ext cx="51156" cy="50977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3" y="72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2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2"/>
                  </a:cubicBezTo>
                  <a:close/>
                  <a:moveTo>
                    <a:pt x="143" y="72"/>
                  </a:moveTo>
                  <a:cubicBezTo>
                    <a:pt x="143" y="72"/>
                    <a:pt x="143" y="72"/>
                    <a:pt x="143" y="7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240;p34">
              <a:extLst>
                <a:ext uri="{FF2B5EF4-FFF2-40B4-BE49-F238E27FC236}">
                  <a16:creationId xmlns:a16="http://schemas.microsoft.com/office/drawing/2014/main" id="{1A7689BC-41ED-72EA-03F1-B1E1ABFA08F2}"/>
                </a:ext>
              </a:extLst>
            </p:cNvPr>
            <p:cNvSpPr/>
            <p:nvPr/>
          </p:nvSpPr>
          <p:spPr>
            <a:xfrm>
              <a:off x="2536450" y="5071577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70"/>
                    <a:pt x="276" y="170"/>
                    <a:pt x="276" y="170"/>
                  </a:cubicBezTo>
                  <a:cubicBezTo>
                    <a:pt x="276" y="181"/>
                    <a:pt x="267" y="191"/>
                    <a:pt x="255" y="191"/>
                  </a:cubicBezTo>
                  <a:cubicBezTo>
                    <a:pt x="212" y="191"/>
                    <a:pt x="212" y="191"/>
                    <a:pt x="212" y="191"/>
                  </a:cubicBezTo>
                  <a:cubicBezTo>
                    <a:pt x="200" y="191"/>
                    <a:pt x="191" y="200"/>
                    <a:pt x="191" y="212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67"/>
                    <a:pt x="181" y="276"/>
                    <a:pt x="170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7"/>
                    <a:pt x="86" y="255"/>
                  </a:cubicBezTo>
                  <a:cubicBezTo>
                    <a:pt x="86" y="212"/>
                    <a:pt x="86" y="212"/>
                    <a:pt x="86" y="212"/>
                  </a:cubicBezTo>
                  <a:cubicBezTo>
                    <a:pt x="86" y="200"/>
                    <a:pt x="76" y="191"/>
                    <a:pt x="65" y="191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10" y="191"/>
                    <a:pt x="0" y="181"/>
                    <a:pt x="0" y="17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6"/>
                    <a:pt x="21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76" y="86"/>
                    <a:pt x="86" y="76"/>
                    <a:pt x="86" y="65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10"/>
                    <a:pt x="95" y="0"/>
                    <a:pt x="107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1" y="0"/>
                    <a:pt x="191" y="10"/>
                    <a:pt x="191" y="21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1" y="76"/>
                    <a:pt x="200" y="86"/>
                    <a:pt x="212" y="86"/>
                  </a:cubicBezTo>
                  <a:cubicBezTo>
                    <a:pt x="255" y="86"/>
                    <a:pt x="255" y="86"/>
                    <a:pt x="255" y="86"/>
                  </a:cubicBezTo>
                  <a:cubicBezTo>
                    <a:pt x="267" y="86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241;p34">
              <a:extLst>
                <a:ext uri="{FF2B5EF4-FFF2-40B4-BE49-F238E27FC236}">
                  <a16:creationId xmlns:a16="http://schemas.microsoft.com/office/drawing/2014/main" id="{B63991BB-F906-F9CD-F0C5-03A5C078826F}"/>
                </a:ext>
              </a:extLst>
            </p:cNvPr>
            <p:cNvSpPr/>
            <p:nvPr/>
          </p:nvSpPr>
          <p:spPr>
            <a:xfrm>
              <a:off x="2878855" y="5063022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82DBB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242;p34">
              <a:extLst>
                <a:ext uri="{FF2B5EF4-FFF2-40B4-BE49-F238E27FC236}">
                  <a16:creationId xmlns:a16="http://schemas.microsoft.com/office/drawing/2014/main" id="{680CB29F-84EC-7CB7-5A8A-F32F3427B472}"/>
                </a:ext>
              </a:extLst>
            </p:cNvPr>
            <p:cNvSpPr/>
            <p:nvPr/>
          </p:nvSpPr>
          <p:spPr>
            <a:xfrm>
              <a:off x="2919850" y="510544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1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243;p34">
              <a:extLst>
                <a:ext uri="{FF2B5EF4-FFF2-40B4-BE49-F238E27FC236}">
                  <a16:creationId xmlns:a16="http://schemas.microsoft.com/office/drawing/2014/main" id="{F0C0B37B-FADA-0931-C84B-34CA2218538F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58D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244;p34">
              <a:extLst>
                <a:ext uri="{FF2B5EF4-FFF2-40B4-BE49-F238E27FC236}">
                  <a16:creationId xmlns:a16="http://schemas.microsoft.com/office/drawing/2014/main" id="{77938E7D-D440-40CD-ED28-EF9B938F549D}"/>
                </a:ext>
              </a:extLst>
            </p:cNvPr>
            <p:cNvSpPr/>
            <p:nvPr/>
          </p:nvSpPr>
          <p:spPr>
            <a:xfrm>
              <a:off x="2837324" y="5103305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245;p34">
              <a:extLst>
                <a:ext uri="{FF2B5EF4-FFF2-40B4-BE49-F238E27FC236}">
                  <a16:creationId xmlns:a16="http://schemas.microsoft.com/office/drawing/2014/main" id="{FD380187-E883-EF27-9120-52C4CDCA39A4}"/>
                </a:ext>
              </a:extLst>
            </p:cNvPr>
            <p:cNvSpPr/>
            <p:nvPr/>
          </p:nvSpPr>
          <p:spPr>
            <a:xfrm>
              <a:off x="2879211" y="5063022"/>
              <a:ext cx="32084" cy="31727"/>
            </a:xfrm>
            <a:custGeom>
              <a:avLst/>
              <a:gdLst/>
              <a:ahLst/>
              <a:cxnLst/>
              <a:rect l="l" t="t" r="r" b="b"/>
              <a:pathLst>
                <a:path w="90" h="89" extrusionOk="0">
                  <a:moveTo>
                    <a:pt x="90" y="44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lose/>
                  <a:moveTo>
                    <a:pt x="90" y="44"/>
                  </a:moveTo>
                  <a:cubicBezTo>
                    <a:pt x="90" y="44"/>
                    <a:pt x="90" y="44"/>
                    <a:pt x="90" y="44"/>
                  </a:cubicBezTo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246;p34">
              <a:extLst>
                <a:ext uri="{FF2B5EF4-FFF2-40B4-BE49-F238E27FC236}">
                  <a16:creationId xmlns:a16="http://schemas.microsoft.com/office/drawing/2014/main" id="{B4AFE899-EFA4-8949-5E22-790912FDE0FB}"/>
                </a:ext>
              </a:extLst>
            </p:cNvPr>
            <p:cNvSpPr/>
            <p:nvPr/>
          </p:nvSpPr>
          <p:spPr>
            <a:xfrm>
              <a:off x="2920207" y="51050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247;p34">
              <a:extLst>
                <a:ext uri="{FF2B5EF4-FFF2-40B4-BE49-F238E27FC236}">
                  <a16:creationId xmlns:a16="http://schemas.microsoft.com/office/drawing/2014/main" id="{87E4C4E8-011C-757F-EBA1-302250C2024E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248;p34">
              <a:extLst>
                <a:ext uri="{FF2B5EF4-FFF2-40B4-BE49-F238E27FC236}">
                  <a16:creationId xmlns:a16="http://schemas.microsoft.com/office/drawing/2014/main" id="{B14FD79C-03E8-D626-D49A-1F9FF27E151F}"/>
                </a:ext>
              </a:extLst>
            </p:cNvPr>
            <p:cNvSpPr/>
            <p:nvPr/>
          </p:nvSpPr>
          <p:spPr>
            <a:xfrm>
              <a:off x="2609530" y="5189218"/>
              <a:ext cx="64524" cy="64524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90" y="0"/>
                  </a:moveTo>
                  <a:cubicBezTo>
                    <a:pt x="41" y="0"/>
                    <a:pt x="0" y="41"/>
                    <a:pt x="0" y="90"/>
                  </a:cubicBezTo>
                  <a:cubicBezTo>
                    <a:pt x="0" y="140"/>
                    <a:pt x="41" y="181"/>
                    <a:pt x="90" y="181"/>
                  </a:cubicBezTo>
                  <a:cubicBezTo>
                    <a:pt x="140" y="181"/>
                    <a:pt x="181" y="140"/>
                    <a:pt x="181" y="90"/>
                  </a:cubicBezTo>
                  <a:cubicBezTo>
                    <a:pt x="181" y="41"/>
                    <a:pt x="140" y="0"/>
                    <a:pt x="90" y="0"/>
                  </a:cubicBezTo>
                  <a:close/>
                  <a:moveTo>
                    <a:pt x="90" y="136"/>
                  </a:moveTo>
                  <a:cubicBezTo>
                    <a:pt x="65" y="136"/>
                    <a:pt x="45" y="116"/>
                    <a:pt x="45" y="90"/>
                  </a:cubicBezTo>
                  <a:cubicBezTo>
                    <a:pt x="45" y="65"/>
                    <a:pt x="65" y="45"/>
                    <a:pt x="90" y="45"/>
                  </a:cubicBezTo>
                  <a:cubicBezTo>
                    <a:pt x="115" y="45"/>
                    <a:pt x="136" y="65"/>
                    <a:pt x="136" y="90"/>
                  </a:cubicBezTo>
                  <a:cubicBezTo>
                    <a:pt x="136" y="116"/>
                    <a:pt x="115" y="136"/>
                    <a:pt x="90" y="136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249;p34">
              <a:extLst>
                <a:ext uri="{FF2B5EF4-FFF2-40B4-BE49-F238E27FC236}">
                  <a16:creationId xmlns:a16="http://schemas.microsoft.com/office/drawing/2014/main" id="{A1D5E399-ED31-8F25-5256-FBAC51B5CAE4}"/>
                </a:ext>
              </a:extLst>
            </p:cNvPr>
            <p:cNvSpPr/>
            <p:nvPr/>
          </p:nvSpPr>
          <p:spPr>
            <a:xfrm>
              <a:off x="2804171" y="5187792"/>
              <a:ext cx="67197" cy="67376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0"/>
                  </a:moveTo>
                  <a:cubicBezTo>
                    <a:pt x="42" y="0"/>
                    <a:pt x="0" y="43"/>
                    <a:pt x="0" y="94"/>
                  </a:cubicBezTo>
                  <a:cubicBezTo>
                    <a:pt x="0" y="146"/>
                    <a:pt x="42" y="189"/>
                    <a:pt x="94" y="189"/>
                  </a:cubicBezTo>
                  <a:cubicBezTo>
                    <a:pt x="146" y="189"/>
                    <a:pt x="188" y="146"/>
                    <a:pt x="188" y="94"/>
                  </a:cubicBezTo>
                  <a:cubicBezTo>
                    <a:pt x="188" y="43"/>
                    <a:pt x="146" y="0"/>
                    <a:pt x="94" y="0"/>
                  </a:cubicBezTo>
                  <a:close/>
                  <a:moveTo>
                    <a:pt x="94" y="144"/>
                  </a:moveTo>
                  <a:cubicBezTo>
                    <a:pt x="67" y="144"/>
                    <a:pt x="45" y="122"/>
                    <a:pt x="45" y="94"/>
                  </a:cubicBezTo>
                  <a:cubicBezTo>
                    <a:pt x="45" y="67"/>
                    <a:pt x="67" y="45"/>
                    <a:pt x="94" y="45"/>
                  </a:cubicBezTo>
                  <a:cubicBezTo>
                    <a:pt x="121" y="45"/>
                    <a:pt x="143" y="67"/>
                    <a:pt x="143" y="94"/>
                  </a:cubicBezTo>
                  <a:cubicBezTo>
                    <a:pt x="143" y="122"/>
                    <a:pt x="121" y="144"/>
                    <a:pt x="94" y="144"/>
                  </a:cubicBezTo>
                  <a:close/>
                  <a:moveTo>
                    <a:pt x="94" y="144"/>
                  </a:moveTo>
                  <a:cubicBezTo>
                    <a:pt x="94" y="144"/>
                    <a:pt x="94" y="144"/>
                    <a:pt x="94" y="14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250;p34">
              <a:extLst>
                <a:ext uri="{FF2B5EF4-FFF2-40B4-BE49-F238E27FC236}">
                  <a16:creationId xmlns:a16="http://schemas.microsoft.com/office/drawing/2014/main" id="{B9948B55-914A-BB0C-04E3-F1E991170573}"/>
                </a:ext>
              </a:extLst>
            </p:cNvPr>
            <p:cNvSpPr/>
            <p:nvPr/>
          </p:nvSpPr>
          <p:spPr>
            <a:xfrm>
              <a:off x="2465153" y="4968553"/>
              <a:ext cx="549164" cy="363258"/>
            </a:xfrm>
            <a:custGeom>
              <a:avLst/>
              <a:gdLst/>
              <a:ahLst/>
              <a:cxnLst/>
              <a:rect l="l" t="t" r="r" b="b"/>
              <a:pathLst>
                <a:path w="1540" h="1019" extrusionOk="0">
                  <a:moveTo>
                    <a:pt x="1538" y="925"/>
                  </a:moveTo>
                  <a:cubicBezTo>
                    <a:pt x="1490" y="432"/>
                    <a:pt x="1490" y="432"/>
                    <a:pt x="1490" y="432"/>
                  </a:cubicBezTo>
                  <a:cubicBezTo>
                    <a:pt x="1490" y="328"/>
                    <a:pt x="1433" y="237"/>
                    <a:pt x="1349" y="188"/>
                  </a:cubicBezTo>
                  <a:cubicBezTo>
                    <a:pt x="1349" y="122"/>
                    <a:pt x="1349" y="122"/>
                    <a:pt x="1349" y="122"/>
                  </a:cubicBezTo>
                  <a:cubicBezTo>
                    <a:pt x="1349" y="100"/>
                    <a:pt x="1333" y="81"/>
                    <a:pt x="1311" y="78"/>
                  </a:cubicBezTo>
                  <a:cubicBezTo>
                    <a:pt x="1311" y="48"/>
                    <a:pt x="1311" y="48"/>
                    <a:pt x="1311" y="48"/>
                  </a:cubicBezTo>
                  <a:cubicBezTo>
                    <a:pt x="1311" y="21"/>
                    <a:pt x="1290" y="0"/>
                    <a:pt x="1263" y="0"/>
                  </a:cubicBezTo>
                  <a:cubicBezTo>
                    <a:pt x="1152" y="0"/>
                    <a:pt x="1152" y="0"/>
                    <a:pt x="1152" y="0"/>
                  </a:cubicBezTo>
                  <a:cubicBezTo>
                    <a:pt x="1125" y="0"/>
                    <a:pt x="1104" y="21"/>
                    <a:pt x="1104" y="48"/>
                  </a:cubicBezTo>
                  <a:cubicBezTo>
                    <a:pt x="1104" y="78"/>
                    <a:pt x="1104" y="78"/>
                    <a:pt x="1104" y="78"/>
                  </a:cubicBezTo>
                  <a:cubicBezTo>
                    <a:pt x="1082" y="81"/>
                    <a:pt x="1066" y="100"/>
                    <a:pt x="1066" y="122"/>
                  </a:cubicBezTo>
                  <a:cubicBezTo>
                    <a:pt x="1066" y="188"/>
                    <a:pt x="1066" y="188"/>
                    <a:pt x="1066" y="188"/>
                  </a:cubicBezTo>
                  <a:cubicBezTo>
                    <a:pt x="1040" y="203"/>
                    <a:pt x="1017" y="222"/>
                    <a:pt x="997" y="244"/>
                  </a:cubicBezTo>
                  <a:cubicBezTo>
                    <a:pt x="741" y="244"/>
                    <a:pt x="741" y="244"/>
                    <a:pt x="741" y="244"/>
                  </a:cubicBezTo>
                  <a:cubicBezTo>
                    <a:pt x="728" y="244"/>
                    <a:pt x="718" y="254"/>
                    <a:pt x="718" y="267"/>
                  </a:cubicBezTo>
                  <a:cubicBezTo>
                    <a:pt x="718" y="279"/>
                    <a:pt x="728" y="289"/>
                    <a:pt x="741" y="289"/>
                  </a:cubicBezTo>
                  <a:cubicBezTo>
                    <a:pt x="964" y="289"/>
                    <a:pt x="964" y="289"/>
                    <a:pt x="964" y="289"/>
                  </a:cubicBezTo>
                  <a:cubicBezTo>
                    <a:pt x="939" y="331"/>
                    <a:pt x="925" y="380"/>
                    <a:pt x="925" y="433"/>
                  </a:cubicBezTo>
                  <a:cubicBezTo>
                    <a:pt x="925" y="476"/>
                    <a:pt x="934" y="519"/>
                    <a:pt x="953" y="557"/>
                  </a:cubicBezTo>
                  <a:cubicBezTo>
                    <a:pt x="911" y="582"/>
                    <a:pt x="882" y="623"/>
                    <a:pt x="871" y="670"/>
                  </a:cubicBezTo>
                  <a:cubicBezTo>
                    <a:pt x="668" y="670"/>
                    <a:pt x="668" y="670"/>
                    <a:pt x="668" y="670"/>
                  </a:cubicBezTo>
                  <a:cubicBezTo>
                    <a:pt x="658" y="623"/>
                    <a:pt x="628" y="582"/>
                    <a:pt x="587" y="557"/>
                  </a:cubicBezTo>
                  <a:cubicBezTo>
                    <a:pt x="606" y="519"/>
                    <a:pt x="615" y="477"/>
                    <a:pt x="615" y="433"/>
                  </a:cubicBezTo>
                  <a:cubicBezTo>
                    <a:pt x="615" y="380"/>
                    <a:pt x="601" y="331"/>
                    <a:pt x="576" y="289"/>
                  </a:cubicBezTo>
                  <a:cubicBezTo>
                    <a:pt x="651" y="289"/>
                    <a:pt x="651" y="289"/>
                    <a:pt x="651" y="289"/>
                  </a:cubicBezTo>
                  <a:cubicBezTo>
                    <a:pt x="663" y="289"/>
                    <a:pt x="673" y="279"/>
                    <a:pt x="673" y="267"/>
                  </a:cubicBezTo>
                  <a:cubicBezTo>
                    <a:pt x="673" y="254"/>
                    <a:pt x="663" y="244"/>
                    <a:pt x="651" y="244"/>
                  </a:cubicBezTo>
                  <a:cubicBezTo>
                    <a:pt x="543" y="244"/>
                    <a:pt x="543" y="244"/>
                    <a:pt x="543" y="244"/>
                  </a:cubicBezTo>
                  <a:cubicBezTo>
                    <a:pt x="523" y="222"/>
                    <a:pt x="500" y="203"/>
                    <a:pt x="474" y="188"/>
                  </a:cubicBezTo>
                  <a:cubicBezTo>
                    <a:pt x="474" y="122"/>
                    <a:pt x="474" y="122"/>
                    <a:pt x="474" y="122"/>
                  </a:cubicBezTo>
                  <a:cubicBezTo>
                    <a:pt x="474" y="100"/>
                    <a:pt x="458" y="81"/>
                    <a:pt x="437" y="78"/>
                  </a:cubicBezTo>
                  <a:cubicBezTo>
                    <a:pt x="437" y="48"/>
                    <a:pt x="437" y="48"/>
                    <a:pt x="437" y="48"/>
                  </a:cubicBezTo>
                  <a:cubicBezTo>
                    <a:pt x="437" y="21"/>
                    <a:pt x="415" y="0"/>
                    <a:pt x="38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50" y="0"/>
                    <a:pt x="229" y="21"/>
                    <a:pt x="229" y="48"/>
                  </a:cubicBezTo>
                  <a:cubicBezTo>
                    <a:pt x="229" y="78"/>
                    <a:pt x="229" y="78"/>
                    <a:pt x="229" y="78"/>
                  </a:cubicBezTo>
                  <a:cubicBezTo>
                    <a:pt x="207" y="81"/>
                    <a:pt x="191" y="100"/>
                    <a:pt x="191" y="122"/>
                  </a:cubicBezTo>
                  <a:cubicBezTo>
                    <a:pt x="191" y="188"/>
                    <a:pt x="191" y="188"/>
                    <a:pt x="191" y="188"/>
                  </a:cubicBezTo>
                  <a:cubicBezTo>
                    <a:pt x="107" y="237"/>
                    <a:pt x="50" y="328"/>
                    <a:pt x="50" y="432"/>
                  </a:cubicBezTo>
                  <a:cubicBezTo>
                    <a:pt x="2" y="925"/>
                    <a:pt x="2" y="925"/>
                    <a:pt x="2" y="925"/>
                  </a:cubicBezTo>
                  <a:cubicBezTo>
                    <a:pt x="0" y="949"/>
                    <a:pt x="8" y="973"/>
                    <a:pt x="24" y="991"/>
                  </a:cubicBezTo>
                  <a:cubicBezTo>
                    <a:pt x="41" y="1009"/>
                    <a:pt x="64" y="1019"/>
                    <a:pt x="88" y="1019"/>
                  </a:cubicBezTo>
                  <a:cubicBezTo>
                    <a:pt x="163" y="1019"/>
                    <a:pt x="163" y="1019"/>
                    <a:pt x="163" y="1019"/>
                  </a:cubicBezTo>
                  <a:cubicBezTo>
                    <a:pt x="190" y="1019"/>
                    <a:pt x="215" y="1007"/>
                    <a:pt x="231" y="986"/>
                  </a:cubicBezTo>
                  <a:cubicBezTo>
                    <a:pt x="359" y="823"/>
                    <a:pt x="359" y="823"/>
                    <a:pt x="359" y="823"/>
                  </a:cubicBezTo>
                  <a:cubicBezTo>
                    <a:pt x="391" y="862"/>
                    <a:pt x="441" y="887"/>
                    <a:pt x="495" y="887"/>
                  </a:cubicBezTo>
                  <a:cubicBezTo>
                    <a:pt x="591" y="887"/>
                    <a:pt x="670" y="810"/>
                    <a:pt x="673" y="715"/>
                  </a:cubicBezTo>
                  <a:cubicBezTo>
                    <a:pt x="867" y="715"/>
                    <a:pt x="867" y="715"/>
                    <a:pt x="867" y="715"/>
                  </a:cubicBezTo>
                  <a:cubicBezTo>
                    <a:pt x="870" y="810"/>
                    <a:pt x="948" y="887"/>
                    <a:pt x="1044" y="887"/>
                  </a:cubicBezTo>
                  <a:cubicBezTo>
                    <a:pt x="1099" y="887"/>
                    <a:pt x="1148" y="862"/>
                    <a:pt x="1181" y="822"/>
                  </a:cubicBezTo>
                  <a:cubicBezTo>
                    <a:pt x="1309" y="986"/>
                    <a:pt x="1309" y="986"/>
                    <a:pt x="1309" y="986"/>
                  </a:cubicBezTo>
                  <a:cubicBezTo>
                    <a:pt x="1325" y="1007"/>
                    <a:pt x="1350" y="1019"/>
                    <a:pt x="1377" y="1019"/>
                  </a:cubicBezTo>
                  <a:cubicBezTo>
                    <a:pt x="1452" y="1019"/>
                    <a:pt x="1452" y="1019"/>
                    <a:pt x="1452" y="1019"/>
                  </a:cubicBezTo>
                  <a:cubicBezTo>
                    <a:pt x="1476" y="1019"/>
                    <a:pt x="1499" y="1009"/>
                    <a:pt x="1516" y="991"/>
                  </a:cubicBezTo>
                  <a:cubicBezTo>
                    <a:pt x="1532" y="973"/>
                    <a:pt x="1540" y="949"/>
                    <a:pt x="1538" y="925"/>
                  </a:cubicBezTo>
                  <a:close/>
                  <a:moveTo>
                    <a:pt x="1149" y="48"/>
                  </a:moveTo>
                  <a:cubicBezTo>
                    <a:pt x="1149" y="46"/>
                    <a:pt x="1150" y="45"/>
                    <a:pt x="1152" y="45"/>
                  </a:cubicBezTo>
                  <a:cubicBezTo>
                    <a:pt x="1263" y="45"/>
                    <a:pt x="1263" y="45"/>
                    <a:pt x="1263" y="45"/>
                  </a:cubicBezTo>
                  <a:cubicBezTo>
                    <a:pt x="1265" y="45"/>
                    <a:pt x="1266" y="46"/>
                    <a:pt x="1266" y="48"/>
                  </a:cubicBezTo>
                  <a:cubicBezTo>
                    <a:pt x="1266" y="78"/>
                    <a:pt x="1266" y="78"/>
                    <a:pt x="1266" y="78"/>
                  </a:cubicBezTo>
                  <a:cubicBezTo>
                    <a:pt x="1149" y="78"/>
                    <a:pt x="1149" y="78"/>
                    <a:pt x="1149" y="78"/>
                  </a:cubicBezTo>
                  <a:lnTo>
                    <a:pt x="1149" y="48"/>
                  </a:lnTo>
                  <a:close/>
                  <a:moveTo>
                    <a:pt x="1111" y="123"/>
                  </a:moveTo>
                  <a:cubicBezTo>
                    <a:pt x="1304" y="123"/>
                    <a:pt x="1304" y="123"/>
                    <a:pt x="1304" y="123"/>
                  </a:cubicBezTo>
                  <a:cubicBezTo>
                    <a:pt x="1304" y="167"/>
                    <a:pt x="1304" y="167"/>
                    <a:pt x="1304" y="167"/>
                  </a:cubicBezTo>
                  <a:cubicBezTo>
                    <a:pt x="1274" y="156"/>
                    <a:pt x="1241" y="150"/>
                    <a:pt x="1207" y="150"/>
                  </a:cubicBezTo>
                  <a:cubicBezTo>
                    <a:pt x="1173" y="150"/>
                    <a:pt x="1141" y="156"/>
                    <a:pt x="1111" y="167"/>
                  </a:cubicBezTo>
                  <a:lnTo>
                    <a:pt x="1111" y="123"/>
                  </a:lnTo>
                  <a:close/>
                  <a:moveTo>
                    <a:pt x="274" y="48"/>
                  </a:moveTo>
                  <a:cubicBezTo>
                    <a:pt x="274" y="46"/>
                    <a:pt x="275" y="45"/>
                    <a:pt x="277" y="45"/>
                  </a:cubicBezTo>
                  <a:cubicBezTo>
                    <a:pt x="388" y="45"/>
                    <a:pt x="388" y="45"/>
                    <a:pt x="388" y="45"/>
                  </a:cubicBezTo>
                  <a:cubicBezTo>
                    <a:pt x="390" y="45"/>
                    <a:pt x="392" y="46"/>
                    <a:pt x="392" y="48"/>
                  </a:cubicBezTo>
                  <a:cubicBezTo>
                    <a:pt x="392" y="78"/>
                    <a:pt x="392" y="78"/>
                    <a:pt x="392" y="78"/>
                  </a:cubicBezTo>
                  <a:cubicBezTo>
                    <a:pt x="274" y="78"/>
                    <a:pt x="274" y="78"/>
                    <a:pt x="274" y="78"/>
                  </a:cubicBezTo>
                  <a:lnTo>
                    <a:pt x="274" y="48"/>
                  </a:lnTo>
                  <a:close/>
                  <a:moveTo>
                    <a:pt x="236" y="123"/>
                  </a:moveTo>
                  <a:cubicBezTo>
                    <a:pt x="430" y="123"/>
                    <a:pt x="430" y="123"/>
                    <a:pt x="430" y="123"/>
                  </a:cubicBezTo>
                  <a:cubicBezTo>
                    <a:pt x="430" y="167"/>
                    <a:pt x="430" y="167"/>
                    <a:pt x="430" y="167"/>
                  </a:cubicBezTo>
                  <a:cubicBezTo>
                    <a:pt x="399" y="156"/>
                    <a:pt x="367" y="150"/>
                    <a:pt x="333" y="150"/>
                  </a:cubicBezTo>
                  <a:cubicBezTo>
                    <a:pt x="299" y="150"/>
                    <a:pt x="266" y="156"/>
                    <a:pt x="236" y="167"/>
                  </a:cubicBezTo>
                  <a:cubicBezTo>
                    <a:pt x="236" y="123"/>
                    <a:pt x="236" y="123"/>
                    <a:pt x="236" y="123"/>
                  </a:cubicBezTo>
                  <a:close/>
                  <a:moveTo>
                    <a:pt x="196" y="959"/>
                  </a:moveTo>
                  <a:cubicBezTo>
                    <a:pt x="188" y="969"/>
                    <a:pt x="176" y="974"/>
                    <a:pt x="163" y="974"/>
                  </a:cubicBezTo>
                  <a:cubicBezTo>
                    <a:pt x="88" y="974"/>
                    <a:pt x="88" y="974"/>
                    <a:pt x="88" y="974"/>
                  </a:cubicBezTo>
                  <a:cubicBezTo>
                    <a:pt x="76" y="974"/>
                    <a:pt x="66" y="970"/>
                    <a:pt x="58" y="961"/>
                  </a:cubicBezTo>
                  <a:cubicBezTo>
                    <a:pt x="50" y="952"/>
                    <a:pt x="46" y="941"/>
                    <a:pt x="47" y="929"/>
                  </a:cubicBezTo>
                  <a:cubicBezTo>
                    <a:pt x="82" y="564"/>
                    <a:pt x="82" y="564"/>
                    <a:pt x="82" y="564"/>
                  </a:cubicBezTo>
                  <a:cubicBezTo>
                    <a:pt x="128" y="650"/>
                    <a:pt x="216" y="710"/>
                    <a:pt x="318" y="715"/>
                  </a:cubicBezTo>
                  <a:cubicBezTo>
                    <a:pt x="319" y="739"/>
                    <a:pt x="324" y="762"/>
                    <a:pt x="334" y="782"/>
                  </a:cubicBezTo>
                  <a:lnTo>
                    <a:pt x="196" y="959"/>
                  </a:lnTo>
                  <a:close/>
                  <a:moveTo>
                    <a:pt x="495" y="842"/>
                  </a:moveTo>
                  <a:cubicBezTo>
                    <a:pt x="424" y="842"/>
                    <a:pt x="366" y="785"/>
                    <a:pt x="363" y="714"/>
                  </a:cubicBezTo>
                  <a:cubicBezTo>
                    <a:pt x="367" y="714"/>
                    <a:pt x="371" y="713"/>
                    <a:pt x="375" y="712"/>
                  </a:cubicBezTo>
                  <a:cubicBezTo>
                    <a:pt x="388" y="711"/>
                    <a:pt x="396" y="699"/>
                    <a:pt x="394" y="687"/>
                  </a:cubicBezTo>
                  <a:cubicBezTo>
                    <a:pt x="392" y="675"/>
                    <a:pt x="381" y="666"/>
                    <a:pt x="369" y="668"/>
                  </a:cubicBezTo>
                  <a:cubicBezTo>
                    <a:pt x="357" y="670"/>
                    <a:pt x="345" y="671"/>
                    <a:pt x="333" y="671"/>
                  </a:cubicBezTo>
                  <a:cubicBezTo>
                    <a:pt x="202" y="671"/>
                    <a:pt x="95" y="564"/>
                    <a:pt x="95" y="433"/>
                  </a:cubicBezTo>
                  <a:cubicBezTo>
                    <a:pt x="95" y="302"/>
                    <a:pt x="202" y="195"/>
                    <a:pt x="333" y="195"/>
                  </a:cubicBezTo>
                  <a:cubicBezTo>
                    <a:pt x="464" y="195"/>
                    <a:pt x="571" y="302"/>
                    <a:pt x="571" y="433"/>
                  </a:cubicBezTo>
                  <a:cubicBezTo>
                    <a:pt x="571" y="486"/>
                    <a:pt x="553" y="537"/>
                    <a:pt x="521" y="579"/>
                  </a:cubicBezTo>
                  <a:cubicBezTo>
                    <a:pt x="513" y="588"/>
                    <a:pt x="515" y="603"/>
                    <a:pt x="525" y="610"/>
                  </a:cubicBezTo>
                  <a:cubicBezTo>
                    <a:pt x="534" y="618"/>
                    <a:pt x="549" y="616"/>
                    <a:pt x="556" y="606"/>
                  </a:cubicBezTo>
                  <a:cubicBezTo>
                    <a:pt x="559" y="603"/>
                    <a:pt x="561" y="599"/>
                    <a:pt x="564" y="596"/>
                  </a:cubicBezTo>
                  <a:cubicBezTo>
                    <a:pt x="603" y="620"/>
                    <a:pt x="628" y="663"/>
                    <a:pt x="628" y="709"/>
                  </a:cubicBezTo>
                  <a:cubicBezTo>
                    <a:pt x="628" y="783"/>
                    <a:pt x="568" y="842"/>
                    <a:pt x="495" y="842"/>
                  </a:cubicBezTo>
                  <a:close/>
                  <a:moveTo>
                    <a:pt x="1044" y="842"/>
                  </a:moveTo>
                  <a:cubicBezTo>
                    <a:pt x="971" y="842"/>
                    <a:pt x="912" y="782"/>
                    <a:pt x="912" y="709"/>
                  </a:cubicBezTo>
                  <a:cubicBezTo>
                    <a:pt x="912" y="662"/>
                    <a:pt x="937" y="619"/>
                    <a:pt x="976" y="596"/>
                  </a:cubicBezTo>
                  <a:cubicBezTo>
                    <a:pt x="979" y="599"/>
                    <a:pt x="981" y="603"/>
                    <a:pt x="984" y="606"/>
                  </a:cubicBezTo>
                  <a:cubicBezTo>
                    <a:pt x="988" y="612"/>
                    <a:pt x="995" y="615"/>
                    <a:pt x="1002" y="615"/>
                  </a:cubicBezTo>
                  <a:cubicBezTo>
                    <a:pt x="1006" y="615"/>
                    <a:pt x="1011" y="613"/>
                    <a:pt x="1015" y="610"/>
                  </a:cubicBezTo>
                  <a:cubicBezTo>
                    <a:pt x="1025" y="603"/>
                    <a:pt x="1027" y="588"/>
                    <a:pt x="1019" y="579"/>
                  </a:cubicBezTo>
                  <a:cubicBezTo>
                    <a:pt x="1014" y="571"/>
                    <a:pt x="1008" y="563"/>
                    <a:pt x="1003" y="555"/>
                  </a:cubicBezTo>
                  <a:cubicBezTo>
                    <a:pt x="1003" y="555"/>
                    <a:pt x="1003" y="555"/>
                    <a:pt x="1003" y="555"/>
                  </a:cubicBezTo>
                  <a:cubicBezTo>
                    <a:pt x="981" y="518"/>
                    <a:pt x="970" y="476"/>
                    <a:pt x="970" y="433"/>
                  </a:cubicBezTo>
                  <a:cubicBezTo>
                    <a:pt x="970" y="302"/>
                    <a:pt x="1076" y="195"/>
                    <a:pt x="1207" y="195"/>
                  </a:cubicBezTo>
                  <a:cubicBezTo>
                    <a:pt x="1339" y="195"/>
                    <a:pt x="1445" y="302"/>
                    <a:pt x="1445" y="433"/>
                  </a:cubicBezTo>
                  <a:cubicBezTo>
                    <a:pt x="1445" y="564"/>
                    <a:pt x="1339" y="671"/>
                    <a:pt x="1207" y="671"/>
                  </a:cubicBezTo>
                  <a:cubicBezTo>
                    <a:pt x="1205" y="671"/>
                    <a:pt x="1202" y="671"/>
                    <a:pt x="1199" y="671"/>
                  </a:cubicBezTo>
                  <a:cubicBezTo>
                    <a:pt x="1199" y="671"/>
                    <a:pt x="1199" y="671"/>
                    <a:pt x="1199" y="671"/>
                  </a:cubicBezTo>
                  <a:cubicBezTo>
                    <a:pt x="1190" y="670"/>
                    <a:pt x="1180" y="669"/>
                    <a:pt x="1171" y="668"/>
                  </a:cubicBezTo>
                  <a:cubicBezTo>
                    <a:pt x="1159" y="666"/>
                    <a:pt x="1148" y="675"/>
                    <a:pt x="1146" y="687"/>
                  </a:cubicBezTo>
                  <a:cubicBezTo>
                    <a:pt x="1144" y="699"/>
                    <a:pt x="1152" y="711"/>
                    <a:pt x="1165" y="712"/>
                  </a:cubicBezTo>
                  <a:cubicBezTo>
                    <a:pt x="1168" y="713"/>
                    <a:pt x="1172" y="714"/>
                    <a:pt x="1176" y="714"/>
                  </a:cubicBezTo>
                  <a:cubicBezTo>
                    <a:pt x="1174" y="785"/>
                    <a:pt x="1116" y="842"/>
                    <a:pt x="1044" y="842"/>
                  </a:cubicBezTo>
                  <a:close/>
                  <a:moveTo>
                    <a:pt x="1482" y="961"/>
                  </a:moveTo>
                  <a:cubicBezTo>
                    <a:pt x="1474" y="970"/>
                    <a:pt x="1464" y="974"/>
                    <a:pt x="1452" y="974"/>
                  </a:cubicBezTo>
                  <a:cubicBezTo>
                    <a:pt x="1377" y="974"/>
                    <a:pt x="1377" y="974"/>
                    <a:pt x="1377" y="974"/>
                  </a:cubicBezTo>
                  <a:cubicBezTo>
                    <a:pt x="1364" y="974"/>
                    <a:pt x="1352" y="969"/>
                    <a:pt x="1344" y="959"/>
                  </a:cubicBezTo>
                  <a:cubicBezTo>
                    <a:pt x="1206" y="782"/>
                    <a:pt x="1206" y="782"/>
                    <a:pt x="1206" y="782"/>
                  </a:cubicBezTo>
                  <a:cubicBezTo>
                    <a:pt x="1215" y="761"/>
                    <a:pt x="1221" y="739"/>
                    <a:pt x="1221" y="715"/>
                  </a:cubicBezTo>
                  <a:cubicBezTo>
                    <a:pt x="1324" y="710"/>
                    <a:pt x="1412" y="650"/>
                    <a:pt x="1458" y="564"/>
                  </a:cubicBezTo>
                  <a:cubicBezTo>
                    <a:pt x="1493" y="929"/>
                    <a:pt x="1493" y="929"/>
                    <a:pt x="1493" y="929"/>
                  </a:cubicBezTo>
                  <a:cubicBezTo>
                    <a:pt x="1494" y="941"/>
                    <a:pt x="1490" y="952"/>
                    <a:pt x="1482" y="961"/>
                  </a:cubicBezTo>
                  <a:close/>
                  <a:moveTo>
                    <a:pt x="1482" y="961"/>
                  </a:moveTo>
                  <a:cubicBezTo>
                    <a:pt x="1482" y="961"/>
                    <a:pt x="1482" y="961"/>
                    <a:pt x="1482" y="96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251;p34">
              <a:extLst>
                <a:ext uri="{FF2B5EF4-FFF2-40B4-BE49-F238E27FC236}">
                  <a16:creationId xmlns:a16="http://schemas.microsoft.com/office/drawing/2014/main" id="{45019389-59BF-3094-568E-ED96CAF2B941}"/>
                </a:ext>
              </a:extLst>
            </p:cNvPr>
            <p:cNvSpPr/>
            <p:nvPr/>
          </p:nvSpPr>
          <p:spPr>
            <a:xfrm>
              <a:off x="2694730" y="5109008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7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lose/>
                  <a:moveTo>
                    <a:pt x="78" y="0"/>
                  </a:move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252;p34">
              <a:extLst>
                <a:ext uri="{FF2B5EF4-FFF2-40B4-BE49-F238E27FC236}">
                  <a16:creationId xmlns:a16="http://schemas.microsoft.com/office/drawing/2014/main" id="{C5314532-CA86-C5F6-F8EB-C31DBE05C737}"/>
                </a:ext>
              </a:extLst>
            </p:cNvPr>
            <p:cNvSpPr/>
            <p:nvPr/>
          </p:nvSpPr>
          <p:spPr>
            <a:xfrm>
              <a:off x="2723605" y="5163551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0" y="12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253;p34">
              <a:extLst>
                <a:ext uri="{FF2B5EF4-FFF2-40B4-BE49-F238E27FC236}">
                  <a16:creationId xmlns:a16="http://schemas.microsoft.com/office/drawing/2014/main" id="{164F7589-B475-EFE0-D9C6-6B90FB36D5BB}"/>
                </a:ext>
              </a:extLst>
            </p:cNvPr>
            <p:cNvSpPr/>
            <p:nvPr/>
          </p:nvSpPr>
          <p:spPr>
            <a:xfrm>
              <a:off x="2758897" y="5105444"/>
              <a:ext cx="27806" cy="24954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18" y="67"/>
                  </a:moveTo>
                  <a:cubicBezTo>
                    <a:pt x="67" y="47"/>
                    <a:pt x="67" y="47"/>
                    <a:pt x="67" y="47"/>
                  </a:cubicBezTo>
                  <a:cubicBezTo>
                    <a:pt x="78" y="43"/>
                    <a:pt x="78" y="27"/>
                    <a:pt x="67" y="2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0" y="0"/>
                    <a:pt x="0" y="6"/>
                    <a:pt x="0" y="1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4"/>
                    <a:pt x="10" y="70"/>
                    <a:pt x="18" y="67"/>
                  </a:cubicBezTo>
                  <a:close/>
                  <a:moveTo>
                    <a:pt x="18" y="67"/>
                  </a:moveTo>
                  <a:cubicBezTo>
                    <a:pt x="18" y="67"/>
                    <a:pt x="18" y="67"/>
                    <a:pt x="18" y="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254;p34">
              <a:extLst>
                <a:ext uri="{FF2B5EF4-FFF2-40B4-BE49-F238E27FC236}">
                  <a16:creationId xmlns:a16="http://schemas.microsoft.com/office/drawing/2014/main" id="{AB2BD799-F08E-9FD5-0DB8-C2057F29B61D}"/>
                </a:ext>
              </a:extLst>
            </p:cNvPr>
            <p:cNvSpPr/>
            <p:nvPr/>
          </p:nvSpPr>
          <p:spPr>
            <a:xfrm>
              <a:off x="2528608" y="5063735"/>
              <a:ext cx="114432" cy="114432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235" y="235"/>
                  </a:moveTo>
                  <a:cubicBezTo>
                    <a:pt x="277" y="235"/>
                    <a:pt x="277" y="235"/>
                    <a:pt x="277" y="235"/>
                  </a:cubicBezTo>
                  <a:cubicBezTo>
                    <a:pt x="301" y="235"/>
                    <a:pt x="321" y="216"/>
                    <a:pt x="321" y="192"/>
                  </a:cubicBezTo>
                  <a:cubicBezTo>
                    <a:pt x="321" y="129"/>
                    <a:pt x="321" y="129"/>
                    <a:pt x="321" y="129"/>
                  </a:cubicBezTo>
                  <a:cubicBezTo>
                    <a:pt x="321" y="105"/>
                    <a:pt x="301" y="85"/>
                    <a:pt x="277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43"/>
                    <a:pt x="235" y="43"/>
                    <a:pt x="235" y="43"/>
                  </a:cubicBezTo>
                  <a:cubicBezTo>
                    <a:pt x="235" y="19"/>
                    <a:pt x="216" y="0"/>
                    <a:pt x="192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05" y="0"/>
                    <a:pt x="85" y="19"/>
                    <a:pt x="85" y="43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105"/>
                    <a:pt x="0" y="12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16"/>
                    <a:pt x="19" y="235"/>
                    <a:pt x="43" y="235"/>
                  </a:cubicBezTo>
                  <a:cubicBezTo>
                    <a:pt x="85" y="235"/>
                    <a:pt x="85" y="235"/>
                    <a:pt x="85" y="235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85" y="301"/>
                    <a:pt x="105" y="321"/>
                    <a:pt x="129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216" y="321"/>
                    <a:pt x="235" y="301"/>
                    <a:pt x="235" y="277"/>
                  </a:cubicBezTo>
                  <a:lnTo>
                    <a:pt x="235" y="235"/>
                  </a:lnTo>
                  <a:close/>
                  <a:moveTo>
                    <a:pt x="190" y="234"/>
                  </a:moveTo>
                  <a:cubicBezTo>
                    <a:pt x="190" y="276"/>
                    <a:pt x="190" y="276"/>
                    <a:pt x="190" y="276"/>
                  </a:cubicBezTo>
                  <a:cubicBezTo>
                    <a:pt x="130" y="276"/>
                    <a:pt x="130" y="276"/>
                    <a:pt x="130" y="276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0" y="210"/>
                    <a:pt x="111" y="190"/>
                    <a:pt x="87" y="190"/>
                  </a:cubicBezTo>
                  <a:cubicBezTo>
                    <a:pt x="45" y="190"/>
                    <a:pt x="45" y="190"/>
                    <a:pt x="45" y="19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111" y="130"/>
                    <a:pt x="130" y="111"/>
                    <a:pt x="130" y="87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90" y="45"/>
                    <a:pt x="190" y="45"/>
                    <a:pt x="190" y="45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111"/>
                    <a:pt x="210" y="130"/>
                    <a:pt x="234" y="130"/>
                  </a:cubicBezTo>
                  <a:cubicBezTo>
                    <a:pt x="276" y="130"/>
                    <a:pt x="276" y="130"/>
                    <a:pt x="276" y="13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10" y="190"/>
                    <a:pt x="190" y="210"/>
                    <a:pt x="190" y="234"/>
                  </a:cubicBezTo>
                  <a:close/>
                  <a:moveTo>
                    <a:pt x="190" y="234"/>
                  </a:moveTo>
                  <a:cubicBezTo>
                    <a:pt x="190" y="234"/>
                    <a:pt x="190" y="234"/>
                    <a:pt x="190" y="2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255;p34">
              <a:extLst>
                <a:ext uri="{FF2B5EF4-FFF2-40B4-BE49-F238E27FC236}">
                  <a16:creationId xmlns:a16="http://schemas.microsoft.com/office/drawing/2014/main" id="{F45F5FAE-1C41-737C-52E6-45C2EEA3EA6E}"/>
                </a:ext>
              </a:extLst>
            </p:cNvPr>
            <p:cNvSpPr/>
            <p:nvPr/>
          </p:nvSpPr>
          <p:spPr>
            <a:xfrm>
              <a:off x="2871368" y="5055536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1"/>
                    <a:pt x="105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256;p34">
              <a:extLst>
                <a:ext uri="{FF2B5EF4-FFF2-40B4-BE49-F238E27FC236}">
                  <a16:creationId xmlns:a16="http://schemas.microsoft.com/office/drawing/2014/main" id="{F4A9AE4D-A492-506C-D52D-4A81936E80B1}"/>
                </a:ext>
              </a:extLst>
            </p:cNvPr>
            <p:cNvSpPr/>
            <p:nvPr/>
          </p:nvSpPr>
          <p:spPr>
            <a:xfrm>
              <a:off x="2912008" y="509724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0" y="68"/>
                  </a:move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0"/>
                    <a:pt x="104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257;p34">
              <a:extLst>
                <a:ext uri="{FF2B5EF4-FFF2-40B4-BE49-F238E27FC236}">
                  <a16:creationId xmlns:a16="http://schemas.microsoft.com/office/drawing/2014/main" id="{46D3699F-7028-F0E6-14FB-5BCEE7E2253B}"/>
                </a:ext>
              </a:extLst>
            </p:cNvPr>
            <p:cNvSpPr/>
            <p:nvPr/>
          </p:nvSpPr>
          <p:spPr>
            <a:xfrm>
              <a:off x="2870299" y="513788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258;p34">
              <a:extLst>
                <a:ext uri="{FF2B5EF4-FFF2-40B4-BE49-F238E27FC236}">
                  <a16:creationId xmlns:a16="http://schemas.microsoft.com/office/drawing/2014/main" id="{D223EC69-F676-E9A7-B27B-084E5A65FF94}"/>
                </a:ext>
              </a:extLst>
            </p:cNvPr>
            <p:cNvSpPr/>
            <p:nvPr/>
          </p:nvSpPr>
          <p:spPr>
            <a:xfrm>
              <a:off x="2829481" y="5096175"/>
              <a:ext cx="48304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13BC-4D41-A9AD-966F-81A67732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52771-AA09-D0BD-9501-3DE4D3A50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980" y="2308251"/>
            <a:ext cx="2831100" cy="929700"/>
          </a:xfrm>
        </p:spPr>
        <p:txBody>
          <a:bodyPr/>
          <a:lstStyle/>
          <a:p>
            <a:pPr algn="l"/>
            <a:r>
              <a:rPr lang="en-US" dirty="0"/>
              <a:t>Asya Samer</a:t>
            </a:r>
          </a:p>
          <a:p>
            <a:pPr algn="l"/>
            <a:r>
              <a:rPr lang="en-US" dirty="0"/>
              <a:t>Dana Abu Al Ruz    </a:t>
            </a:r>
          </a:p>
          <a:p>
            <a:pPr algn="l"/>
            <a:r>
              <a:rPr lang="en-US" dirty="0"/>
              <a:t>Ethar  Al Salameh</a:t>
            </a:r>
          </a:p>
          <a:p>
            <a:pPr algn="l"/>
            <a:r>
              <a:rPr lang="en-US" dirty="0"/>
              <a:t>Layla Al Laham</a:t>
            </a:r>
          </a:p>
          <a:p>
            <a:pPr algn="l"/>
            <a:r>
              <a:rPr lang="en-US" dirty="0"/>
              <a:t>Jana Saleh </a:t>
            </a:r>
            <a:r>
              <a:rPr lang="en-US" dirty="0" err="1"/>
              <a:t>Godieh</a:t>
            </a:r>
            <a:endParaRPr lang="en-US" dirty="0"/>
          </a:p>
          <a:p>
            <a:pPr algn="l"/>
            <a:r>
              <a:rPr lang="en-US" dirty="0"/>
              <a:t>Leen Masarweh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26890B-B597-29F6-ACAF-A42D99385B58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831525" y="1201888"/>
            <a:ext cx="3500750" cy="493500"/>
          </a:xfrm>
        </p:spPr>
        <p:txBody>
          <a:bodyPr/>
          <a:lstStyle/>
          <a:p>
            <a:r>
              <a:rPr lang="en-US" dirty="0"/>
              <a:t>Dr Musa  ALYAMAN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3767C9-E5BD-6195-50C4-9F2784F49C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572000" y="2308251"/>
            <a:ext cx="2831100" cy="929700"/>
          </a:xfrm>
        </p:spPr>
        <p:txBody>
          <a:bodyPr/>
          <a:lstStyle/>
          <a:p>
            <a:pPr algn="l"/>
            <a:r>
              <a:rPr lang="en-US" dirty="0"/>
              <a:t>0222211</a:t>
            </a:r>
          </a:p>
          <a:p>
            <a:pPr algn="l"/>
            <a:r>
              <a:rPr lang="en-US" dirty="0"/>
              <a:t>0224982</a:t>
            </a:r>
          </a:p>
          <a:p>
            <a:pPr algn="l"/>
            <a:r>
              <a:rPr lang="en-US" dirty="0"/>
              <a:t>0222126</a:t>
            </a:r>
          </a:p>
          <a:p>
            <a:pPr algn="l"/>
            <a:r>
              <a:rPr lang="en-US" dirty="0"/>
              <a:t>0223839</a:t>
            </a:r>
          </a:p>
          <a:p>
            <a:pPr algn="l"/>
            <a:r>
              <a:rPr lang="en-US" dirty="0"/>
              <a:t>0223457</a:t>
            </a:r>
          </a:p>
          <a:p>
            <a:pPr algn="l"/>
            <a:r>
              <a:rPr lang="en-US" dirty="0"/>
              <a:t>0222209</a:t>
            </a:r>
          </a:p>
        </p:txBody>
      </p:sp>
    </p:spTree>
    <p:extLst>
      <p:ext uri="{BB962C8B-B14F-4D97-AF65-F5344CB8AC3E}">
        <p14:creationId xmlns:p14="http://schemas.microsoft.com/office/powerpoint/2010/main" val="237938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Presentation outline</a:t>
            </a:r>
            <a:endParaRPr dirty="0"/>
          </a:p>
        </p:txBody>
      </p:sp>
      <p:grpSp>
        <p:nvGrpSpPr>
          <p:cNvPr id="919" name="Google Shape;919;p31"/>
          <p:cNvGrpSpPr/>
          <p:nvPr/>
        </p:nvGrpSpPr>
        <p:grpSpPr>
          <a:xfrm>
            <a:off x="713625" y="2463054"/>
            <a:ext cx="1848025" cy="907444"/>
            <a:chOff x="713625" y="2463054"/>
            <a:chExt cx="1848025" cy="907444"/>
          </a:xfrm>
        </p:grpSpPr>
        <p:sp>
          <p:nvSpPr>
            <p:cNvPr id="920" name="Google Shape;920;p31"/>
            <p:cNvSpPr txBox="1"/>
            <p:nvPr/>
          </p:nvSpPr>
          <p:spPr>
            <a:xfrm>
              <a:off x="713625" y="24630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1" name="Google Shape;921;p31"/>
            <p:cNvSpPr txBox="1"/>
            <p:nvPr/>
          </p:nvSpPr>
          <p:spPr>
            <a:xfrm>
              <a:off x="713650" y="26777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introduction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2" name="Google Shape;922;p31"/>
          <p:cNvGrpSpPr/>
          <p:nvPr/>
        </p:nvGrpSpPr>
        <p:grpSpPr>
          <a:xfrm>
            <a:off x="4838477" y="1169934"/>
            <a:ext cx="1848028" cy="907444"/>
            <a:chOff x="6583450" y="1323554"/>
            <a:chExt cx="1848028" cy="907444"/>
          </a:xfrm>
        </p:grpSpPr>
        <p:sp>
          <p:nvSpPr>
            <p:cNvPr id="923" name="Google Shape;923;p31"/>
            <p:cNvSpPr txBox="1"/>
            <p:nvPr/>
          </p:nvSpPr>
          <p:spPr>
            <a:xfrm>
              <a:off x="6583478" y="1323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5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4" name="Google Shape;924;p31"/>
            <p:cNvSpPr txBox="1"/>
            <p:nvPr/>
          </p:nvSpPr>
          <p:spPr>
            <a:xfrm>
              <a:off x="6583450" y="1538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connections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5" name="Google Shape;925;p31"/>
          <p:cNvGrpSpPr/>
          <p:nvPr/>
        </p:nvGrpSpPr>
        <p:grpSpPr>
          <a:xfrm>
            <a:off x="2990477" y="2452660"/>
            <a:ext cx="1848008" cy="907444"/>
            <a:chOff x="3647988" y="2463054"/>
            <a:chExt cx="1848008" cy="907444"/>
          </a:xfrm>
        </p:grpSpPr>
        <p:sp>
          <p:nvSpPr>
            <p:cNvPr id="926" name="Google Shape;926;p31"/>
            <p:cNvSpPr txBox="1"/>
            <p:nvPr/>
          </p:nvSpPr>
          <p:spPr>
            <a:xfrm>
              <a:off x="3647988" y="24630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3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7" name="Google Shape;927;p31"/>
            <p:cNvSpPr txBox="1"/>
            <p:nvPr/>
          </p:nvSpPr>
          <p:spPr>
            <a:xfrm>
              <a:off x="3647996" y="26777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Flowchart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8" name="Google Shape;928;p31"/>
          <p:cNvGrpSpPr/>
          <p:nvPr/>
        </p:nvGrpSpPr>
        <p:grpSpPr>
          <a:xfrm>
            <a:off x="2180805" y="1555610"/>
            <a:ext cx="1848003" cy="907444"/>
            <a:chOff x="6582350" y="3602554"/>
            <a:chExt cx="1848003" cy="907444"/>
          </a:xfrm>
        </p:grpSpPr>
        <p:sp>
          <p:nvSpPr>
            <p:cNvPr id="929" name="Google Shape;929;p31"/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4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30" name="Google Shape;930;p31"/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Algorithms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931" name="Google Shape;931;p31"/>
          <p:cNvCxnSpPr>
            <a:cxnSpLocks/>
            <a:endCxn id="921" idx="2"/>
          </p:cNvCxnSpPr>
          <p:nvPr/>
        </p:nvCxnSpPr>
        <p:spPr>
          <a:xfrm rot="10800000">
            <a:off x="1637651" y="3370497"/>
            <a:ext cx="923975" cy="4468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32" name="Google Shape;932;p31"/>
          <p:cNvCxnSpPr>
            <a:cxnSpLocks/>
            <a:stCxn id="926" idx="0"/>
          </p:cNvCxnSpPr>
          <p:nvPr/>
        </p:nvCxnSpPr>
        <p:spPr>
          <a:xfrm rot="16200000" flipV="1">
            <a:off x="3538438" y="2076621"/>
            <a:ext cx="436408" cy="31567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3" name="Google Shape;933;p31"/>
          <p:cNvCxnSpPr>
            <a:cxnSpLocks/>
          </p:cNvCxnSpPr>
          <p:nvPr/>
        </p:nvCxnSpPr>
        <p:spPr>
          <a:xfrm flipV="1">
            <a:off x="3756644" y="1314429"/>
            <a:ext cx="999158" cy="442108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4" name="Google Shape;934;p31"/>
          <p:cNvSpPr/>
          <p:nvPr/>
        </p:nvSpPr>
        <p:spPr>
          <a:xfrm>
            <a:off x="830975" y="1336897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31"/>
          <p:cNvGrpSpPr/>
          <p:nvPr/>
        </p:nvGrpSpPr>
        <p:grpSpPr>
          <a:xfrm>
            <a:off x="1144052" y="1568063"/>
            <a:ext cx="245642" cy="409432"/>
            <a:chOff x="1447239" y="4176598"/>
            <a:chExt cx="308209" cy="520905"/>
          </a:xfrm>
        </p:grpSpPr>
        <p:sp>
          <p:nvSpPr>
            <p:cNvPr id="936" name="Google Shape;936;p31"/>
            <p:cNvSpPr/>
            <p:nvPr/>
          </p:nvSpPr>
          <p:spPr>
            <a:xfrm>
              <a:off x="1507871" y="4290217"/>
              <a:ext cx="73668" cy="126169"/>
            </a:xfrm>
            <a:custGeom>
              <a:avLst/>
              <a:gdLst/>
              <a:ahLst/>
              <a:cxnLst/>
              <a:rect l="l" t="t" r="r" b="b"/>
              <a:pathLst>
                <a:path w="4462" h="7642" extrusionOk="0">
                  <a:moveTo>
                    <a:pt x="1" y="1"/>
                  </a:moveTo>
                  <a:lnTo>
                    <a:pt x="1" y="7641"/>
                  </a:lnTo>
                  <a:lnTo>
                    <a:pt x="1563" y="7641"/>
                  </a:lnTo>
                  <a:cubicBezTo>
                    <a:pt x="3165" y="7641"/>
                    <a:pt x="4462" y="6350"/>
                    <a:pt x="4462" y="4748"/>
                  </a:cubicBezTo>
                  <a:lnTo>
                    <a:pt x="4462" y="2899"/>
                  </a:lnTo>
                  <a:cubicBezTo>
                    <a:pt x="4462" y="2096"/>
                    <a:pt x="4132" y="1376"/>
                    <a:pt x="3619" y="844"/>
                  </a:cubicBezTo>
                  <a:cubicBezTo>
                    <a:pt x="3082" y="331"/>
                    <a:pt x="2367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668304" y="4184408"/>
              <a:ext cx="73585" cy="126169"/>
            </a:xfrm>
            <a:custGeom>
              <a:avLst/>
              <a:gdLst/>
              <a:ahLst/>
              <a:cxnLst/>
              <a:rect l="l" t="t" r="r" b="b"/>
              <a:pathLst>
                <a:path w="4457" h="7642" extrusionOk="0">
                  <a:moveTo>
                    <a:pt x="0" y="1"/>
                  </a:moveTo>
                  <a:lnTo>
                    <a:pt x="0" y="7641"/>
                  </a:lnTo>
                  <a:lnTo>
                    <a:pt x="1563" y="7641"/>
                  </a:lnTo>
                  <a:cubicBezTo>
                    <a:pt x="3165" y="7641"/>
                    <a:pt x="4457" y="6350"/>
                    <a:pt x="4457" y="4748"/>
                  </a:cubicBezTo>
                  <a:lnTo>
                    <a:pt x="4457" y="2899"/>
                  </a:lnTo>
                  <a:cubicBezTo>
                    <a:pt x="4457" y="2096"/>
                    <a:pt x="4151" y="1376"/>
                    <a:pt x="3619" y="844"/>
                  </a:cubicBezTo>
                  <a:cubicBezTo>
                    <a:pt x="3101" y="331"/>
                    <a:pt x="2362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1620848" y="4184408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1" y="1297"/>
                    <a:pt x="1" y="2899"/>
                  </a:cubicBezTo>
                  <a:lnTo>
                    <a:pt x="1" y="4748"/>
                  </a:lnTo>
                  <a:cubicBezTo>
                    <a:pt x="1" y="6350"/>
                    <a:pt x="1292" y="7641"/>
                    <a:pt x="2894" y="7641"/>
                  </a:cubicBezTo>
                  <a:cubicBezTo>
                    <a:pt x="4477" y="7641"/>
                    <a:pt x="5793" y="6350"/>
                    <a:pt x="5793" y="4748"/>
                  </a:cubicBezTo>
                  <a:lnTo>
                    <a:pt x="5793" y="2899"/>
                  </a:lnTo>
                  <a:cubicBezTo>
                    <a:pt x="5793" y="2096"/>
                    <a:pt x="5462" y="1376"/>
                    <a:pt x="4930" y="844"/>
                  </a:cubicBezTo>
                  <a:cubicBezTo>
                    <a:pt x="4417" y="331"/>
                    <a:pt x="3698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1460102" y="4290217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0" y="1297"/>
                    <a:pt x="0" y="2899"/>
                  </a:cubicBezTo>
                  <a:lnTo>
                    <a:pt x="0" y="4748"/>
                  </a:lnTo>
                  <a:cubicBezTo>
                    <a:pt x="0" y="6350"/>
                    <a:pt x="1292" y="7641"/>
                    <a:pt x="2894" y="7641"/>
                  </a:cubicBezTo>
                  <a:cubicBezTo>
                    <a:pt x="4476" y="7641"/>
                    <a:pt x="5792" y="6350"/>
                    <a:pt x="5792" y="4748"/>
                  </a:cubicBezTo>
                  <a:lnTo>
                    <a:pt x="5792" y="2899"/>
                  </a:lnTo>
                  <a:cubicBezTo>
                    <a:pt x="5792" y="2096"/>
                    <a:pt x="5462" y="1376"/>
                    <a:pt x="4930" y="844"/>
                  </a:cubicBezTo>
                  <a:cubicBezTo>
                    <a:pt x="4417" y="331"/>
                    <a:pt x="3697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1454966" y="4440807"/>
              <a:ext cx="293003" cy="249284"/>
            </a:xfrm>
            <a:custGeom>
              <a:avLst/>
              <a:gdLst/>
              <a:ahLst/>
              <a:cxnLst/>
              <a:rect l="l" t="t" r="r" b="b"/>
              <a:pathLst>
                <a:path w="17747" h="15099" extrusionOk="0">
                  <a:moveTo>
                    <a:pt x="1110" y="0"/>
                  </a:moveTo>
                  <a:cubicBezTo>
                    <a:pt x="494" y="0"/>
                    <a:pt x="1" y="493"/>
                    <a:pt x="1" y="1129"/>
                  </a:cubicBezTo>
                  <a:lnTo>
                    <a:pt x="1" y="13965"/>
                  </a:lnTo>
                  <a:cubicBezTo>
                    <a:pt x="1" y="14581"/>
                    <a:pt x="494" y="15099"/>
                    <a:pt x="1110" y="15099"/>
                  </a:cubicBezTo>
                  <a:lnTo>
                    <a:pt x="16617" y="15099"/>
                  </a:lnTo>
                  <a:cubicBezTo>
                    <a:pt x="17234" y="15099"/>
                    <a:pt x="17746" y="14581"/>
                    <a:pt x="17746" y="13965"/>
                  </a:cubicBezTo>
                  <a:lnTo>
                    <a:pt x="17746" y="1129"/>
                  </a:lnTo>
                  <a:cubicBezTo>
                    <a:pt x="17746" y="493"/>
                    <a:pt x="17234" y="0"/>
                    <a:pt x="1661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1485497" y="4471321"/>
              <a:ext cx="231949" cy="188264"/>
            </a:xfrm>
            <a:custGeom>
              <a:avLst/>
              <a:gdLst/>
              <a:ahLst/>
              <a:cxnLst/>
              <a:rect l="l" t="t" r="r" b="b"/>
              <a:pathLst>
                <a:path w="14049" h="11403" extrusionOk="0">
                  <a:moveTo>
                    <a:pt x="370" y="1"/>
                  </a:moveTo>
                  <a:cubicBezTo>
                    <a:pt x="168" y="1"/>
                    <a:pt x="0" y="163"/>
                    <a:pt x="0" y="370"/>
                  </a:cubicBezTo>
                  <a:lnTo>
                    <a:pt x="0" y="11033"/>
                  </a:lnTo>
                  <a:cubicBezTo>
                    <a:pt x="0" y="11235"/>
                    <a:pt x="168" y="11402"/>
                    <a:pt x="370" y="11402"/>
                  </a:cubicBezTo>
                  <a:lnTo>
                    <a:pt x="13679" y="11402"/>
                  </a:lnTo>
                  <a:cubicBezTo>
                    <a:pt x="13886" y="11402"/>
                    <a:pt x="14049" y="11235"/>
                    <a:pt x="14049" y="11033"/>
                  </a:cubicBezTo>
                  <a:lnTo>
                    <a:pt x="14049" y="370"/>
                  </a:lnTo>
                  <a:cubicBezTo>
                    <a:pt x="14049" y="163"/>
                    <a:pt x="13886" y="1"/>
                    <a:pt x="1367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1553049" y="4496799"/>
              <a:ext cx="103782" cy="98977"/>
            </a:xfrm>
            <a:custGeom>
              <a:avLst/>
              <a:gdLst/>
              <a:ahLst/>
              <a:cxnLst/>
              <a:rect l="l" t="t" r="r" b="b"/>
              <a:pathLst>
                <a:path w="6286" h="5995" extrusionOk="0">
                  <a:moveTo>
                    <a:pt x="715" y="1"/>
                  </a:moveTo>
                  <a:cubicBezTo>
                    <a:pt x="326" y="1"/>
                    <a:pt x="1" y="326"/>
                    <a:pt x="1" y="715"/>
                  </a:cubicBezTo>
                  <a:lnTo>
                    <a:pt x="1" y="2524"/>
                  </a:lnTo>
                  <a:cubicBezTo>
                    <a:pt x="1" y="2628"/>
                    <a:pt x="79" y="2712"/>
                    <a:pt x="183" y="2712"/>
                  </a:cubicBezTo>
                  <a:lnTo>
                    <a:pt x="1253" y="2712"/>
                  </a:lnTo>
                  <a:cubicBezTo>
                    <a:pt x="1356" y="2712"/>
                    <a:pt x="1435" y="2628"/>
                    <a:pt x="1435" y="2524"/>
                  </a:cubicBezTo>
                  <a:lnTo>
                    <a:pt x="1435" y="1435"/>
                  </a:lnTo>
                  <a:lnTo>
                    <a:pt x="4846" y="1435"/>
                  </a:lnTo>
                  <a:lnTo>
                    <a:pt x="4846" y="3160"/>
                  </a:lnTo>
                  <a:lnTo>
                    <a:pt x="2648" y="4333"/>
                  </a:lnTo>
                  <a:cubicBezTo>
                    <a:pt x="2401" y="4457"/>
                    <a:pt x="2258" y="4703"/>
                    <a:pt x="2258" y="4969"/>
                  </a:cubicBezTo>
                  <a:lnTo>
                    <a:pt x="2258" y="5793"/>
                  </a:lnTo>
                  <a:cubicBezTo>
                    <a:pt x="2258" y="5891"/>
                    <a:pt x="2342" y="5995"/>
                    <a:pt x="2441" y="5995"/>
                  </a:cubicBezTo>
                  <a:lnTo>
                    <a:pt x="3510" y="5995"/>
                  </a:lnTo>
                  <a:cubicBezTo>
                    <a:pt x="3614" y="5995"/>
                    <a:pt x="3698" y="5891"/>
                    <a:pt x="3698" y="5793"/>
                  </a:cubicBezTo>
                  <a:lnTo>
                    <a:pt x="3698" y="5398"/>
                  </a:lnTo>
                  <a:lnTo>
                    <a:pt x="5916" y="4230"/>
                  </a:lnTo>
                  <a:cubicBezTo>
                    <a:pt x="6138" y="4107"/>
                    <a:pt x="6285" y="3860"/>
                    <a:pt x="6285" y="3594"/>
                  </a:cubicBezTo>
                  <a:lnTo>
                    <a:pt x="6285" y="715"/>
                  </a:lnTo>
                  <a:cubicBezTo>
                    <a:pt x="6285" y="326"/>
                    <a:pt x="5955" y="1"/>
                    <a:pt x="556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1590333" y="4616131"/>
              <a:ext cx="23774" cy="24418"/>
            </a:xfrm>
            <a:custGeom>
              <a:avLst/>
              <a:gdLst/>
              <a:ahLst/>
              <a:cxnLst/>
              <a:rect l="l" t="t" r="r" b="b"/>
              <a:pathLst>
                <a:path w="1440" h="1479" extrusionOk="0">
                  <a:moveTo>
                    <a:pt x="266" y="0"/>
                  </a:moveTo>
                  <a:cubicBezTo>
                    <a:pt x="123" y="0"/>
                    <a:pt x="0" y="123"/>
                    <a:pt x="0" y="266"/>
                  </a:cubicBezTo>
                  <a:lnTo>
                    <a:pt x="0" y="1213"/>
                  </a:lnTo>
                  <a:cubicBezTo>
                    <a:pt x="0" y="1375"/>
                    <a:pt x="123" y="1479"/>
                    <a:pt x="266" y="1479"/>
                  </a:cubicBezTo>
                  <a:lnTo>
                    <a:pt x="1168" y="1479"/>
                  </a:lnTo>
                  <a:cubicBezTo>
                    <a:pt x="1316" y="1479"/>
                    <a:pt x="1440" y="1375"/>
                    <a:pt x="1440" y="1213"/>
                  </a:cubicBezTo>
                  <a:lnTo>
                    <a:pt x="1440" y="266"/>
                  </a:lnTo>
                  <a:cubicBezTo>
                    <a:pt x="1440" y="123"/>
                    <a:pt x="1316" y="0"/>
                    <a:pt x="11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1493638" y="4322135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0" y="390"/>
                    <a:pt x="0" y="863"/>
                  </a:cubicBezTo>
                  <a:lnTo>
                    <a:pt x="0" y="3017"/>
                  </a:lnTo>
                  <a:cubicBezTo>
                    <a:pt x="0" y="3510"/>
                    <a:pt x="370" y="3880"/>
                    <a:pt x="863" y="3880"/>
                  </a:cubicBezTo>
                  <a:cubicBezTo>
                    <a:pt x="1336" y="3880"/>
                    <a:pt x="1725" y="3510"/>
                    <a:pt x="1725" y="3017"/>
                  </a:cubicBezTo>
                  <a:lnTo>
                    <a:pt x="1725" y="863"/>
                  </a:lnTo>
                  <a:cubicBezTo>
                    <a:pt x="1725" y="636"/>
                    <a:pt x="1627" y="409"/>
                    <a:pt x="1459" y="266"/>
                  </a:cubicBezTo>
                  <a:cubicBezTo>
                    <a:pt x="1316" y="104"/>
                    <a:pt x="1089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1654384" y="4216326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1" y="390"/>
                    <a:pt x="1" y="863"/>
                  </a:cubicBezTo>
                  <a:lnTo>
                    <a:pt x="1" y="3017"/>
                  </a:lnTo>
                  <a:cubicBezTo>
                    <a:pt x="1" y="3510"/>
                    <a:pt x="370" y="3879"/>
                    <a:pt x="863" y="3879"/>
                  </a:cubicBezTo>
                  <a:cubicBezTo>
                    <a:pt x="1336" y="3879"/>
                    <a:pt x="1726" y="3510"/>
                    <a:pt x="1726" y="3017"/>
                  </a:cubicBezTo>
                  <a:lnTo>
                    <a:pt x="1726" y="863"/>
                  </a:lnTo>
                  <a:cubicBezTo>
                    <a:pt x="1726" y="636"/>
                    <a:pt x="1627" y="409"/>
                    <a:pt x="1460" y="266"/>
                  </a:cubicBezTo>
                  <a:cubicBezTo>
                    <a:pt x="1317" y="104"/>
                    <a:pt x="1090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1480445" y="4202109"/>
              <a:ext cx="54945" cy="53261"/>
            </a:xfrm>
            <a:custGeom>
              <a:avLst/>
              <a:gdLst/>
              <a:ahLst/>
              <a:cxnLst/>
              <a:rect l="l" t="t" r="r" b="b"/>
              <a:pathLst>
                <a:path w="3328" h="3226" extrusionOk="0">
                  <a:moveTo>
                    <a:pt x="1694" y="0"/>
                  </a:moveTo>
                  <a:cubicBezTo>
                    <a:pt x="1632" y="0"/>
                    <a:pt x="1569" y="31"/>
                    <a:pt x="1538" y="102"/>
                  </a:cubicBezTo>
                  <a:cubicBezTo>
                    <a:pt x="1233" y="738"/>
                    <a:pt x="760" y="1211"/>
                    <a:pt x="124" y="1517"/>
                  </a:cubicBezTo>
                  <a:cubicBezTo>
                    <a:pt x="1" y="1581"/>
                    <a:pt x="1" y="1763"/>
                    <a:pt x="143" y="1827"/>
                  </a:cubicBezTo>
                  <a:cubicBezTo>
                    <a:pt x="824" y="2074"/>
                    <a:pt x="1292" y="2483"/>
                    <a:pt x="1538" y="3119"/>
                  </a:cubicBezTo>
                  <a:cubicBezTo>
                    <a:pt x="1571" y="3190"/>
                    <a:pt x="1638" y="3226"/>
                    <a:pt x="1705" y="3226"/>
                  </a:cubicBezTo>
                  <a:cubicBezTo>
                    <a:pt x="1773" y="3226"/>
                    <a:pt x="1839" y="3190"/>
                    <a:pt x="1869" y="3119"/>
                  </a:cubicBezTo>
                  <a:cubicBezTo>
                    <a:pt x="2115" y="2419"/>
                    <a:pt x="2549" y="1990"/>
                    <a:pt x="3165" y="1783"/>
                  </a:cubicBezTo>
                  <a:cubicBezTo>
                    <a:pt x="3308" y="1743"/>
                    <a:pt x="3328" y="1536"/>
                    <a:pt x="3205" y="1477"/>
                  </a:cubicBezTo>
                  <a:cubicBezTo>
                    <a:pt x="2569" y="1167"/>
                    <a:pt x="2115" y="718"/>
                    <a:pt x="1849" y="102"/>
                  </a:cubicBezTo>
                  <a:cubicBezTo>
                    <a:pt x="1828" y="38"/>
                    <a:pt x="1762" y="0"/>
                    <a:pt x="169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1485894" y="4314639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2" y="927"/>
                  </a:moveTo>
                  <a:cubicBezTo>
                    <a:pt x="1539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9" y="3885"/>
                    <a:pt x="1332" y="3885"/>
                  </a:cubicBezTo>
                  <a:cubicBezTo>
                    <a:pt x="1110" y="3885"/>
                    <a:pt x="923" y="3698"/>
                    <a:pt x="923" y="3471"/>
                  </a:cubicBezTo>
                  <a:lnTo>
                    <a:pt x="923" y="1317"/>
                  </a:lnTo>
                  <a:cubicBezTo>
                    <a:pt x="923" y="1110"/>
                    <a:pt x="1110" y="927"/>
                    <a:pt x="1332" y="927"/>
                  </a:cubicBezTo>
                  <a:close/>
                  <a:moveTo>
                    <a:pt x="1332" y="1"/>
                  </a:moveTo>
                  <a:cubicBezTo>
                    <a:pt x="592" y="1"/>
                    <a:pt x="1" y="597"/>
                    <a:pt x="1" y="1317"/>
                  </a:cubicBezTo>
                  <a:lnTo>
                    <a:pt x="1" y="3471"/>
                  </a:lnTo>
                  <a:cubicBezTo>
                    <a:pt x="1" y="4210"/>
                    <a:pt x="592" y="4807"/>
                    <a:pt x="1332" y="4807"/>
                  </a:cubicBezTo>
                  <a:cubicBezTo>
                    <a:pt x="2051" y="4807"/>
                    <a:pt x="2648" y="4210"/>
                    <a:pt x="2648" y="3471"/>
                  </a:cubicBezTo>
                  <a:lnTo>
                    <a:pt x="2648" y="1317"/>
                  </a:lnTo>
                  <a:cubicBezTo>
                    <a:pt x="2648" y="597"/>
                    <a:pt x="2051" y="1"/>
                    <a:pt x="13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1646657" y="4208830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1" y="927"/>
                  </a:moveTo>
                  <a:cubicBezTo>
                    <a:pt x="1538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8" y="3885"/>
                    <a:pt x="1331" y="3885"/>
                  </a:cubicBezTo>
                  <a:cubicBezTo>
                    <a:pt x="1109" y="3885"/>
                    <a:pt x="922" y="3698"/>
                    <a:pt x="922" y="3471"/>
                  </a:cubicBezTo>
                  <a:lnTo>
                    <a:pt x="922" y="1317"/>
                  </a:lnTo>
                  <a:cubicBezTo>
                    <a:pt x="922" y="1110"/>
                    <a:pt x="1109" y="927"/>
                    <a:pt x="1331" y="927"/>
                  </a:cubicBezTo>
                  <a:close/>
                  <a:moveTo>
                    <a:pt x="1331" y="1"/>
                  </a:moveTo>
                  <a:cubicBezTo>
                    <a:pt x="592" y="1"/>
                    <a:pt x="0" y="597"/>
                    <a:pt x="0" y="1317"/>
                  </a:cubicBezTo>
                  <a:lnTo>
                    <a:pt x="0" y="3471"/>
                  </a:lnTo>
                  <a:cubicBezTo>
                    <a:pt x="0" y="4210"/>
                    <a:pt x="592" y="4807"/>
                    <a:pt x="1331" y="4807"/>
                  </a:cubicBezTo>
                  <a:cubicBezTo>
                    <a:pt x="2051" y="4807"/>
                    <a:pt x="2647" y="4210"/>
                    <a:pt x="2647" y="3471"/>
                  </a:cubicBezTo>
                  <a:lnTo>
                    <a:pt x="2647" y="1317"/>
                  </a:lnTo>
                  <a:cubicBezTo>
                    <a:pt x="2647" y="597"/>
                    <a:pt x="2051" y="1"/>
                    <a:pt x="13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1447239" y="4432980"/>
              <a:ext cx="308209" cy="264523"/>
            </a:xfrm>
            <a:custGeom>
              <a:avLst/>
              <a:gdLst/>
              <a:ahLst/>
              <a:cxnLst/>
              <a:rect l="l" t="t" r="r" b="b"/>
              <a:pathLst>
                <a:path w="18668" h="16022" extrusionOk="0">
                  <a:moveTo>
                    <a:pt x="17085" y="928"/>
                  </a:moveTo>
                  <a:cubicBezTo>
                    <a:pt x="17455" y="928"/>
                    <a:pt x="17746" y="1233"/>
                    <a:pt x="17746" y="1603"/>
                  </a:cubicBezTo>
                  <a:lnTo>
                    <a:pt x="17746" y="14439"/>
                  </a:lnTo>
                  <a:cubicBezTo>
                    <a:pt x="17746" y="14809"/>
                    <a:pt x="17455" y="15100"/>
                    <a:pt x="17085" y="15100"/>
                  </a:cubicBezTo>
                  <a:lnTo>
                    <a:pt x="1578" y="15100"/>
                  </a:lnTo>
                  <a:cubicBezTo>
                    <a:pt x="1208" y="15100"/>
                    <a:pt x="922" y="14809"/>
                    <a:pt x="922" y="14439"/>
                  </a:cubicBezTo>
                  <a:lnTo>
                    <a:pt x="922" y="1603"/>
                  </a:lnTo>
                  <a:cubicBezTo>
                    <a:pt x="922" y="1233"/>
                    <a:pt x="1208" y="928"/>
                    <a:pt x="1578" y="928"/>
                  </a:cubicBezTo>
                  <a:close/>
                  <a:moveTo>
                    <a:pt x="1578" y="1"/>
                  </a:moveTo>
                  <a:cubicBezTo>
                    <a:pt x="715" y="1"/>
                    <a:pt x="0" y="721"/>
                    <a:pt x="0" y="1603"/>
                  </a:cubicBezTo>
                  <a:lnTo>
                    <a:pt x="0" y="14439"/>
                  </a:lnTo>
                  <a:cubicBezTo>
                    <a:pt x="0" y="15326"/>
                    <a:pt x="715" y="16021"/>
                    <a:pt x="1578" y="16021"/>
                  </a:cubicBezTo>
                  <a:lnTo>
                    <a:pt x="17085" y="16021"/>
                  </a:lnTo>
                  <a:cubicBezTo>
                    <a:pt x="17948" y="16021"/>
                    <a:pt x="18668" y="15326"/>
                    <a:pt x="18668" y="14439"/>
                  </a:cubicBezTo>
                  <a:lnTo>
                    <a:pt x="18668" y="1603"/>
                  </a:lnTo>
                  <a:cubicBezTo>
                    <a:pt x="18668" y="721"/>
                    <a:pt x="17948" y="1"/>
                    <a:pt x="1708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1477753" y="4463511"/>
              <a:ext cx="247188" cy="203469"/>
            </a:xfrm>
            <a:custGeom>
              <a:avLst/>
              <a:gdLst/>
              <a:ahLst/>
              <a:cxnLst/>
              <a:rect l="l" t="t" r="r" b="b"/>
              <a:pathLst>
                <a:path w="14972" h="12324" extrusionOk="0">
                  <a:moveTo>
                    <a:pt x="469" y="1"/>
                  </a:moveTo>
                  <a:cubicBezTo>
                    <a:pt x="203" y="1"/>
                    <a:pt x="1" y="208"/>
                    <a:pt x="1" y="474"/>
                  </a:cubicBezTo>
                  <a:lnTo>
                    <a:pt x="1" y="7621"/>
                  </a:lnTo>
                  <a:cubicBezTo>
                    <a:pt x="1" y="7868"/>
                    <a:pt x="203" y="8075"/>
                    <a:pt x="469" y="8075"/>
                  </a:cubicBezTo>
                  <a:cubicBezTo>
                    <a:pt x="716" y="8075"/>
                    <a:pt x="923" y="7868"/>
                    <a:pt x="923" y="7621"/>
                  </a:cubicBezTo>
                  <a:lnTo>
                    <a:pt x="923" y="927"/>
                  </a:lnTo>
                  <a:lnTo>
                    <a:pt x="14050" y="927"/>
                  </a:lnTo>
                  <a:lnTo>
                    <a:pt x="14050" y="11402"/>
                  </a:lnTo>
                  <a:lnTo>
                    <a:pt x="923" y="11402"/>
                  </a:lnTo>
                  <a:lnTo>
                    <a:pt x="923" y="9470"/>
                  </a:lnTo>
                  <a:cubicBezTo>
                    <a:pt x="923" y="9204"/>
                    <a:pt x="716" y="8997"/>
                    <a:pt x="469" y="8997"/>
                  </a:cubicBezTo>
                  <a:cubicBezTo>
                    <a:pt x="203" y="8997"/>
                    <a:pt x="1" y="9204"/>
                    <a:pt x="1" y="9470"/>
                  </a:cubicBezTo>
                  <a:lnTo>
                    <a:pt x="1" y="11875"/>
                  </a:lnTo>
                  <a:cubicBezTo>
                    <a:pt x="1" y="12122"/>
                    <a:pt x="203" y="12324"/>
                    <a:pt x="469" y="12324"/>
                  </a:cubicBezTo>
                  <a:lnTo>
                    <a:pt x="14518" y="12324"/>
                  </a:lnTo>
                  <a:cubicBezTo>
                    <a:pt x="14764" y="12324"/>
                    <a:pt x="14971" y="12122"/>
                    <a:pt x="14971" y="11875"/>
                  </a:cubicBezTo>
                  <a:lnTo>
                    <a:pt x="14971" y="474"/>
                  </a:lnTo>
                  <a:cubicBezTo>
                    <a:pt x="14971" y="208"/>
                    <a:pt x="14764" y="1"/>
                    <a:pt x="14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1685312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1501118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1685312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1501118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545569" y="4489319"/>
              <a:ext cx="118988" cy="113952"/>
            </a:xfrm>
            <a:custGeom>
              <a:avLst/>
              <a:gdLst/>
              <a:ahLst/>
              <a:cxnLst/>
              <a:rect l="l" t="t" r="r" b="b"/>
              <a:pathLst>
                <a:path w="7207" h="6902" extrusionOk="0">
                  <a:moveTo>
                    <a:pt x="6019" y="922"/>
                  </a:moveTo>
                  <a:cubicBezTo>
                    <a:pt x="6162" y="922"/>
                    <a:pt x="6285" y="1025"/>
                    <a:pt x="6285" y="1168"/>
                  </a:cubicBezTo>
                  <a:lnTo>
                    <a:pt x="6285" y="4047"/>
                  </a:lnTo>
                  <a:cubicBezTo>
                    <a:pt x="6285" y="4126"/>
                    <a:pt x="6221" y="4229"/>
                    <a:pt x="6142" y="4274"/>
                  </a:cubicBezTo>
                  <a:lnTo>
                    <a:pt x="3924" y="5442"/>
                  </a:lnTo>
                  <a:cubicBezTo>
                    <a:pt x="3781" y="5526"/>
                    <a:pt x="3677" y="5689"/>
                    <a:pt x="3677" y="5851"/>
                  </a:cubicBezTo>
                  <a:lnTo>
                    <a:pt x="3677" y="5974"/>
                  </a:lnTo>
                  <a:lnTo>
                    <a:pt x="3184" y="5974"/>
                  </a:lnTo>
                  <a:lnTo>
                    <a:pt x="3184" y="5422"/>
                  </a:lnTo>
                  <a:cubicBezTo>
                    <a:pt x="3184" y="5319"/>
                    <a:pt x="3224" y="5235"/>
                    <a:pt x="3308" y="5196"/>
                  </a:cubicBezTo>
                  <a:lnTo>
                    <a:pt x="5526" y="4027"/>
                  </a:lnTo>
                  <a:cubicBezTo>
                    <a:pt x="5669" y="3944"/>
                    <a:pt x="5772" y="3781"/>
                    <a:pt x="5772" y="3613"/>
                  </a:cubicBezTo>
                  <a:lnTo>
                    <a:pt x="5772" y="1888"/>
                  </a:lnTo>
                  <a:cubicBezTo>
                    <a:pt x="5772" y="1642"/>
                    <a:pt x="5565" y="1439"/>
                    <a:pt x="5299" y="1439"/>
                  </a:cubicBezTo>
                  <a:lnTo>
                    <a:pt x="1888" y="1439"/>
                  </a:lnTo>
                  <a:cubicBezTo>
                    <a:pt x="1622" y="1439"/>
                    <a:pt x="1415" y="1642"/>
                    <a:pt x="1415" y="1888"/>
                  </a:cubicBezTo>
                  <a:lnTo>
                    <a:pt x="1415" y="2692"/>
                  </a:lnTo>
                  <a:lnTo>
                    <a:pt x="922" y="2692"/>
                  </a:lnTo>
                  <a:lnTo>
                    <a:pt x="922" y="1168"/>
                  </a:lnTo>
                  <a:cubicBezTo>
                    <a:pt x="922" y="1025"/>
                    <a:pt x="1025" y="922"/>
                    <a:pt x="1168" y="922"/>
                  </a:cubicBezTo>
                  <a:close/>
                  <a:moveTo>
                    <a:pt x="1168" y="0"/>
                  </a:moveTo>
                  <a:cubicBezTo>
                    <a:pt x="513" y="0"/>
                    <a:pt x="0" y="532"/>
                    <a:pt x="0" y="1168"/>
                  </a:cubicBezTo>
                  <a:lnTo>
                    <a:pt x="0" y="2977"/>
                  </a:lnTo>
                  <a:cubicBezTo>
                    <a:pt x="0" y="3327"/>
                    <a:pt x="286" y="3613"/>
                    <a:pt x="636" y="3613"/>
                  </a:cubicBezTo>
                  <a:lnTo>
                    <a:pt x="1706" y="3613"/>
                  </a:lnTo>
                  <a:cubicBezTo>
                    <a:pt x="2056" y="3613"/>
                    <a:pt x="2341" y="3327"/>
                    <a:pt x="2341" y="2977"/>
                  </a:cubicBezTo>
                  <a:lnTo>
                    <a:pt x="2341" y="2361"/>
                  </a:lnTo>
                  <a:lnTo>
                    <a:pt x="4846" y="2361"/>
                  </a:lnTo>
                  <a:lnTo>
                    <a:pt x="4846" y="3327"/>
                  </a:lnTo>
                  <a:lnTo>
                    <a:pt x="2874" y="4372"/>
                  </a:lnTo>
                  <a:cubicBezTo>
                    <a:pt x="2484" y="4579"/>
                    <a:pt x="2258" y="4989"/>
                    <a:pt x="2258" y="5422"/>
                  </a:cubicBezTo>
                  <a:lnTo>
                    <a:pt x="2258" y="6246"/>
                  </a:lnTo>
                  <a:cubicBezTo>
                    <a:pt x="2258" y="6615"/>
                    <a:pt x="2548" y="6901"/>
                    <a:pt x="2894" y="6901"/>
                  </a:cubicBezTo>
                  <a:lnTo>
                    <a:pt x="3963" y="6901"/>
                  </a:lnTo>
                  <a:cubicBezTo>
                    <a:pt x="4313" y="6901"/>
                    <a:pt x="4599" y="6615"/>
                    <a:pt x="4599" y="6246"/>
                  </a:cubicBezTo>
                  <a:lnTo>
                    <a:pt x="4599" y="6122"/>
                  </a:lnTo>
                  <a:lnTo>
                    <a:pt x="6571" y="5072"/>
                  </a:lnTo>
                  <a:cubicBezTo>
                    <a:pt x="6960" y="4865"/>
                    <a:pt x="7207" y="4476"/>
                    <a:pt x="7207" y="4047"/>
                  </a:cubicBezTo>
                  <a:lnTo>
                    <a:pt x="7207" y="1168"/>
                  </a:lnTo>
                  <a:cubicBezTo>
                    <a:pt x="7207" y="532"/>
                    <a:pt x="6674" y="0"/>
                    <a:pt x="6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1582837" y="4608718"/>
              <a:ext cx="38683" cy="39657"/>
            </a:xfrm>
            <a:custGeom>
              <a:avLst/>
              <a:gdLst/>
              <a:ahLst/>
              <a:cxnLst/>
              <a:rect l="l" t="t" r="r" b="b"/>
              <a:pathLst>
                <a:path w="2343" h="2402" extrusionOk="0">
                  <a:moveTo>
                    <a:pt x="1420" y="922"/>
                  </a:moveTo>
                  <a:lnTo>
                    <a:pt x="1420" y="1479"/>
                  </a:lnTo>
                  <a:lnTo>
                    <a:pt x="927" y="1479"/>
                  </a:lnTo>
                  <a:lnTo>
                    <a:pt x="927" y="922"/>
                  </a:lnTo>
                  <a:close/>
                  <a:moveTo>
                    <a:pt x="720" y="0"/>
                  </a:moveTo>
                  <a:cubicBezTo>
                    <a:pt x="331" y="0"/>
                    <a:pt x="1" y="326"/>
                    <a:pt x="1" y="715"/>
                  </a:cubicBezTo>
                  <a:lnTo>
                    <a:pt x="1" y="1662"/>
                  </a:lnTo>
                  <a:cubicBezTo>
                    <a:pt x="1" y="2071"/>
                    <a:pt x="331" y="2401"/>
                    <a:pt x="720" y="2401"/>
                  </a:cubicBezTo>
                  <a:lnTo>
                    <a:pt x="1622" y="2401"/>
                  </a:lnTo>
                  <a:cubicBezTo>
                    <a:pt x="2017" y="2401"/>
                    <a:pt x="2342" y="2071"/>
                    <a:pt x="2342" y="1662"/>
                  </a:cubicBezTo>
                  <a:lnTo>
                    <a:pt x="2342" y="715"/>
                  </a:lnTo>
                  <a:cubicBezTo>
                    <a:pt x="2342" y="326"/>
                    <a:pt x="2017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452275" y="4282407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5857" y="1130"/>
                  </a:moveTo>
                  <a:lnTo>
                    <a:pt x="5857" y="1130"/>
                  </a:lnTo>
                  <a:cubicBezTo>
                    <a:pt x="6739" y="1499"/>
                    <a:pt x="7336" y="2362"/>
                    <a:pt x="7336" y="3372"/>
                  </a:cubicBezTo>
                  <a:lnTo>
                    <a:pt x="7336" y="5221"/>
                  </a:lnTo>
                  <a:cubicBezTo>
                    <a:pt x="7336" y="6226"/>
                    <a:pt x="6739" y="7089"/>
                    <a:pt x="5857" y="7459"/>
                  </a:cubicBezTo>
                  <a:cubicBezTo>
                    <a:pt x="6389" y="6862"/>
                    <a:pt x="6720" y="6084"/>
                    <a:pt x="6720" y="5221"/>
                  </a:cubicBezTo>
                  <a:lnTo>
                    <a:pt x="6720" y="3372"/>
                  </a:lnTo>
                  <a:cubicBezTo>
                    <a:pt x="6720" y="2510"/>
                    <a:pt x="6389" y="1726"/>
                    <a:pt x="5857" y="1130"/>
                  </a:cubicBezTo>
                  <a:close/>
                  <a:moveTo>
                    <a:pt x="3368" y="927"/>
                  </a:moveTo>
                  <a:cubicBezTo>
                    <a:pt x="4704" y="927"/>
                    <a:pt x="5793" y="2037"/>
                    <a:pt x="5793" y="3372"/>
                  </a:cubicBezTo>
                  <a:lnTo>
                    <a:pt x="5793" y="5221"/>
                  </a:lnTo>
                  <a:cubicBezTo>
                    <a:pt x="5793" y="6552"/>
                    <a:pt x="4704" y="7641"/>
                    <a:pt x="3368" y="7641"/>
                  </a:cubicBezTo>
                  <a:cubicBezTo>
                    <a:pt x="2012" y="7641"/>
                    <a:pt x="928" y="6552"/>
                    <a:pt x="928" y="5221"/>
                  </a:cubicBezTo>
                  <a:lnTo>
                    <a:pt x="928" y="3372"/>
                  </a:lnTo>
                  <a:cubicBezTo>
                    <a:pt x="928" y="2037"/>
                    <a:pt x="2012" y="927"/>
                    <a:pt x="3368" y="927"/>
                  </a:cubicBezTo>
                  <a:close/>
                  <a:moveTo>
                    <a:pt x="3368" y="1"/>
                  </a:moveTo>
                  <a:cubicBezTo>
                    <a:pt x="1499" y="1"/>
                    <a:pt x="1" y="1524"/>
                    <a:pt x="1" y="3372"/>
                  </a:cubicBezTo>
                  <a:lnTo>
                    <a:pt x="1" y="5221"/>
                  </a:lnTo>
                  <a:cubicBezTo>
                    <a:pt x="1" y="7069"/>
                    <a:pt x="1499" y="8568"/>
                    <a:pt x="3368" y="8568"/>
                  </a:cubicBezTo>
                  <a:lnTo>
                    <a:pt x="4911" y="8568"/>
                  </a:lnTo>
                  <a:cubicBezTo>
                    <a:pt x="6759" y="8568"/>
                    <a:pt x="8258" y="7069"/>
                    <a:pt x="8258" y="5221"/>
                  </a:cubicBezTo>
                  <a:lnTo>
                    <a:pt x="8258" y="3372"/>
                  </a:lnTo>
                  <a:cubicBezTo>
                    <a:pt x="8258" y="1524"/>
                    <a:pt x="6759" y="1"/>
                    <a:pt x="4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1613038" y="4176598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3367" y="927"/>
                  </a:moveTo>
                  <a:cubicBezTo>
                    <a:pt x="4560" y="927"/>
                    <a:pt x="5585" y="1829"/>
                    <a:pt x="5773" y="3003"/>
                  </a:cubicBezTo>
                  <a:cubicBezTo>
                    <a:pt x="5808" y="3242"/>
                    <a:pt x="5995" y="3398"/>
                    <a:pt x="6212" y="3398"/>
                  </a:cubicBezTo>
                  <a:cubicBezTo>
                    <a:pt x="6236" y="3398"/>
                    <a:pt x="6261" y="3396"/>
                    <a:pt x="6285" y="3392"/>
                  </a:cubicBezTo>
                  <a:cubicBezTo>
                    <a:pt x="6552" y="3348"/>
                    <a:pt x="6719" y="3126"/>
                    <a:pt x="6675" y="2879"/>
                  </a:cubicBezTo>
                  <a:cubicBezTo>
                    <a:pt x="6571" y="2199"/>
                    <a:pt x="6285" y="1603"/>
                    <a:pt x="5857" y="1129"/>
                  </a:cubicBezTo>
                  <a:lnTo>
                    <a:pt x="5857" y="1129"/>
                  </a:lnTo>
                  <a:cubicBezTo>
                    <a:pt x="6719" y="1499"/>
                    <a:pt x="7335" y="2362"/>
                    <a:pt x="7335" y="3372"/>
                  </a:cubicBezTo>
                  <a:lnTo>
                    <a:pt x="7335" y="5221"/>
                  </a:lnTo>
                  <a:cubicBezTo>
                    <a:pt x="7335" y="6226"/>
                    <a:pt x="6739" y="7089"/>
                    <a:pt x="5857" y="7459"/>
                  </a:cubicBezTo>
                  <a:cubicBezTo>
                    <a:pt x="6389" y="6862"/>
                    <a:pt x="6719" y="6083"/>
                    <a:pt x="6719" y="5221"/>
                  </a:cubicBezTo>
                  <a:lnTo>
                    <a:pt x="6719" y="4787"/>
                  </a:lnTo>
                  <a:cubicBezTo>
                    <a:pt x="6719" y="4521"/>
                    <a:pt x="6512" y="4314"/>
                    <a:pt x="6266" y="4314"/>
                  </a:cubicBezTo>
                  <a:cubicBezTo>
                    <a:pt x="5999" y="4314"/>
                    <a:pt x="5792" y="4521"/>
                    <a:pt x="5792" y="4787"/>
                  </a:cubicBezTo>
                  <a:lnTo>
                    <a:pt x="5792" y="5221"/>
                  </a:lnTo>
                  <a:cubicBezTo>
                    <a:pt x="5792" y="6552"/>
                    <a:pt x="4703" y="7641"/>
                    <a:pt x="3367" y="7641"/>
                  </a:cubicBezTo>
                  <a:cubicBezTo>
                    <a:pt x="2012" y="7641"/>
                    <a:pt x="927" y="6552"/>
                    <a:pt x="927" y="5221"/>
                  </a:cubicBezTo>
                  <a:lnTo>
                    <a:pt x="927" y="3372"/>
                  </a:lnTo>
                  <a:cubicBezTo>
                    <a:pt x="927" y="2036"/>
                    <a:pt x="2012" y="927"/>
                    <a:pt x="3367" y="927"/>
                  </a:cubicBezTo>
                  <a:close/>
                  <a:moveTo>
                    <a:pt x="3367" y="1"/>
                  </a:moveTo>
                  <a:cubicBezTo>
                    <a:pt x="1499" y="1"/>
                    <a:pt x="0" y="1524"/>
                    <a:pt x="0" y="3372"/>
                  </a:cubicBezTo>
                  <a:lnTo>
                    <a:pt x="0" y="5221"/>
                  </a:lnTo>
                  <a:cubicBezTo>
                    <a:pt x="0" y="7069"/>
                    <a:pt x="1499" y="8568"/>
                    <a:pt x="3367" y="8568"/>
                  </a:cubicBezTo>
                  <a:lnTo>
                    <a:pt x="4910" y="8568"/>
                  </a:lnTo>
                  <a:cubicBezTo>
                    <a:pt x="6759" y="8568"/>
                    <a:pt x="8257" y="7069"/>
                    <a:pt x="8257" y="5221"/>
                  </a:cubicBezTo>
                  <a:lnTo>
                    <a:pt x="8257" y="3372"/>
                  </a:lnTo>
                  <a:cubicBezTo>
                    <a:pt x="8257" y="1524"/>
                    <a:pt x="6759" y="1"/>
                    <a:pt x="491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1472965" y="4194563"/>
              <a:ext cx="69507" cy="68566"/>
            </a:xfrm>
            <a:custGeom>
              <a:avLst/>
              <a:gdLst/>
              <a:ahLst/>
              <a:cxnLst/>
              <a:rect l="l" t="t" r="r" b="b"/>
              <a:pathLst>
                <a:path w="4210" h="4153" extrusionOk="0">
                  <a:moveTo>
                    <a:pt x="2139" y="1234"/>
                  </a:moveTo>
                  <a:cubicBezTo>
                    <a:pt x="2341" y="1545"/>
                    <a:pt x="2608" y="1811"/>
                    <a:pt x="2938" y="2057"/>
                  </a:cubicBezTo>
                  <a:cubicBezTo>
                    <a:pt x="2608" y="2240"/>
                    <a:pt x="2341" y="2506"/>
                    <a:pt x="2139" y="2856"/>
                  </a:cubicBezTo>
                  <a:cubicBezTo>
                    <a:pt x="1913" y="2550"/>
                    <a:pt x="1622" y="2284"/>
                    <a:pt x="1277" y="2097"/>
                  </a:cubicBezTo>
                  <a:cubicBezTo>
                    <a:pt x="1622" y="1850"/>
                    <a:pt x="1913" y="1565"/>
                    <a:pt x="2139" y="1234"/>
                  </a:cubicBezTo>
                  <a:close/>
                  <a:moveTo>
                    <a:pt x="2114" y="0"/>
                  </a:moveTo>
                  <a:cubicBezTo>
                    <a:pt x="1885" y="0"/>
                    <a:pt x="1679" y="139"/>
                    <a:pt x="1582" y="352"/>
                  </a:cubicBezTo>
                  <a:cubicBezTo>
                    <a:pt x="1316" y="884"/>
                    <a:pt x="927" y="1274"/>
                    <a:pt x="370" y="1545"/>
                  </a:cubicBezTo>
                  <a:cubicBezTo>
                    <a:pt x="143" y="1668"/>
                    <a:pt x="0" y="1890"/>
                    <a:pt x="20" y="2161"/>
                  </a:cubicBezTo>
                  <a:cubicBezTo>
                    <a:pt x="44" y="2407"/>
                    <a:pt x="207" y="2629"/>
                    <a:pt x="454" y="2713"/>
                  </a:cubicBezTo>
                  <a:cubicBezTo>
                    <a:pt x="1006" y="2920"/>
                    <a:pt x="1375" y="3245"/>
                    <a:pt x="1582" y="3763"/>
                  </a:cubicBezTo>
                  <a:cubicBezTo>
                    <a:pt x="1666" y="3985"/>
                    <a:pt x="1893" y="4152"/>
                    <a:pt x="2159" y="4152"/>
                  </a:cubicBezTo>
                  <a:lnTo>
                    <a:pt x="2179" y="4152"/>
                  </a:lnTo>
                  <a:cubicBezTo>
                    <a:pt x="2445" y="4152"/>
                    <a:pt x="2672" y="3985"/>
                    <a:pt x="2756" y="3719"/>
                  </a:cubicBezTo>
                  <a:cubicBezTo>
                    <a:pt x="2958" y="3167"/>
                    <a:pt x="3268" y="2836"/>
                    <a:pt x="3761" y="2693"/>
                  </a:cubicBezTo>
                  <a:cubicBezTo>
                    <a:pt x="4008" y="2610"/>
                    <a:pt x="4170" y="2407"/>
                    <a:pt x="4190" y="2136"/>
                  </a:cubicBezTo>
                  <a:cubicBezTo>
                    <a:pt x="4210" y="1870"/>
                    <a:pt x="4086" y="1624"/>
                    <a:pt x="3840" y="1520"/>
                  </a:cubicBezTo>
                  <a:cubicBezTo>
                    <a:pt x="3308" y="1254"/>
                    <a:pt x="2938" y="884"/>
                    <a:pt x="2731" y="391"/>
                  </a:cubicBezTo>
                  <a:cubicBezTo>
                    <a:pt x="2632" y="145"/>
                    <a:pt x="2406" y="2"/>
                    <a:pt x="2159" y="2"/>
                  </a:cubicBezTo>
                  <a:cubicBezTo>
                    <a:pt x="2144" y="1"/>
                    <a:pt x="2129" y="0"/>
                    <a:pt x="211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489BE3-D6BC-E88E-1E14-C7F62BBA817E}"/>
              </a:ext>
            </a:extLst>
          </p:cNvPr>
          <p:cNvSpPr txBox="1"/>
          <p:nvPr/>
        </p:nvSpPr>
        <p:spPr>
          <a:xfrm>
            <a:off x="2466754" y="4212397"/>
            <a:ext cx="4578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6FD5E-BB32-3048-FB44-90D756CB2A72}"/>
              </a:ext>
            </a:extLst>
          </p:cNvPr>
          <p:cNvSpPr txBox="1"/>
          <p:nvPr/>
        </p:nvSpPr>
        <p:spPr>
          <a:xfrm>
            <a:off x="2282939" y="3882840"/>
            <a:ext cx="4578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Level 2</a:t>
            </a:r>
          </a:p>
        </p:txBody>
      </p:sp>
      <p:cxnSp>
        <p:nvCxnSpPr>
          <p:cNvPr id="7" name="Google Shape;931;p31">
            <a:extLst>
              <a:ext uri="{FF2B5EF4-FFF2-40B4-BE49-F238E27FC236}">
                <a16:creationId xmlns:a16="http://schemas.microsoft.com/office/drawing/2014/main" id="{6DB55FFE-90B5-7DE1-64C7-8FF024AAC5FA}"/>
              </a:ext>
            </a:extLst>
          </p:cNvPr>
          <p:cNvCxnSpPr>
            <a:cxnSpLocks/>
          </p:cNvCxnSpPr>
          <p:nvPr/>
        </p:nvCxnSpPr>
        <p:spPr>
          <a:xfrm rot="5400000">
            <a:off x="3167599" y="2907579"/>
            <a:ext cx="963831" cy="80456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13" name="Google Shape;928;p31">
            <a:extLst>
              <a:ext uri="{FF2B5EF4-FFF2-40B4-BE49-F238E27FC236}">
                <a16:creationId xmlns:a16="http://schemas.microsoft.com/office/drawing/2014/main" id="{848C3829-47F6-FAB5-1757-8885D3531A1D}"/>
              </a:ext>
            </a:extLst>
          </p:cNvPr>
          <p:cNvGrpSpPr/>
          <p:nvPr/>
        </p:nvGrpSpPr>
        <p:grpSpPr>
          <a:xfrm>
            <a:off x="6686477" y="1867186"/>
            <a:ext cx="1848003" cy="907444"/>
            <a:chOff x="6582350" y="3602554"/>
            <a:chExt cx="1848003" cy="907444"/>
          </a:xfrm>
        </p:grpSpPr>
        <p:sp>
          <p:nvSpPr>
            <p:cNvPr id="14" name="Google Shape;929;p31">
              <a:extLst>
                <a:ext uri="{FF2B5EF4-FFF2-40B4-BE49-F238E27FC236}">
                  <a16:creationId xmlns:a16="http://schemas.microsoft.com/office/drawing/2014/main" id="{D00338BF-1DC1-EB30-6EB0-30E58C11CDFA}"/>
                </a:ext>
              </a:extLst>
            </p:cNvPr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6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5" name="Google Shape;930;p31">
              <a:extLst>
                <a:ext uri="{FF2B5EF4-FFF2-40B4-BE49-F238E27FC236}">
                  <a16:creationId xmlns:a16="http://schemas.microsoft.com/office/drawing/2014/main" id="{ABD62E4D-A6D0-ABCD-1D29-A680D00CDA49}"/>
                </a:ext>
              </a:extLst>
            </p:cNvPr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Sketch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6" name="Google Shape;928;p31">
            <a:extLst>
              <a:ext uri="{FF2B5EF4-FFF2-40B4-BE49-F238E27FC236}">
                <a16:creationId xmlns:a16="http://schemas.microsoft.com/office/drawing/2014/main" id="{79CAA01E-D2F6-88A9-94C2-1E14CC657F39}"/>
              </a:ext>
            </a:extLst>
          </p:cNvPr>
          <p:cNvGrpSpPr/>
          <p:nvPr/>
        </p:nvGrpSpPr>
        <p:grpSpPr>
          <a:xfrm>
            <a:off x="4868655" y="3160305"/>
            <a:ext cx="1848003" cy="907444"/>
            <a:chOff x="6582350" y="3602554"/>
            <a:chExt cx="1848003" cy="907444"/>
          </a:xfrm>
        </p:grpSpPr>
        <p:sp>
          <p:nvSpPr>
            <p:cNvPr id="17" name="Google Shape;929;p31">
              <a:extLst>
                <a:ext uri="{FF2B5EF4-FFF2-40B4-BE49-F238E27FC236}">
                  <a16:creationId xmlns:a16="http://schemas.microsoft.com/office/drawing/2014/main" id="{F973FFA2-0113-A48A-FB4F-70C2648F8595}"/>
                </a:ext>
              </a:extLst>
            </p:cNvPr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7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" name="Google Shape;930;p31">
              <a:extLst>
                <a:ext uri="{FF2B5EF4-FFF2-40B4-BE49-F238E27FC236}">
                  <a16:creationId xmlns:a16="http://schemas.microsoft.com/office/drawing/2014/main" id="{2B9FC3BC-1D70-1BEA-74A8-B9B0A8C5010D}"/>
                </a:ext>
              </a:extLst>
            </p:cNvPr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Conclusion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9" name="Google Shape;928;p31">
            <a:extLst>
              <a:ext uri="{FF2B5EF4-FFF2-40B4-BE49-F238E27FC236}">
                <a16:creationId xmlns:a16="http://schemas.microsoft.com/office/drawing/2014/main" id="{00EEAE19-E373-9BD5-B054-47201842EEF4}"/>
              </a:ext>
            </a:extLst>
          </p:cNvPr>
          <p:cNvGrpSpPr/>
          <p:nvPr/>
        </p:nvGrpSpPr>
        <p:grpSpPr>
          <a:xfrm>
            <a:off x="6861035" y="4114722"/>
            <a:ext cx="1857169" cy="894110"/>
            <a:chOff x="6573181" y="3615887"/>
            <a:chExt cx="1857169" cy="894110"/>
          </a:xfrm>
        </p:grpSpPr>
        <p:sp>
          <p:nvSpPr>
            <p:cNvPr id="20" name="Google Shape;929;p31">
              <a:extLst>
                <a:ext uri="{FF2B5EF4-FFF2-40B4-BE49-F238E27FC236}">
                  <a16:creationId xmlns:a16="http://schemas.microsoft.com/office/drawing/2014/main" id="{95984D8E-8E71-D0DA-6359-0DC231595B13}"/>
                </a:ext>
              </a:extLst>
            </p:cNvPr>
            <p:cNvSpPr txBox="1"/>
            <p:nvPr/>
          </p:nvSpPr>
          <p:spPr>
            <a:xfrm>
              <a:off x="6573181" y="3615887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Final boss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1" name="Google Shape;930;p31">
              <a:extLst>
                <a:ext uri="{FF2B5EF4-FFF2-40B4-BE49-F238E27FC236}">
                  <a16:creationId xmlns:a16="http://schemas.microsoft.com/office/drawing/2014/main" id="{628E9456-F733-5263-69EB-3E288335F41D}"/>
                </a:ext>
              </a:extLst>
            </p:cNvPr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Testing 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24" name="Google Shape;931;p31">
            <a:extLst>
              <a:ext uri="{FF2B5EF4-FFF2-40B4-BE49-F238E27FC236}">
                <a16:creationId xmlns:a16="http://schemas.microsoft.com/office/drawing/2014/main" id="{442410AC-AC17-B656-C62F-E081EE0B4882}"/>
              </a:ext>
            </a:extLst>
          </p:cNvPr>
          <p:cNvCxnSpPr>
            <a:cxnSpLocks/>
          </p:cNvCxnSpPr>
          <p:nvPr/>
        </p:nvCxnSpPr>
        <p:spPr>
          <a:xfrm rot="10800000">
            <a:off x="6553996" y="1381320"/>
            <a:ext cx="773397" cy="388260"/>
          </a:xfrm>
          <a:prstGeom prst="bentConnector3">
            <a:avLst>
              <a:gd name="adj1" fmla="val -5246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931;p31">
            <a:extLst>
              <a:ext uri="{FF2B5EF4-FFF2-40B4-BE49-F238E27FC236}">
                <a16:creationId xmlns:a16="http://schemas.microsoft.com/office/drawing/2014/main" id="{657E7835-1865-6B41-04D5-73DC5FFFD83A}"/>
              </a:ext>
            </a:extLst>
          </p:cNvPr>
          <p:cNvCxnSpPr>
            <a:cxnSpLocks/>
          </p:cNvCxnSpPr>
          <p:nvPr/>
        </p:nvCxnSpPr>
        <p:spPr>
          <a:xfrm flipV="1">
            <a:off x="5219297" y="2116703"/>
            <a:ext cx="1467180" cy="976857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" name="Google Shape;931;p31">
            <a:extLst>
              <a:ext uri="{FF2B5EF4-FFF2-40B4-BE49-F238E27FC236}">
                <a16:creationId xmlns:a16="http://schemas.microsoft.com/office/drawing/2014/main" id="{9CC8509C-A7C6-CC59-2668-D955733A01EB}"/>
              </a:ext>
            </a:extLst>
          </p:cNvPr>
          <p:cNvCxnSpPr>
            <a:cxnSpLocks/>
          </p:cNvCxnSpPr>
          <p:nvPr/>
        </p:nvCxnSpPr>
        <p:spPr>
          <a:xfrm rot="10800000">
            <a:off x="5559552" y="3791776"/>
            <a:ext cx="1166274" cy="66165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0" name="Google Shape;310;p19">
            <a:extLst>
              <a:ext uri="{FF2B5EF4-FFF2-40B4-BE49-F238E27FC236}">
                <a16:creationId xmlns:a16="http://schemas.microsoft.com/office/drawing/2014/main" id="{C3D3AE15-B595-B3BE-4AAA-FC3025F63BF9}"/>
              </a:ext>
            </a:extLst>
          </p:cNvPr>
          <p:cNvSpPr/>
          <p:nvPr/>
        </p:nvSpPr>
        <p:spPr>
          <a:xfrm>
            <a:off x="7897675" y="706428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332;p19">
            <a:extLst>
              <a:ext uri="{FF2B5EF4-FFF2-40B4-BE49-F238E27FC236}">
                <a16:creationId xmlns:a16="http://schemas.microsoft.com/office/drawing/2014/main" id="{FFA414A3-9EBC-16A1-3ED7-5C639587B55E}"/>
              </a:ext>
            </a:extLst>
          </p:cNvPr>
          <p:cNvGrpSpPr/>
          <p:nvPr/>
        </p:nvGrpSpPr>
        <p:grpSpPr>
          <a:xfrm>
            <a:off x="8173251" y="972862"/>
            <a:ext cx="270549" cy="422012"/>
            <a:chOff x="4642626" y="2263533"/>
            <a:chExt cx="406779" cy="634510"/>
          </a:xfrm>
        </p:grpSpPr>
        <p:sp>
          <p:nvSpPr>
            <p:cNvPr id="42" name="Google Shape;333;p19">
              <a:extLst>
                <a:ext uri="{FF2B5EF4-FFF2-40B4-BE49-F238E27FC236}">
                  <a16:creationId xmlns:a16="http://schemas.microsoft.com/office/drawing/2014/main" id="{8F186F6D-281F-ED5A-66C9-6B8775244AA8}"/>
                </a:ext>
              </a:extLst>
            </p:cNvPr>
            <p:cNvSpPr/>
            <p:nvPr/>
          </p:nvSpPr>
          <p:spPr>
            <a:xfrm>
              <a:off x="4747002" y="2629882"/>
              <a:ext cx="199264" cy="66834"/>
            </a:xfrm>
            <a:custGeom>
              <a:avLst/>
              <a:gdLst/>
              <a:ahLst/>
              <a:cxnLst/>
              <a:rect l="l" t="t" r="r" b="b"/>
              <a:pathLst>
                <a:path w="483" h="162" extrusionOk="0">
                  <a:moveTo>
                    <a:pt x="459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2" y="0"/>
                    <a:pt x="288" y="41"/>
                    <a:pt x="283" y="94"/>
                  </a:cubicBezTo>
                  <a:cubicBezTo>
                    <a:pt x="201" y="94"/>
                    <a:pt x="201" y="94"/>
                    <a:pt x="201" y="94"/>
                  </a:cubicBezTo>
                  <a:cubicBezTo>
                    <a:pt x="195" y="41"/>
                    <a:pt x="151" y="0"/>
                    <a:pt x="97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116"/>
                    <a:pt x="47" y="162"/>
                    <a:pt x="104" y="162"/>
                  </a:cubicBezTo>
                  <a:cubicBezTo>
                    <a:pt x="379" y="162"/>
                    <a:pt x="379" y="162"/>
                    <a:pt x="379" y="162"/>
                  </a:cubicBezTo>
                  <a:cubicBezTo>
                    <a:pt x="436" y="162"/>
                    <a:pt x="483" y="116"/>
                    <a:pt x="483" y="58"/>
                  </a:cubicBezTo>
                  <a:cubicBezTo>
                    <a:pt x="483" y="25"/>
                    <a:pt x="483" y="25"/>
                    <a:pt x="483" y="25"/>
                  </a:cubicBezTo>
                  <a:cubicBezTo>
                    <a:pt x="483" y="11"/>
                    <a:pt x="472" y="0"/>
                    <a:pt x="459" y="0"/>
                  </a:cubicBezTo>
                  <a:close/>
                  <a:moveTo>
                    <a:pt x="459" y="0"/>
                  </a:moveTo>
                  <a:cubicBezTo>
                    <a:pt x="459" y="0"/>
                    <a:pt x="459" y="0"/>
                    <a:pt x="45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34;p19">
              <a:extLst>
                <a:ext uri="{FF2B5EF4-FFF2-40B4-BE49-F238E27FC236}">
                  <a16:creationId xmlns:a16="http://schemas.microsoft.com/office/drawing/2014/main" id="{2E74BC76-4CD7-D87D-A2B0-67F583696096}"/>
                </a:ext>
              </a:extLst>
            </p:cNvPr>
            <p:cNvSpPr/>
            <p:nvPr/>
          </p:nvSpPr>
          <p:spPr>
            <a:xfrm>
              <a:off x="4828275" y="2517667"/>
              <a:ext cx="34800" cy="2148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35;p19">
              <a:extLst>
                <a:ext uri="{FF2B5EF4-FFF2-40B4-BE49-F238E27FC236}">
                  <a16:creationId xmlns:a16="http://schemas.microsoft.com/office/drawing/2014/main" id="{4E41DEEA-2C25-99D2-6B51-52D2DFE0A086}"/>
                </a:ext>
              </a:extLst>
            </p:cNvPr>
            <p:cNvSpPr/>
            <p:nvPr/>
          </p:nvSpPr>
          <p:spPr>
            <a:xfrm>
              <a:off x="4828275" y="2517667"/>
              <a:ext cx="34655" cy="214941"/>
            </a:xfrm>
            <a:custGeom>
              <a:avLst/>
              <a:gdLst/>
              <a:ahLst/>
              <a:cxnLst/>
              <a:rect l="l" t="t" r="r" b="b"/>
              <a:pathLst>
                <a:path w="84" h="521" extrusionOk="0">
                  <a:moveTo>
                    <a:pt x="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42" y="521"/>
                    <a:pt x="42" y="521"/>
                    <a:pt x="42" y="521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57" y="149"/>
                    <a:pt x="71" y="149"/>
                    <a:pt x="84" y="14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42" y="0"/>
                  </a:lnTo>
                  <a:close/>
                  <a:moveTo>
                    <a:pt x="42" y="0"/>
                  </a:move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F7C8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36;p19">
              <a:extLst>
                <a:ext uri="{FF2B5EF4-FFF2-40B4-BE49-F238E27FC236}">
                  <a16:creationId xmlns:a16="http://schemas.microsoft.com/office/drawing/2014/main" id="{107F881C-88C3-724F-17ED-EDD522E558C2}"/>
                </a:ext>
              </a:extLst>
            </p:cNvPr>
            <p:cNvSpPr/>
            <p:nvPr/>
          </p:nvSpPr>
          <p:spPr>
            <a:xfrm>
              <a:off x="4737101" y="2742097"/>
              <a:ext cx="220200" cy="146400"/>
            </a:xfrm>
            <a:prstGeom prst="rect">
              <a:avLst/>
            </a:pr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337;p19">
              <a:extLst>
                <a:ext uri="{FF2B5EF4-FFF2-40B4-BE49-F238E27FC236}">
                  <a16:creationId xmlns:a16="http://schemas.microsoft.com/office/drawing/2014/main" id="{34C163BD-36D6-D6D0-8B9D-6D4C3FCDDBCA}"/>
                </a:ext>
              </a:extLst>
            </p:cNvPr>
            <p:cNvSpPr/>
            <p:nvPr/>
          </p:nvSpPr>
          <p:spPr>
            <a:xfrm>
              <a:off x="4671504" y="2330367"/>
              <a:ext cx="349022" cy="222780"/>
            </a:xfrm>
            <a:custGeom>
              <a:avLst/>
              <a:gdLst/>
              <a:ahLst/>
              <a:cxnLst/>
              <a:rect l="l" t="t" r="r" b="b"/>
              <a:pathLst>
                <a:path w="846" h="540" extrusionOk="0">
                  <a:moveTo>
                    <a:pt x="846" y="0"/>
                  </a:moveTo>
                  <a:cubicBezTo>
                    <a:pt x="846" y="117"/>
                    <a:pt x="846" y="117"/>
                    <a:pt x="846" y="117"/>
                  </a:cubicBezTo>
                  <a:cubicBezTo>
                    <a:pt x="846" y="234"/>
                    <a:pt x="799" y="340"/>
                    <a:pt x="722" y="416"/>
                  </a:cubicBezTo>
                  <a:cubicBezTo>
                    <a:pt x="646" y="493"/>
                    <a:pt x="540" y="540"/>
                    <a:pt x="423" y="540"/>
                  </a:cubicBezTo>
                  <a:cubicBezTo>
                    <a:pt x="189" y="540"/>
                    <a:pt x="0" y="351"/>
                    <a:pt x="0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8" y="263"/>
                    <a:pt x="398" y="263"/>
                    <a:pt x="398" y="263"/>
                  </a:cubicBezTo>
                  <a:cubicBezTo>
                    <a:pt x="406" y="268"/>
                    <a:pt x="414" y="270"/>
                    <a:pt x="423" y="270"/>
                  </a:cubicBezTo>
                  <a:cubicBezTo>
                    <a:pt x="432" y="270"/>
                    <a:pt x="440" y="268"/>
                    <a:pt x="448" y="263"/>
                  </a:cubicBezTo>
                  <a:lnTo>
                    <a:pt x="846" y="0"/>
                  </a:lnTo>
                  <a:close/>
                  <a:moveTo>
                    <a:pt x="846" y="0"/>
                  </a:moveTo>
                  <a:cubicBezTo>
                    <a:pt x="846" y="0"/>
                    <a:pt x="846" y="0"/>
                    <a:pt x="846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338;p19">
              <a:extLst>
                <a:ext uri="{FF2B5EF4-FFF2-40B4-BE49-F238E27FC236}">
                  <a16:creationId xmlns:a16="http://schemas.microsoft.com/office/drawing/2014/main" id="{4C317ADA-814F-35CA-6EE7-FBD65CD0C914}"/>
                </a:ext>
              </a:extLst>
            </p:cNvPr>
            <p:cNvSpPr/>
            <p:nvPr/>
          </p:nvSpPr>
          <p:spPr>
            <a:xfrm>
              <a:off x="4678518" y="2419479"/>
              <a:ext cx="90762" cy="105202"/>
            </a:xfrm>
            <a:custGeom>
              <a:avLst/>
              <a:gdLst/>
              <a:ahLst/>
              <a:cxnLst/>
              <a:rect l="l" t="t" r="r" b="b"/>
              <a:pathLst>
                <a:path w="220" h="255" extrusionOk="0">
                  <a:moveTo>
                    <a:pt x="220" y="147"/>
                  </a:moveTo>
                  <a:cubicBezTo>
                    <a:pt x="220" y="190"/>
                    <a:pt x="202" y="228"/>
                    <a:pt x="174" y="255"/>
                  </a:cubicBezTo>
                  <a:cubicBezTo>
                    <a:pt x="91" y="200"/>
                    <a:pt x="28" y="117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2" y="7"/>
                    <a:pt x="46" y="0"/>
                    <a:pt x="73" y="0"/>
                  </a:cubicBezTo>
                  <a:cubicBezTo>
                    <a:pt x="154" y="0"/>
                    <a:pt x="220" y="66"/>
                    <a:pt x="220" y="147"/>
                  </a:cubicBezTo>
                  <a:close/>
                  <a:moveTo>
                    <a:pt x="220" y="147"/>
                  </a:moveTo>
                  <a:cubicBezTo>
                    <a:pt x="220" y="147"/>
                    <a:pt x="220" y="147"/>
                    <a:pt x="220" y="14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339;p19">
              <a:extLst>
                <a:ext uri="{FF2B5EF4-FFF2-40B4-BE49-F238E27FC236}">
                  <a16:creationId xmlns:a16="http://schemas.microsoft.com/office/drawing/2014/main" id="{E0575FA1-265D-4DC0-2E28-291AB9BCFE27}"/>
                </a:ext>
              </a:extLst>
            </p:cNvPr>
            <p:cNvSpPr/>
            <p:nvPr/>
          </p:nvSpPr>
          <p:spPr>
            <a:xfrm>
              <a:off x="4925226" y="2419479"/>
              <a:ext cx="88699" cy="103964"/>
            </a:xfrm>
            <a:custGeom>
              <a:avLst/>
              <a:gdLst/>
              <a:ahLst/>
              <a:cxnLst/>
              <a:rect l="l" t="t" r="r" b="b"/>
              <a:pathLst>
                <a:path w="215" h="252" extrusionOk="0">
                  <a:moveTo>
                    <a:pt x="215" y="17"/>
                  </a:moveTo>
                  <a:cubicBezTo>
                    <a:pt x="195" y="87"/>
                    <a:pt x="157" y="150"/>
                    <a:pt x="107" y="200"/>
                  </a:cubicBezTo>
                  <a:cubicBezTo>
                    <a:pt x="88" y="220"/>
                    <a:pt x="67" y="237"/>
                    <a:pt x="44" y="252"/>
                  </a:cubicBezTo>
                  <a:cubicBezTo>
                    <a:pt x="17" y="226"/>
                    <a:pt x="0" y="188"/>
                    <a:pt x="0" y="147"/>
                  </a:cubicBezTo>
                  <a:cubicBezTo>
                    <a:pt x="0" y="66"/>
                    <a:pt x="66" y="0"/>
                    <a:pt x="147" y="0"/>
                  </a:cubicBezTo>
                  <a:cubicBezTo>
                    <a:pt x="172" y="0"/>
                    <a:pt x="195" y="6"/>
                    <a:pt x="215" y="17"/>
                  </a:cubicBezTo>
                  <a:close/>
                  <a:moveTo>
                    <a:pt x="215" y="17"/>
                  </a:moveTo>
                  <a:cubicBezTo>
                    <a:pt x="215" y="17"/>
                    <a:pt x="215" y="17"/>
                    <a:pt x="215" y="1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340;p19">
              <a:extLst>
                <a:ext uri="{FF2B5EF4-FFF2-40B4-BE49-F238E27FC236}">
                  <a16:creationId xmlns:a16="http://schemas.microsoft.com/office/drawing/2014/main" id="{624BF703-CFA0-B62B-9480-CB6211C62112}"/>
                </a:ext>
              </a:extLst>
            </p:cNvPr>
            <p:cNvSpPr/>
            <p:nvPr/>
          </p:nvSpPr>
          <p:spPr>
            <a:xfrm>
              <a:off x="4818786" y="2468985"/>
              <a:ext cx="56933" cy="56933"/>
            </a:xfrm>
            <a:custGeom>
              <a:avLst/>
              <a:gdLst/>
              <a:ahLst/>
              <a:cxnLst/>
              <a:rect l="l" t="t" r="r" b="b"/>
              <a:pathLst>
                <a:path w="138" h="138" extrusionOk="0">
                  <a:moveTo>
                    <a:pt x="138" y="69"/>
                  </a:moveTo>
                  <a:cubicBezTo>
                    <a:pt x="138" y="107"/>
                    <a:pt x="107" y="138"/>
                    <a:pt x="69" y="138"/>
                  </a:cubicBezTo>
                  <a:cubicBezTo>
                    <a:pt x="31" y="138"/>
                    <a:pt x="0" y="107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lose/>
                  <a:moveTo>
                    <a:pt x="138" y="69"/>
                  </a:moveTo>
                  <a:cubicBezTo>
                    <a:pt x="138" y="69"/>
                    <a:pt x="138" y="69"/>
                    <a:pt x="138" y="6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341;p19">
              <a:extLst>
                <a:ext uri="{FF2B5EF4-FFF2-40B4-BE49-F238E27FC236}">
                  <a16:creationId xmlns:a16="http://schemas.microsoft.com/office/drawing/2014/main" id="{5DFABAC9-ECCC-922B-A13A-6A2DF1749A2C}"/>
                </a:ext>
              </a:extLst>
            </p:cNvPr>
            <p:cNvSpPr/>
            <p:nvPr/>
          </p:nvSpPr>
          <p:spPr>
            <a:xfrm>
              <a:off x="4962356" y="2274672"/>
              <a:ext cx="46619" cy="51569"/>
            </a:xfrm>
            <a:custGeom>
              <a:avLst/>
              <a:gdLst/>
              <a:ahLst/>
              <a:cxnLst/>
              <a:rect l="l" t="t" r="r" b="b"/>
              <a:pathLst>
                <a:path w="113" h="125" extrusionOk="0">
                  <a:moveTo>
                    <a:pt x="109" y="48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09" y="48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342;p19">
              <a:extLst>
                <a:ext uri="{FF2B5EF4-FFF2-40B4-BE49-F238E27FC236}">
                  <a16:creationId xmlns:a16="http://schemas.microsoft.com/office/drawing/2014/main" id="{B783EF87-9DEF-46D3-79B8-7A0E216483AF}"/>
                </a:ext>
              </a:extLst>
            </p:cNvPr>
            <p:cNvSpPr/>
            <p:nvPr/>
          </p:nvSpPr>
          <p:spPr>
            <a:xfrm>
              <a:off x="4919037" y="2303138"/>
              <a:ext cx="46206" cy="51157"/>
            </a:xfrm>
            <a:custGeom>
              <a:avLst/>
              <a:gdLst/>
              <a:ahLst/>
              <a:cxnLst/>
              <a:rect l="l" t="t" r="r" b="b"/>
              <a:pathLst>
                <a:path w="112" h="124" extrusionOk="0">
                  <a:moveTo>
                    <a:pt x="109" y="49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112" y="54"/>
                    <a:pt x="112" y="54"/>
                    <a:pt x="112" y="54"/>
                  </a:cubicBezTo>
                  <a:lnTo>
                    <a:pt x="109" y="49"/>
                  </a:lnTo>
                  <a:close/>
                  <a:moveTo>
                    <a:pt x="109" y="49"/>
                  </a:moveTo>
                  <a:cubicBezTo>
                    <a:pt x="109" y="49"/>
                    <a:pt x="109" y="49"/>
                    <a:pt x="109" y="49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343;p19">
              <a:extLst>
                <a:ext uri="{FF2B5EF4-FFF2-40B4-BE49-F238E27FC236}">
                  <a16:creationId xmlns:a16="http://schemas.microsoft.com/office/drawing/2014/main" id="{9FF70915-D283-EEE7-6994-48BD94BD0323}"/>
                </a:ext>
              </a:extLst>
            </p:cNvPr>
            <p:cNvSpPr/>
            <p:nvPr/>
          </p:nvSpPr>
          <p:spPr>
            <a:xfrm>
              <a:off x="4875719" y="2331604"/>
              <a:ext cx="44968" cy="50332"/>
            </a:xfrm>
            <a:custGeom>
              <a:avLst/>
              <a:gdLst/>
              <a:ahLst/>
              <a:cxnLst/>
              <a:rect l="l" t="t" r="r" b="b"/>
              <a:pathLst>
                <a:path w="109" h="122" extrusionOk="0">
                  <a:moveTo>
                    <a:pt x="11" y="2"/>
                  </a:move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7" y="58"/>
                    <a:pt x="107" y="58"/>
                    <a:pt x="107" y="58"/>
                  </a:cubicBezTo>
                  <a:cubicBezTo>
                    <a:pt x="109" y="49"/>
                    <a:pt x="109" y="49"/>
                    <a:pt x="109" y="49"/>
                  </a:cubicBezTo>
                  <a:lnTo>
                    <a:pt x="11" y="2"/>
                  </a:lnTo>
                  <a:close/>
                  <a:moveTo>
                    <a:pt x="11" y="2"/>
                  </a:move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344;p19">
              <a:extLst>
                <a:ext uri="{FF2B5EF4-FFF2-40B4-BE49-F238E27FC236}">
                  <a16:creationId xmlns:a16="http://schemas.microsoft.com/office/drawing/2014/main" id="{34DAC5A4-AAF4-E268-1111-6C85222172E7}"/>
                </a:ext>
              </a:extLst>
            </p:cNvPr>
            <p:cNvSpPr/>
            <p:nvPr/>
          </p:nvSpPr>
          <p:spPr>
            <a:xfrm>
              <a:off x="4962356" y="2274672"/>
              <a:ext cx="15677" cy="51569"/>
            </a:xfrm>
            <a:custGeom>
              <a:avLst/>
              <a:gdLst/>
              <a:ahLst/>
              <a:cxnLst/>
              <a:rect l="l" t="t" r="r" b="b"/>
              <a:pathLst>
                <a:path w="38" h="125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345;p19">
              <a:extLst>
                <a:ext uri="{FF2B5EF4-FFF2-40B4-BE49-F238E27FC236}">
                  <a16:creationId xmlns:a16="http://schemas.microsoft.com/office/drawing/2014/main" id="{39851E21-CCCE-982A-85FB-A5C79E4FA910}"/>
                </a:ext>
              </a:extLst>
            </p:cNvPr>
            <p:cNvSpPr/>
            <p:nvPr/>
          </p:nvSpPr>
          <p:spPr>
            <a:xfrm>
              <a:off x="4919037" y="2303138"/>
              <a:ext cx="15677" cy="51157"/>
            </a:xfrm>
            <a:custGeom>
              <a:avLst/>
              <a:gdLst/>
              <a:ahLst/>
              <a:cxnLst/>
              <a:rect l="l" t="t" r="r" b="b"/>
              <a:pathLst>
                <a:path w="38" h="124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46;p19">
              <a:extLst>
                <a:ext uri="{FF2B5EF4-FFF2-40B4-BE49-F238E27FC236}">
                  <a16:creationId xmlns:a16="http://schemas.microsoft.com/office/drawing/2014/main" id="{5956647E-7774-9C1E-AEBC-71035753221A}"/>
                </a:ext>
              </a:extLst>
            </p:cNvPr>
            <p:cNvSpPr/>
            <p:nvPr/>
          </p:nvSpPr>
          <p:spPr>
            <a:xfrm>
              <a:off x="4875719" y="2331604"/>
              <a:ext cx="15677" cy="50332"/>
            </a:xfrm>
            <a:custGeom>
              <a:avLst/>
              <a:gdLst/>
              <a:ahLst/>
              <a:cxnLst/>
              <a:rect l="l" t="t" r="r" b="b"/>
              <a:pathLst>
                <a:path w="38" h="122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38" y="103"/>
                    <a:pt x="38" y="103"/>
                    <a:pt x="38" y="103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47;p19">
              <a:extLst>
                <a:ext uri="{FF2B5EF4-FFF2-40B4-BE49-F238E27FC236}">
                  <a16:creationId xmlns:a16="http://schemas.microsoft.com/office/drawing/2014/main" id="{EF988A29-63FB-85B2-068A-69AF6E225492}"/>
                </a:ext>
              </a:extLst>
            </p:cNvPr>
            <p:cNvSpPr/>
            <p:nvPr/>
          </p:nvSpPr>
          <p:spPr>
            <a:xfrm>
              <a:off x="4769280" y="2331604"/>
              <a:ext cx="49094" cy="51157"/>
            </a:xfrm>
            <a:custGeom>
              <a:avLst/>
              <a:gdLst/>
              <a:ahLst/>
              <a:cxnLst/>
              <a:rect l="l" t="t" r="r" b="b"/>
              <a:pathLst>
                <a:path w="119" h="124" extrusionOk="0">
                  <a:moveTo>
                    <a:pt x="108" y="2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lose/>
                  <a:moveTo>
                    <a:pt x="108" y="2"/>
                  </a:moveTo>
                  <a:cubicBezTo>
                    <a:pt x="108" y="2"/>
                    <a:pt x="108" y="2"/>
                    <a:pt x="108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348;p19">
              <a:extLst>
                <a:ext uri="{FF2B5EF4-FFF2-40B4-BE49-F238E27FC236}">
                  <a16:creationId xmlns:a16="http://schemas.microsoft.com/office/drawing/2014/main" id="{B4ACB9DD-3FA7-9510-D6FA-D0196722DAD1}"/>
                </a:ext>
              </a:extLst>
            </p:cNvPr>
            <p:cNvSpPr/>
            <p:nvPr/>
          </p:nvSpPr>
          <p:spPr>
            <a:xfrm>
              <a:off x="4724311" y="2303138"/>
              <a:ext cx="50744" cy="52394"/>
            </a:xfrm>
            <a:custGeom>
              <a:avLst/>
              <a:gdLst/>
              <a:ahLst/>
              <a:cxnLst/>
              <a:rect l="l" t="t" r="r" b="b"/>
              <a:pathLst>
                <a:path w="123" h="127" extrusionOk="0">
                  <a:moveTo>
                    <a:pt x="112" y="2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13" y="127"/>
                    <a:pt x="113" y="127"/>
                    <a:pt x="113" y="127"/>
                  </a:cubicBezTo>
                  <a:cubicBezTo>
                    <a:pt x="117" y="120"/>
                    <a:pt x="117" y="120"/>
                    <a:pt x="117" y="120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lose/>
                  <a:moveTo>
                    <a:pt x="112" y="2"/>
                  </a:moveTo>
                  <a:cubicBezTo>
                    <a:pt x="112" y="2"/>
                    <a:pt x="112" y="2"/>
                    <a:pt x="112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349;p19">
              <a:extLst>
                <a:ext uri="{FF2B5EF4-FFF2-40B4-BE49-F238E27FC236}">
                  <a16:creationId xmlns:a16="http://schemas.microsoft.com/office/drawing/2014/main" id="{9ACDA3FF-72E8-FFC0-B232-8BD3E3FE1999}"/>
                </a:ext>
              </a:extLst>
            </p:cNvPr>
            <p:cNvSpPr/>
            <p:nvPr/>
          </p:nvSpPr>
          <p:spPr>
            <a:xfrm>
              <a:off x="4681406" y="2274672"/>
              <a:ext cx="50332" cy="53632"/>
            </a:xfrm>
            <a:custGeom>
              <a:avLst/>
              <a:gdLst/>
              <a:ahLst/>
              <a:cxnLst/>
              <a:rect l="l" t="t" r="r" b="b"/>
              <a:pathLst>
                <a:path w="122" h="130" extrusionOk="0">
                  <a:moveTo>
                    <a:pt x="111" y="2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6" y="119"/>
                    <a:pt x="116" y="119"/>
                    <a:pt x="116" y="11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50;p19">
              <a:extLst>
                <a:ext uri="{FF2B5EF4-FFF2-40B4-BE49-F238E27FC236}">
                  <a16:creationId xmlns:a16="http://schemas.microsoft.com/office/drawing/2014/main" id="{87369612-71A7-B03B-3489-7ADA92F8789F}"/>
                </a:ext>
              </a:extLst>
            </p:cNvPr>
            <p:cNvSpPr/>
            <p:nvPr/>
          </p:nvSpPr>
          <p:spPr>
            <a:xfrm>
              <a:off x="4769280" y="2331604"/>
              <a:ext cx="49094" cy="34655"/>
            </a:xfrm>
            <a:custGeom>
              <a:avLst/>
              <a:gdLst/>
              <a:ahLst/>
              <a:cxnLst/>
              <a:rect l="l" t="t" r="r" b="b"/>
              <a:pathLst>
                <a:path w="119" h="84" extrusionOk="0">
                  <a:moveTo>
                    <a:pt x="117" y="5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44" y="84"/>
                    <a:pt x="44" y="84"/>
                    <a:pt x="44" y="84"/>
                  </a:cubicBezTo>
                  <a:lnTo>
                    <a:pt x="117" y="50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51;p19">
              <a:extLst>
                <a:ext uri="{FF2B5EF4-FFF2-40B4-BE49-F238E27FC236}">
                  <a16:creationId xmlns:a16="http://schemas.microsoft.com/office/drawing/2014/main" id="{69A704E3-99EB-C7BA-991F-0A391CED3078}"/>
                </a:ext>
              </a:extLst>
            </p:cNvPr>
            <p:cNvSpPr/>
            <p:nvPr/>
          </p:nvSpPr>
          <p:spPr>
            <a:xfrm>
              <a:off x="4724311" y="2303138"/>
              <a:ext cx="50744" cy="35480"/>
            </a:xfrm>
            <a:custGeom>
              <a:avLst/>
              <a:gdLst/>
              <a:ahLst/>
              <a:cxnLst/>
              <a:rect l="l" t="t" r="r" b="b"/>
              <a:pathLst>
                <a:path w="123" h="86" extrusionOk="0">
                  <a:moveTo>
                    <a:pt x="43" y="86"/>
                  </a:moveTo>
                  <a:cubicBezTo>
                    <a:pt x="121" y="50"/>
                    <a:pt x="121" y="50"/>
                    <a:pt x="121" y="5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43" y="86"/>
                    <a:pt x="43" y="86"/>
                    <a:pt x="43" y="86"/>
                  </a:cubicBezTo>
                  <a:close/>
                  <a:moveTo>
                    <a:pt x="43" y="86"/>
                  </a:moveTo>
                  <a:cubicBezTo>
                    <a:pt x="43" y="86"/>
                    <a:pt x="43" y="86"/>
                    <a:pt x="43" y="86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52;p19">
              <a:extLst>
                <a:ext uri="{FF2B5EF4-FFF2-40B4-BE49-F238E27FC236}">
                  <a16:creationId xmlns:a16="http://schemas.microsoft.com/office/drawing/2014/main" id="{87C6B83B-28D8-10D1-296C-7351F6554DDD}"/>
                </a:ext>
              </a:extLst>
            </p:cNvPr>
            <p:cNvSpPr/>
            <p:nvPr/>
          </p:nvSpPr>
          <p:spPr>
            <a:xfrm>
              <a:off x="4681406" y="2274672"/>
              <a:ext cx="50332" cy="35480"/>
            </a:xfrm>
            <a:custGeom>
              <a:avLst/>
              <a:gdLst/>
              <a:ahLst/>
              <a:cxnLst/>
              <a:rect l="l" t="t" r="r" b="b"/>
              <a:pathLst>
                <a:path w="122" h="86" extrusionOk="0">
                  <a:moveTo>
                    <a:pt x="120" y="50"/>
                  </a:move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1" y="86"/>
                    <a:pt x="41" y="86"/>
                    <a:pt x="41" y="86"/>
                  </a:cubicBezTo>
                  <a:lnTo>
                    <a:pt x="120" y="50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53;p19">
              <a:extLst>
                <a:ext uri="{FF2B5EF4-FFF2-40B4-BE49-F238E27FC236}">
                  <a16:creationId xmlns:a16="http://schemas.microsoft.com/office/drawing/2014/main" id="{60397FEC-478C-950A-9096-5D9BAC0EEBFF}"/>
                </a:ext>
              </a:extLst>
            </p:cNvPr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354;p19">
              <a:extLst>
                <a:ext uri="{FF2B5EF4-FFF2-40B4-BE49-F238E27FC236}">
                  <a16:creationId xmlns:a16="http://schemas.microsoft.com/office/drawing/2014/main" id="{FB1BBF45-1EDE-B645-953A-7DD123D555BF}"/>
                </a:ext>
              </a:extLst>
            </p:cNvPr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355;p19">
              <a:extLst>
                <a:ext uri="{FF2B5EF4-FFF2-40B4-BE49-F238E27FC236}">
                  <a16:creationId xmlns:a16="http://schemas.microsoft.com/office/drawing/2014/main" id="{965C5144-9792-AB81-1EC3-25ED9441ABD6}"/>
                </a:ext>
              </a:extLst>
            </p:cNvPr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356;p19">
              <a:extLst>
                <a:ext uri="{FF2B5EF4-FFF2-40B4-BE49-F238E27FC236}">
                  <a16:creationId xmlns:a16="http://schemas.microsoft.com/office/drawing/2014/main" id="{D9DD41D8-248C-300C-88B2-DB6BDADAE053}"/>
                </a:ext>
              </a:extLst>
            </p:cNvPr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357;p19">
              <a:extLst>
                <a:ext uri="{FF2B5EF4-FFF2-40B4-BE49-F238E27FC236}">
                  <a16:creationId xmlns:a16="http://schemas.microsoft.com/office/drawing/2014/main" id="{A2F31EA7-D469-6C4B-2AE3-57B8EB660783}"/>
                </a:ext>
              </a:extLst>
            </p:cNvPr>
            <p:cNvSpPr/>
            <p:nvPr/>
          </p:nvSpPr>
          <p:spPr>
            <a:xfrm>
              <a:off x="4650464" y="2287049"/>
              <a:ext cx="391102" cy="154708"/>
            </a:xfrm>
            <a:custGeom>
              <a:avLst/>
              <a:gdLst/>
              <a:ahLst/>
              <a:cxnLst/>
              <a:rect l="l" t="t" r="r" b="b"/>
              <a:pathLst>
                <a:path w="948" h="375" extrusionOk="0">
                  <a:moveTo>
                    <a:pt x="935" y="26"/>
                  </a:moveTo>
                  <a:cubicBezTo>
                    <a:pt x="948" y="47"/>
                    <a:pt x="943" y="75"/>
                    <a:pt x="922" y="89"/>
                  </a:cubicBezTo>
                  <a:cubicBezTo>
                    <a:pt x="499" y="368"/>
                    <a:pt x="499" y="368"/>
                    <a:pt x="499" y="368"/>
                  </a:cubicBezTo>
                  <a:cubicBezTo>
                    <a:pt x="491" y="373"/>
                    <a:pt x="483" y="375"/>
                    <a:pt x="474" y="375"/>
                  </a:cubicBezTo>
                  <a:cubicBezTo>
                    <a:pt x="465" y="375"/>
                    <a:pt x="457" y="373"/>
                    <a:pt x="449" y="368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6" y="75"/>
                    <a:pt x="0" y="47"/>
                    <a:pt x="14" y="26"/>
                  </a:cubicBezTo>
                  <a:cubicBezTo>
                    <a:pt x="27" y="6"/>
                    <a:pt x="55" y="0"/>
                    <a:pt x="76" y="14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91" y="90"/>
                    <a:pt x="191" y="90"/>
                    <a:pt x="191" y="90"/>
                  </a:cubicBezTo>
                  <a:cubicBezTo>
                    <a:pt x="296" y="159"/>
                    <a:pt x="296" y="159"/>
                    <a:pt x="296" y="159"/>
                  </a:cubicBezTo>
                  <a:cubicBezTo>
                    <a:pt x="401" y="228"/>
                    <a:pt x="401" y="228"/>
                    <a:pt x="401" y="228"/>
                  </a:cubicBezTo>
                  <a:cubicBezTo>
                    <a:pt x="474" y="276"/>
                    <a:pt x="474" y="276"/>
                    <a:pt x="474" y="276"/>
                  </a:cubicBezTo>
                  <a:cubicBezTo>
                    <a:pt x="553" y="225"/>
                    <a:pt x="553" y="225"/>
                    <a:pt x="553" y="225"/>
                  </a:cubicBezTo>
                  <a:cubicBezTo>
                    <a:pt x="655" y="157"/>
                    <a:pt x="655" y="157"/>
                    <a:pt x="655" y="157"/>
                  </a:cubicBezTo>
                  <a:cubicBezTo>
                    <a:pt x="658" y="158"/>
                    <a:pt x="658" y="158"/>
                    <a:pt x="658" y="158"/>
                  </a:cubicBezTo>
                  <a:cubicBezTo>
                    <a:pt x="658" y="155"/>
                    <a:pt x="658" y="155"/>
                    <a:pt x="658" y="155"/>
                  </a:cubicBezTo>
                  <a:cubicBezTo>
                    <a:pt x="760" y="88"/>
                    <a:pt x="760" y="88"/>
                    <a:pt x="760" y="88"/>
                  </a:cubicBezTo>
                  <a:cubicBezTo>
                    <a:pt x="763" y="89"/>
                    <a:pt x="763" y="89"/>
                    <a:pt x="763" y="89"/>
                  </a:cubicBezTo>
                  <a:cubicBezTo>
                    <a:pt x="763" y="86"/>
                    <a:pt x="763" y="86"/>
                    <a:pt x="763" y="86"/>
                  </a:cubicBezTo>
                  <a:cubicBezTo>
                    <a:pt x="865" y="18"/>
                    <a:pt x="865" y="18"/>
                    <a:pt x="865" y="18"/>
                  </a:cubicBezTo>
                  <a:cubicBezTo>
                    <a:pt x="872" y="14"/>
                    <a:pt x="872" y="14"/>
                    <a:pt x="872" y="14"/>
                  </a:cubicBezTo>
                  <a:cubicBezTo>
                    <a:pt x="893" y="0"/>
                    <a:pt x="921" y="6"/>
                    <a:pt x="935" y="26"/>
                  </a:cubicBezTo>
                  <a:close/>
                  <a:moveTo>
                    <a:pt x="935" y="26"/>
                  </a:moveTo>
                  <a:cubicBezTo>
                    <a:pt x="935" y="26"/>
                    <a:pt x="935" y="26"/>
                    <a:pt x="935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358;p19">
              <a:extLst>
                <a:ext uri="{FF2B5EF4-FFF2-40B4-BE49-F238E27FC236}">
                  <a16:creationId xmlns:a16="http://schemas.microsoft.com/office/drawing/2014/main" id="{51C4F889-242D-0771-A7EC-7019EC480A40}"/>
                </a:ext>
              </a:extLst>
            </p:cNvPr>
            <p:cNvSpPr/>
            <p:nvPr/>
          </p:nvSpPr>
          <p:spPr>
            <a:xfrm>
              <a:off x="4713585" y="2696716"/>
              <a:ext cx="267336" cy="69309"/>
            </a:xfrm>
            <a:custGeom>
              <a:avLst/>
              <a:gdLst/>
              <a:ahLst/>
              <a:cxnLst/>
              <a:rect l="l" t="t" r="r" b="b"/>
              <a:pathLst>
                <a:path w="648" h="168" extrusionOk="0">
                  <a:moveTo>
                    <a:pt x="648" y="41"/>
                  </a:moveTo>
                  <a:cubicBezTo>
                    <a:pt x="648" y="128"/>
                    <a:pt x="648" y="128"/>
                    <a:pt x="648" y="128"/>
                  </a:cubicBezTo>
                  <a:cubicBezTo>
                    <a:pt x="648" y="150"/>
                    <a:pt x="630" y="168"/>
                    <a:pt x="607" y="168"/>
                  </a:cubicBezTo>
                  <a:cubicBezTo>
                    <a:pt x="41" y="168"/>
                    <a:pt x="41" y="168"/>
                    <a:pt x="41" y="168"/>
                  </a:cubicBezTo>
                  <a:cubicBezTo>
                    <a:pt x="18" y="168"/>
                    <a:pt x="0" y="150"/>
                    <a:pt x="0" y="12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ubicBezTo>
                    <a:pt x="607" y="0"/>
                    <a:pt x="607" y="0"/>
                    <a:pt x="607" y="0"/>
                  </a:cubicBezTo>
                  <a:cubicBezTo>
                    <a:pt x="630" y="0"/>
                    <a:pt x="648" y="18"/>
                    <a:pt x="648" y="41"/>
                  </a:cubicBezTo>
                  <a:close/>
                  <a:moveTo>
                    <a:pt x="648" y="41"/>
                  </a:moveTo>
                  <a:cubicBezTo>
                    <a:pt x="648" y="41"/>
                    <a:pt x="648" y="41"/>
                    <a:pt x="648" y="41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359;p19">
              <a:extLst>
                <a:ext uri="{FF2B5EF4-FFF2-40B4-BE49-F238E27FC236}">
                  <a16:creationId xmlns:a16="http://schemas.microsoft.com/office/drawing/2014/main" id="{A6CAF380-DB00-B541-946C-83E284845CED}"/>
                </a:ext>
              </a:extLst>
            </p:cNvPr>
            <p:cNvSpPr/>
            <p:nvPr/>
          </p:nvSpPr>
          <p:spPr>
            <a:xfrm>
              <a:off x="4642626" y="2263533"/>
              <a:ext cx="406779" cy="634510"/>
            </a:xfrm>
            <a:custGeom>
              <a:avLst/>
              <a:gdLst/>
              <a:ahLst/>
              <a:cxnLst/>
              <a:rect l="l" t="t" r="r" b="b"/>
              <a:pathLst>
                <a:path w="986" h="1538" extrusionOk="0">
                  <a:moveTo>
                    <a:pt x="972" y="71"/>
                  </a:moveTo>
                  <a:cubicBezTo>
                    <a:pt x="953" y="41"/>
                    <a:pt x="913" y="32"/>
                    <a:pt x="882" y="50"/>
                  </a:cubicBezTo>
                  <a:cubicBezTo>
                    <a:pt x="785" y="4"/>
                    <a:pt x="785" y="4"/>
                    <a:pt x="785" y="4"/>
                  </a:cubicBezTo>
                  <a:cubicBezTo>
                    <a:pt x="778" y="0"/>
                    <a:pt x="769" y="1"/>
                    <a:pt x="763" y="6"/>
                  </a:cubicBezTo>
                  <a:cubicBezTo>
                    <a:pt x="756" y="10"/>
                    <a:pt x="752" y="18"/>
                    <a:pt x="753" y="25"/>
                  </a:cubicBezTo>
                  <a:cubicBezTo>
                    <a:pt x="757" y="109"/>
                    <a:pt x="757" y="109"/>
                    <a:pt x="757" y="109"/>
                  </a:cubicBezTo>
                  <a:cubicBezTo>
                    <a:pt x="680" y="73"/>
                    <a:pt x="680" y="73"/>
                    <a:pt x="680" y="73"/>
                  </a:cubicBezTo>
                  <a:cubicBezTo>
                    <a:pt x="673" y="69"/>
                    <a:pt x="664" y="70"/>
                    <a:pt x="658" y="75"/>
                  </a:cubicBezTo>
                  <a:cubicBezTo>
                    <a:pt x="651" y="79"/>
                    <a:pt x="647" y="87"/>
                    <a:pt x="648" y="94"/>
                  </a:cubicBezTo>
                  <a:cubicBezTo>
                    <a:pt x="652" y="178"/>
                    <a:pt x="652" y="178"/>
                    <a:pt x="652" y="178"/>
                  </a:cubicBezTo>
                  <a:cubicBezTo>
                    <a:pt x="575" y="142"/>
                    <a:pt x="575" y="142"/>
                    <a:pt x="575" y="142"/>
                  </a:cubicBezTo>
                  <a:cubicBezTo>
                    <a:pt x="568" y="138"/>
                    <a:pt x="559" y="139"/>
                    <a:pt x="553" y="144"/>
                  </a:cubicBezTo>
                  <a:cubicBezTo>
                    <a:pt x="546" y="148"/>
                    <a:pt x="542" y="156"/>
                    <a:pt x="543" y="163"/>
                  </a:cubicBezTo>
                  <a:cubicBezTo>
                    <a:pt x="548" y="270"/>
                    <a:pt x="548" y="270"/>
                    <a:pt x="548" y="270"/>
                  </a:cubicBezTo>
                  <a:cubicBezTo>
                    <a:pt x="493" y="306"/>
                    <a:pt x="493" y="306"/>
                    <a:pt x="493" y="306"/>
                  </a:cubicBezTo>
                  <a:cubicBezTo>
                    <a:pt x="444" y="274"/>
                    <a:pt x="444" y="274"/>
                    <a:pt x="444" y="274"/>
                  </a:cubicBezTo>
                  <a:cubicBezTo>
                    <a:pt x="450" y="163"/>
                    <a:pt x="450" y="163"/>
                    <a:pt x="450" y="163"/>
                  </a:cubicBezTo>
                  <a:cubicBezTo>
                    <a:pt x="450" y="156"/>
                    <a:pt x="446" y="148"/>
                    <a:pt x="440" y="144"/>
                  </a:cubicBezTo>
                  <a:cubicBezTo>
                    <a:pt x="433" y="139"/>
                    <a:pt x="425" y="138"/>
                    <a:pt x="418" y="142"/>
                  </a:cubicBezTo>
                  <a:cubicBezTo>
                    <a:pt x="340" y="178"/>
                    <a:pt x="340" y="178"/>
                    <a:pt x="340" y="178"/>
                  </a:cubicBezTo>
                  <a:cubicBezTo>
                    <a:pt x="345" y="94"/>
                    <a:pt x="345" y="94"/>
                    <a:pt x="345" y="94"/>
                  </a:cubicBezTo>
                  <a:cubicBezTo>
                    <a:pt x="345" y="87"/>
                    <a:pt x="341" y="79"/>
                    <a:pt x="335" y="75"/>
                  </a:cubicBezTo>
                  <a:cubicBezTo>
                    <a:pt x="328" y="70"/>
                    <a:pt x="320" y="69"/>
                    <a:pt x="313" y="73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40" y="25"/>
                    <a:pt x="240" y="25"/>
                    <a:pt x="240" y="25"/>
                  </a:cubicBezTo>
                  <a:cubicBezTo>
                    <a:pt x="240" y="18"/>
                    <a:pt x="236" y="10"/>
                    <a:pt x="230" y="6"/>
                  </a:cubicBezTo>
                  <a:cubicBezTo>
                    <a:pt x="223" y="1"/>
                    <a:pt x="215" y="1"/>
                    <a:pt x="208" y="4"/>
                  </a:cubicBezTo>
                  <a:cubicBezTo>
                    <a:pt x="107" y="51"/>
                    <a:pt x="107" y="51"/>
                    <a:pt x="107" y="51"/>
                  </a:cubicBezTo>
                  <a:cubicBezTo>
                    <a:pt x="92" y="42"/>
                    <a:pt x="74" y="39"/>
                    <a:pt x="57" y="42"/>
                  </a:cubicBezTo>
                  <a:cubicBezTo>
                    <a:pt x="39" y="46"/>
                    <a:pt x="24" y="56"/>
                    <a:pt x="14" y="71"/>
                  </a:cubicBezTo>
                  <a:cubicBezTo>
                    <a:pt x="4" y="86"/>
                    <a:pt x="0" y="104"/>
                    <a:pt x="4" y="122"/>
                  </a:cubicBezTo>
                  <a:cubicBezTo>
                    <a:pt x="8" y="139"/>
                    <a:pt x="18" y="155"/>
                    <a:pt x="33" y="165"/>
                  </a:cubicBezTo>
                  <a:cubicBezTo>
                    <a:pt x="48" y="174"/>
                    <a:pt x="48" y="174"/>
                    <a:pt x="48" y="174"/>
                  </a:cubicBezTo>
                  <a:cubicBezTo>
                    <a:pt x="48" y="279"/>
                    <a:pt x="48" y="279"/>
                    <a:pt x="48" y="279"/>
                  </a:cubicBezTo>
                  <a:cubicBezTo>
                    <a:pt x="48" y="504"/>
                    <a:pt x="215" y="690"/>
                    <a:pt x="432" y="720"/>
                  </a:cubicBezTo>
                  <a:cubicBezTo>
                    <a:pt x="432" y="896"/>
                    <a:pt x="432" y="896"/>
                    <a:pt x="432" y="896"/>
                  </a:cubicBezTo>
                  <a:cubicBezTo>
                    <a:pt x="410" y="877"/>
                    <a:pt x="381" y="866"/>
                    <a:pt x="350" y="866"/>
                  </a:cubicBezTo>
                  <a:cubicBezTo>
                    <a:pt x="253" y="866"/>
                    <a:pt x="253" y="866"/>
                    <a:pt x="253" y="866"/>
                  </a:cubicBezTo>
                  <a:cubicBezTo>
                    <a:pt x="241" y="866"/>
                    <a:pt x="231" y="876"/>
                    <a:pt x="231" y="888"/>
                  </a:cubicBezTo>
                  <a:cubicBezTo>
                    <a:pt x="231" y="946"/>
                    <a:pt x="231" y="946"/>
                    <a:pt x="231" y="946"/>
                  </a:cubicBezTo>
                  <a:cubicBezTo>
                    <a:pt x="231" y="977"/>
                    <a:pt x="242" y="1006"/>
                    <a:pt x="261" y="1028"/>
                  </a:cubicBezTo>
                  <a:cubicBezTo>
                    <a:pt x="213" y="1028"/>
                    <a:pt x="213" y="1028"/>
                    <a:pt x="213" y="1028"/>
                  </a:cubicBezTo>
                  <a:cubicBezTo>
                    <a:pt x="178" y="1028"/>
                    <a:pt x="150" y="1056"/>
                    <a:pt x="150" y="1091"/>
                  </a:cubicBezTo>
                  <a:cubicBezTo>
                    <a:pt x="150" y="1178"/>
                    <a:pt x="150" y="1178"/>
                    <a:pt x="150" y="1178"/>
                  </a:cubicBezTo>
                  <a:cubicBezTo>
                    <a:pt x="150" y="1210"/>
                    <a:pt x="175" y="1237"/>
                    <a:pt x="207" y="1240"/>
                  </a:cubicBezTo>
                  <a:cubicBezTo>
                    <a:pt x="207" y="1493"/>
                    <a:pt x="207" y="1493"/>
                    <a:pt x="207" y="1493"/>
                  </a:cubicBezTo>
                  <a:cubicBezTo>
                    <a:pt x="108" y="1493"/>
                    <a:pt x="108" y="1493"/>
                    <a:pt x="108" y="1493"/>
                  </a:cubicBezTo>
                  <a:cubicBezTo>
                    <a:pt x="95" y="1493"/>
                    <a:pt x="85" y="1503"/>
                    <a:pt x="85" y="1515"/>
                  </a:cubicBezTo>
                  <a:cubicBezTo>
                    <a:pt x="85" y="1528"/>
                    <a:pt x="95" y="1538"/>
                    <a:pt x="108" y="1538"/>
                  </a:cubicBezTo>
                  <a:cubicBezTo>
                    <a:pt x="882" y="1538"/>
                    <a:pt x="882" y="1538"/>
                    <a:pt x="882" y="1538"/>
                  </a:cubicBezTo>
                  <a:cubicBezTo>
                    <a:pt x="894" y="1538"/>
                    <a:pt x="904" y="1528"/>
                    <a:pt x="904" y="1515"/>
                  </a:cubicBezTo>
                  <a:cubicBezTo>
                    <a:pt x="904" y="1503"/>
                    <a:pt x="894" y="1493"/>
                    <a:pt x="882" y="1493"/>
                  </a:cubicBezTo>
                  <a:cubicBezTo>
                    <a:pt x="786" y="1493"/>
                    <a:pt x="786" y="1493"/>
                    <a:pt x="786" y="1493"/>
                  </a:cubicBezTo>
                  <a:cubicBezTo>
                    <a:pt x="786" y="1240"/>
                    <a:pt x="786" y="1240"/>
                    <a:pt x="786" y="1240"/>
                  </a:cubicBezTo>
                  <a:cubicBezTo>
                    <a:pt x="818" y="1237"/>
                    <a:pt x="843" y="1210"/>
                    <a:pt x="843" y="1178"/>
                  </a:cubicBezTo>
                  <a:cubicBezTo>
                    <a:pt x="843" y="1091"/>
                    <a:pt x="843" y="1091"/>
                    <a:pt x="843" y="1091"/>
                  </a:cubicBezTo>
                  <a:cubicBezTo>
                    <a:pt x="843" y="1056"/>
                    <a:pt x="814" y="1028"/>
                    <a:pt x="779" y="1028"/>
                  </a:cubicBezTo>
                  <a:cubicBezTo>
                    <a:pt x="732" y="1028"/>
                    <a:pt x="732" y="1028"/>
                    <a:pt x="732" y="1028"/>
                  </a:cubicBezTo>
                  <a:cubicBezTo>
                    <a:pt x="750" y="1006"/>
                    <a:pt x="762" y="977"/>
                    <a:pt x="762" y="946"/>
                  </a:cubicBezTo>
                  <a:cubicBezTo>
                    <a:pt x="762" y="888"/>
                    <a:pt x="762" y="888"/>
                    <a:pt x="762" y="888"/>
                  </a:cubicBezTo>
                  <a:cubicBezTo>
                    <a:pt x="762" y="876"/>
                    <a:pt x="752" y="866"/>
                    <a:pt x="739" y="866"/>
                  </a:cubicBezTo>
                  <a:cubicBezTo>
                    <a:pt x="642" y="866"/>
                    <a:pt x="642" y="866"/>
                    <a:pt x="642" y="866"/>
                  </a:cubicBezTo>
                  <a:cubicBezTo>
                    <a:pt x="611" y="866"/>
                    <a:pt x="583" y="877"/>
                    <a:pt x="561" y="896"/>
                  </a:cubicBezTo>
                  <a:cubicBezTo>
                    <a:pt x="561" y="863"/>
                    <a:pt x="561" y="863"/>
                    <a:pt x="561" y="863"/>
                  </a:cubicBezTo>
                  <a:cubicBezTo>
                    <a:pt x="561" y="850"/>
                    <a:pt x="551" y="840"/>
                    <a:pt x="538" y="840"/>
                  </a:cubicBezTo>
                  <a:cubicBezTo>
                    <a:pt x="526" y="840"/>
                    <a:pt x="516" y="850"/>
                    <a:pt x="516" y="863"/>
                  </a:cubicBezTo>
                  <a:cubicBezTo>
                    <a:pt x="516" y="1028"/>
                    <a:pt x="516" y="1028"/>
                    <a:pt x="516" y="1028"/>
                  </a:cubicBezTo>
                  <a:cubicBezTo>
                    <a:pt x="477" y="1028"/>
                    <a:pt x="477" y="1028"/>
                    <a:pt x="477" y="1028"/>
                  </a:cubicBezTo>
                  <a:cubicBezTo>
                    <a:pt x="477" y="724"/>
                    <a:pt x="477" y="724"/>
                    <a:pt x="477" y="724"/>
                  </a:cubicBezTo>
                  <a:cubicBezTo>
                    <a:pt x="482" y="725"/>
                    <a:pt x="488" y="725"/>
                    <a:pt x="493" y="725"/>
                  </a:cubicBezTo>
                  <a:cubicBezTo>
                    <a:pt x="501" y="725"/>
                    <a:pt x="508" y="725"/>
                    <a:pt x="516" y="724"/>
                  </a:cubicBezTo>
                  <a:cubicBezTo>
                    <a:pt x="516" y="773"/>
                    <a:pt x="516" y="773"/>
                    <a:pt x="516" y="773"/>
                  </a:cubicBezTo>
                  <a:cubicBezTo>
                    <a:pt x="516" y="785"/>
                    <a:pt x="526" y="795"/>
                    <a:pt x="538" y="795"/>
                  </a:cubicBezTo>
                  <a:cubicBezTo>
                    <a:pt x="551" y="795"/>
                    <a:pt x="561" y="785"/>
                    <a:pt x="561" y="773"/>
                  </a:cubicBezTo>
                  <a:cubicBezTo>
                    <a:pt x="561" y="720"/>
                    <a:pt x="561" y="720"/>
                    <a:pt x="561" y="720"/>
                  </a:cubicBezTo>
                  <a:cubicBezTo>
                    <a:pt x="774" y="687"/>
                    <a:pt x="939" y="502"/>
                    <a:pt x="939" y="279"/>
                  </a:cubicBezTo>
                  <a:cubicBezTo>
                    <a:pt x="939" y="174"/>
                    <a:pt x="939" y="174"/>
                    <a:pt x="939" y="174"/>
                  </a:cubicBezTo>
                  <a:cubicBezTo>
                    <a:pt x="953" y="165"/>
                    <a:pt x="953" y="165"/>
                    <a:pt x="953" y="165"/>
                  </a:cubicBezTo>
                  <a:cubicBezTo>
                    <a:pt x="968" y="155"/>
                    <a:pt x="979" y="139"/>
                    <a:pt x="982" y="122"/>
                  </a:cubicBezTo>
                  <a:cubicBezTo>
                    <a:pt x="986" y="104"/>
                    <a:pt x="982" y="86"/>
                    <a:pt x="972" y="71"/>
                  </a:cubicBezTo>
                  <a:close/>
                  <a:moveTo>
                    <a:pt x="252" y="1493"/>
                  </a:moveTo>
                  <a:cubicBezTo>
                    <a:pt x="252" y="1241"/>
                    <a:pt x="252" y="1241"/>
                    <a:pt x="252" y="1241"/>
                  </a:cubicBezTo>
                  <a:cubicBezTo>
                    <a:pt x="741" y="1241"/>
                    <a:pt x="741" y="1241"/>
                    <a:pt x="741" y="1241"/>
                  </a:cubicBezTo>
                  <a:cubicBezTo>
                    <a:pt x="741" y="1493"/>
                    <a:pt x="741" y="1493"/>
                    <a:pt x="741" y="1493"/>
                  </a:cubicBezTo>
                  <a:lnTo>
                    <a:pt x="252" y="1493"/>
                  </a:lnTo>
                  <a:close/>
                  <a:moveTo>
                    <a:pt x="798" y="1091"/>
                  </a:moveTo>
                  <a:cubicBezTo>
                    <a:pt x="798" y="1178"/>
                    <a:pt x="798" y="1178"/>
                    <a:pt x="798" y="1178"/>
                  </a:cubicBezTo>
                  <a:cubicBezTo>
                    <a:pt x="798" y="1188"/>
                    <a:pt x="789" y="1196"/>
                    <a:pt x="779" y="1196"/>
                  </a:cubicBezTo>
                  <a:cubicBezTo>
                    <a:pt x="213" y="1196"/>
                    <a:pt x="213" y="1196"/>
                    <a:pt x="213" y="1196"/>
                  </a:cubicBezTo>
                  <a:cubicBezTo>
                    <a:pt x="203" y="1196"/>
                    <a:pt x="195" y="1188"/>
                    <a:pt x="195" y="1178"/>
                  </a:cubicBezTo>
                  <a:cubicBezTo>
                    <a:pt x="195" y="1091"/>
                    <a:pt x="195" y="1091"/>
                    <a:pt x="195" y="1091"/>
                  </a:cubicBezTo>
                  <a:cubicBezTo>
                    <a:pt x="195" y="1081"/>
                    <a:pt x="203" y="1073"/>
                    <a:pt x="213" y="1073"/>
                  </a:cubicBezTo>
                  <a:cubicBezTo>
                    <a:pt x="779" y="1073"/>
                    <a:pt x="779" y="1073"/>
                    <a:pt x="779" y="1073"/>
                  </a:cubicBezTo>
                  <a:cubicBezTo>
                    <a:pt x="789" y="1073"/>
                    <a:pt x="798" y="1081"/>
                    <a:pt x="798" y="1091"/>
                  </a:cubicBezTo>
                  <a:close/>
                  <a:moveTo>
                    <a:pt x="561" y="993"/>
                  </a:moveTo>
                  <a:cubicBezTo>
                    <a:pt x="561" y="947"/>
                    <a:pt x="597" y="911"/>
                    <a:pt x="642" y="911"/>
                  </a:cubicBezTo>
                  <a:cubicBezTo>
                    <a:pt x="717" y="911"/>
                    <a:pt x="717" y="911"/>
                    <a:pt x="717" y="911"/>
                  </a:cubicBezTo>
                  <a:cubicBezTo>
                    <a:pt x="717" y="946"/>
                    <a:pt x="717" y="946"/>
                    <a:pt x="717" y="946"/>
                  </a:cubicBezTo>
                  <a:cubicBezTo>
                    <a:pt x="717" y="991"/>
                    <a:pt x="680" y="1028"/>
                    <a:pt x="635" y="1028"/>
                  </a:cubicBezTo>
                  <a:cubicBezTo>
                    <a:pt x="561" y="1028"/>
                    <a:pt x="561" y="1028"/>
                    <a:pt x="561" y="1028"/>
                  </a:cubicBezTo>
                  <a:lnTo>
                    <a:pt x="561" y="993"/>
                  </a:lnTo>
                  <a:close/>
                  <a:moveTo>
                    <a:pt x="357" y="1028"/>
                  </a:moveTo>
                  <a:cubicBezTo>
                    <a:pt x="312" y="1028"/>
                    <a:pt x="276" y="991"/>
                    <a:pt x="276" y="946"/>
                  </a:cubicBezTo>
                  <a:cubicBezTo>
                    <a:pt x="276" y="911"/>
                    <a:pt x="276" y="911"/>
                    <a:pt x="276" y="911"/>
                  </a:cubicBezTo>
                  <a:cubicBezTo>
                    <a:pt x="350" y="911"/>
                    <a:pt x="350" y="911"/>
                    <a:pt x="350" y="911"/>
                  </a:cubicBezTo>
                  <a:cubicBezTo>
                    <a:pt x="395" y="911"/>
                    <a:pt x="432" y="947"/>
                    <a:pt x="432" y="993"/>
                  </a:cubicBezTo>
                  <a:cubicBezTo>
                    <a:pt x="432" y="1028"/>
                    <a:pt x="432" y="1028"/>
                    <a:pt x="432" y="1028"/>
                  </a:cubicBezTo>
                  <a:lnTo>
                    <a:pt x="357" y="1028"/>
                  </a:lnTo>
                  <a:close/>
                  <a:moveTo>
                    <a:pt x="838" y="79"/>
                  </a:moveTo>
                  <a:cubicBezTo>
                    <a:pt x="802" y="103"/>
                    <a:pt x="802" y="103"/>
                    <a:pt x="802" y="103"/>
                  </a:cubicBezTo>
                  <a:cubicBezTo>
                    <a:pt x="800" y="61"/>
                    <a:pt x="800" y="61"/>
                    <a:pt x="800" y="61"/>
                  </a:cubicBezTo>
                  <a:lnTo>
                    <a:pt x="838" y="79"/>
                  </a:lnTo>
                  <a:close/>
                  <a:moveTo>
                    <a:pt x="733" y="148"/>
                  </a:moveTo>
                  <a:cubicBezTo>
                    <a:pt x="697" y="172"/>
                    <a:pt x="697" y="172"/>
                    <a:pt x="697" y="172"/>
                  </a:cubicBezTo>
                  <a:cubicBezTo>
                    <a:pt x="695" y="130"/>
                    <a:pt x="695" y="130"/>
                    <a:pt x="695" y="130"/>
                  </a:cubicBezTo>
                  <a:lnTo>
                    <a:pt x="733" y="148"/>
                  </a:lnTo>
                  <a:close/>
                  <a:moveTo>
                    <a:pt x="590" y="199"/>
                  </a:moveTo>
                  <a:cubicBezTo>
                    <a:pt x="629" y="217"/>
                    <a:pt x="629" y="217"/>
                    <a:pt x="629" y="217"/>
                  </a:cubicBezTo>
                  <a:cubicBezTo>
                    <a:pt x="592" y="241"/>
                    <a:pt x="592" y="241"/>
                    <a:pt x="592" y="241"/>
                  </a:cubicBezTo>
                  <a:lnTo>
                    <a:pt x="590" y="199"/>
                  </a:lnTo>
                  <a:close/>
                  <a:moveTo>
                    <a:pt x="400" y="245"/>
                  </a:moveTo>
                  <a:cubicBezTo>
                    <a:pt x="360" y="219"/>
                    <a:pt x="360" y="219"/>
                    <a:pt x="360" y="219"/>
                  </a:cubicBezTo>
                  <a:cubicBezTo>
                    <a:pt x="403" y="199"/>
                    <a:pt x="403" y="199"/>
                    <a:pt x="403" y="199"/>
                  </a:cubicBezTo>
                  <a:lnTo>
                    <a:pt x="400" y="245"/>
                  </a:lnTo>
                  <a:close/>
                  <a:moveTo>
                    <a:pt x="295" y="176"/>
                  </a:moveTo>
                  <a:cubicBezTo>
                    <a:pt x="255" y="150"/>
                    <a:pt x="255" y="150"/>
                    <a:pt x="255" y="150"/>
                  </a:cubicBezTo>
                  <a:cubicBezTo>
                    <a:pt x="298" y="130"/>
                    <a:pt x="298" y="130"/>
                    <a:pt x="298" y="130"/>
                  </a:cubicBezTo>
                  <a:lnTo>
                    <a:pt x="295" y="176"/>
                  </a:lnTo>
                  <a:close/>
                  <a:moveTo>
                    <a:pt x="190" y="107"/>
                  </a:moveTo>
                  <a:cubicBezTo>
                    <a:pt x="151" y="80"/>
                    <a:pt x="151" y="80"/>
                    <a:pt x="151" y="80"/>
                  </a:cubicBezTo>
                  <a:cubicBezTo>
                    <a:pt x="193" y="61"/>
                    <a:pt x="193" y="61"/>
                    <a:pt x="193" y="61"/>
                  </a:cubicBezTo>
                  <a:lnTo>
                    <a:pt x="190" y="107"/>
                  </a:lnTo>
                  <a:close/>
                  <a:moveTo>
                    <a:pt x="114" y="409"/>
                  </a:moveTo>
                  <a:cubicBezTo>
                    <a:pt x="129" y="404"/>
                    <a:pt x="144" y="401"/>
                    <a:pt x="160" y="401"/>
                  </a:cubicBezTo>
                  <a:cubicBezTo>
                    <a:pt x="229" y="401"/>
                    <a:pt x="285" y="457"/>
                    <a:pt x="285" y="525"/>
                  </a:cubicBezTo>
                  <a:cubicBezTo>
                    <a:pt x="285" y="554"/>
                    <a:pt x="275" y="581"/>
                    <a:pt x="257" y="603"/>
                  </a:cubicBezTo>
                  <a:cubicBezTo>
                    <a:pt x="192" y="555"/>
                    <a:pt x="141" y="488"/>
                    <a:pt x="114" y="409"/>
                  </a:cubicBezTo>
                  <a:close/>
                  <a:moveTo>
                    <a:pt x="733" y="600"/>
                  </a:moveTo>
                  <a:cubicBezTo>
                    <a:pt x="716" y="579"/>
                    <a:pt x="708" y="553"/>
                    <a:pt x="708" y="525"/>
                  </a:cubicBezTo>
                  <a:cubicBezTo>
                    <a:pt x="708" y="457"/>
                    <a:pt x="763" y="401"/>
                    <a:pt x="832" y="401"/>
                  </a:cubicBezTo>
                  <a:cubicBezTo>
                    <a:pt x="846" y="401"/>
                    <a:pt x="860" y="403"/>
                    <a:pt x="873" y="408"/>
                  </a:cubicBezTo>
                  <a:cubicBezTo>
                    <a:pt x="846" y="485"/>
                    <a:pt x="797" y="552"/>
                    <a:pt x="733" y="600"/>
                  </a:cubicBezTo>
                  <a:close/>
                  <a:moveTo>
                    <a:pt x="938" y="113"/>
                  </a:moveTo>
                  <a:cubicBezTo>
                    <a:pt x="937" y="119"/>
                    <a:pt x="934" y="124"/>
                    <a:pt x="928" y="127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505" y="406"/>
                    <a:pt x="505" y="406"/>
                    <a:pt x="505" y="406"/>
                  </a:cubicBezTo>
                  <a:cubicBezTo>
                    <a:pt x="498" y="411"/>
                    <a:pt x="488" y="411"/>
                    <a:pt x="481" y="40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76" y="271"/>
                    <a:pt x="262" y="274"/>
                    <a:pt x="255" y="284"/>
                  </a:cubicBezTo>
                  <a:cubicBezTo>
                    <a:pt x="248" y="294"/>
                    <a:pt x="251" y="308"/>
                    <a:pt x="261" y="315"/>
                  </a:cubicBezTo>
                  <a:cubicBezTo>
                    <a:pt x="456" y="444"/>
                    <a:pt x="456" y="444"/>
                    <a:pt x="456" y="444"/>
                  </a:cubicBezTo>
                  <a:cubicBezTo>
                    <a:pt x="467" y="451"/>
                    <a:pt x="480" y="455"/>
                    <a:pt x="493" y="455"/>
                  </a:cubicBezTo>
                  <a:cubicBezTo>
                    <a:pt x="506" y="455"/>
                    <a:pt x="519" y="451"/>
                    <a:pt x="530" y="444"/>
                  </a:cubicBezTo>
                  <a:cubicBezTo>
                    <a:pt x="894" y="204"/>
                    <a:pt x="894" y="204"/>
                    <a:pt x="894" y="204"/>
                  </a:cubicBezTo>
                  <a:cubicBezTo>
                    <a:pt x="894" y="279"/>
                    <a:pt x="894" y="279"/>
                    <a:pt x="894" y="279"/>
                  </a:cubicBezTo>
                  <a:cubicBezTo>
                    <a:pt x="894" y="308"/>
                    <a:pt x="890" y="337"/>
                    <a:pt x="885" y="364"/>
                  </a:cubicBezTo>
                  <a:cubicBezTo>
                    <a:pt x="868" y="359"/>
                    <a:pt x="850" y="356"/>
                    <a:pt x="832" y="356"/>
                  </a:cubicBezTo>
                  <a:cubicBezTo>
                    <a:pt x="739" y="356"/>
                    <a:pt x="663" y="432"/>
                    <a:pt x="663" y="525"/>
                  </a:cubicBezTo>
                  <a:cubicBezTo>
                    <a:pt x="663" y="562"/>
                    <a:pt x="674" y="596"/>
                    <a:pt x="695" y="625"/>
                  </a:cubicBezTo>
                  <a:cubicBezTo>
                    <a:pt x="636" y="660"/>
                    <a:pt x="567" y="680"/>
                    <a:pt x="493" y="680"/>
                  </a:cubicBezTo>
                  <a:cubicBezTo>
                    <a:pt x="421" y="680"/>
                    <a:pt x="354" y="661"/>
                    <a:pt x="295" y="627"/>
                  </a:cubicBezTo>
                  <a:cubicBezTo>
                    <a:pt x="317" y="598"/>
                    <a:pt x="330" y="562"/>
                    <a:pt x="330" y="525"/>
                  </a:cubicBezTo>
                  <a:cubicBezTo>
                    <a:pt x="330" y="432"/>
                    <a:pt x="254" y="356"/>
                    <a:pt x="160" y="356"/>
                  </a:cubicBezTo>
                  <a:cubicBezTo>
                    <a:pt x="140" y="356"/>
                    <a:pt x="121" y="359"/>
                    <a:pt x="102" y="366"/>
                  </a:cubicBezTo>
                  <a:cubicBezTo>
                    <a:pt x="96" y="338"/>
                    <a:pt x="93" y="309"/>
                    <a:pt x="93" y="279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186" y="266"/>
                    <a:pt x="186" y="266"/>
                    <a:pt x="186" y="266"/>
                  </a:cubicBezTo>
                  <a:cubicBezTo>
                    <a:pt x="197" y="272"/>
                    <a:pt x="210" y="270"/>
                    <a:pt x="217" y="259"/>
                  </a:cubicBezTo>
                  <a:cubicBezTo>
                    <a:pt x="224" y="249"/>
                    <a:pt x="221" y="235"/>
                    <a:pt x="211" y="228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3" y="124"/>
                    <a:pt x="49" y="119"/>
                    <a:pt x="48" y="113"/>
                  </a:cubicBezTo>
                  <a:cubicBezTo>
                    <a:pt x="47" y="107"/>
                    <a:pt x="48" y="101"/>
                    <a:pt x="51" y="96"/>
                  </a:cubicBezTo>
                  <a:cubicBezTo>
                    <a:pt x="55" y="91"/>
                    <a:pt x="60" y="87"/>
                    <a:pt x="66" y="86"/>
                  </a:cubicBezTo>
                  <a:cubicBezTo>
                    <a:pt x="71" y="85"/>
                    <a:pt x="77" y="86"/>
                    <a:pt x="82" y="89"/>
                  </a:cubicBezTo>
                  <a:cubicBezTo>
                    <a:pt x="481" y="352"/>
                    <a:pt x="481" y="352"/>
                    <a:pt x="481" y="352"/>
                  </a:cubicBezTo>
                  <a:cubicBezTo>
                    <a:pt x="488" y="357"/>
                    <a:pt x="498" y="357"/>
                    <a:pt x="505" y="352"/>
                  </a:cubicBezTo>
                  <a:cubicBezTo>
                    <a:pt x="904" y="89"/>
                    <a:pt x="904" y="89"/>
                    <a:pt x="904" y="89"/>
                  </a:cubicBezTo>
                  <a:cubicBezTo>
                    <a:pt x="914" y="83"/>
                    <a:pt x="928" y="85"/>
                    <a:pt x="935" y="96"/>
                  </a:cubicBezTo>
                  <a:cubicBezTo>
                    <a:pt x="938" y="101"/>
                    <a:pt x="939" y="107"/>
                    <a:pt x="938" y="113"/>
                  </a:cubicBezTo>
                  <a:close/>
                  <a:moveTo>
                    <a:pt x="938" y="113"/>
                  </a:moveTo>
                  <a:cubicBezTo>
                    <a:pt x="938" y="113"/>
                    <a:pt x="938" y="113"/>
                    <a:pt x="938" y="11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360;p19">
              <a:extLst>
                <a:ext uri="{FF2B5EF4-FFF2-40B4-BE49-F238E27FC236}">
                  <a16:creationId xmlns:a16="http://schemas.microsoft.com/office/drawing/2014/main" id="{7A718D31-9ED0-C2C6-3237-CC675B2D3556}"/>
                </a:ext>
              </a:extLst>
            </p:cNvPr>
            <p:cNvSpPr/>
            <p:nvPr/>
          </p:nvSpPr>
          <p:spPr>
            <a:xfrm>
              <a:off x="4809710" y="2459909"/>
              <a:ext cx="75498" cy="75498"/>
            </a:xfrm>
            <a:custGeom>
              <a:avLst/>
              <a:gdLst/>
              <a:ahLst/>
              <a:cxnLst/>
              <a:rect l="l" t="t" r="r" b="b"/>
              <a:pathLst>
                <a:path w="183" h="183" extrusionOk="0">
                  <a:moveTo>
                    <a:pt x="91" y="183"/>
                  </a:moveTo>
                  <a:cubicBezTo>
                    <a:pt x="142" y="183"/>
                    <a:pt x="183" y="142"/>
                    <a:pt x="183" y="91"/>
                  </a:cubicBezTo>
                  <a:cubicBezTo>
                    <a:pt x="183" y="41"/>
                    <a:pt x="142" y="0"/>
                    <a:pt x="91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1" y="183"/>
                  </a:cubicBezTo>
                  <a:close/>
                  <a:moveTo>
                    <a:pt x="91" y="45"/>
                  </a:moveTo>
                  <a:cubicBezTo>
                    <a:pt x="117" y="45"/>
                    <a:pt x="138" y="66"/>
                    <a:pt x="138" y="91"/>
                  </a:cubicBezTo>
                  <a:cubicBezTo>
                    <a:pt x="138" y="117"/>
                    <a:pt x="117" y="138"/>
                    <a:pt x="91" y="138"/>
                  </a:cubicBezTo>
                  <a:cubicBezTo>
                    <a:pt x="65" y="138"/>
                    <a:pt x="45" y="117"/>
                    <a:pt x="45" y="91"/>
                  </a:cubicBezTo>
                  <a:cubicBezTo>
                    <a:pt x="45" y="66"/>
                    <a:pt x="65" y="45"/>
                    <a:pt x="91" y="45"/>
                  </a:cubicBezTo>
                  <a:close/>
                  <a:moveTo>
                    <a:pt x="91" y="45"/>
                  </a:moveTo>
                  <a:cubicBezTo>
                    <a:pt x="91" y="45"/>
                    <a:pt x="91" y="45"/>
                    <a:pt x="91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2" name="Google Shape;465;p21">
            <a:extLst>
              <a:ext uri="{FF2B5EF4-FFF2-40B4-BE49-F238E27FC236}">
                <a16:creationId xmlns:a16="http://schemas.microsoft.com/office/drawing/2014/main" id="{E2128552-F3F7-F410-C7BB-42FC477764F3}"/>
              </a:ext>
            </a:extLst>
          </p:cNvPr>
          <p:cNvSpPr/>
          <p:nvPr/>
        </p:nvSpPr>
        <p:spPr>
          <a:xfrm>
            <a:off x="3974973" y="403248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3" name="Google Shape;495;p21">
            <a:extLst>
              <a:ext uri="{FF2B5EF4-FFF2-40B4-BE49-F238E27FC236}">
                <a16:creationId xmlns:a16="http://schemas.microsoft.com/office/drawing/2014/main" id="{1CFA7CBB-321C-1F89-84B1-871EB3EEA478}"/>
              </a:ext>
            </a:extLst>
          </p:cNvPr>
          <p:cNvGrpSpPr/>
          <p:nvPr/>
        </p:nvGrpSpPr>
        <p:grpSpPr>
          <a:xfrm>
            <a:off x="4155477" y="4237512"/>
            <a:ext cx="469691" cy="420637"/>
            <a:chOff x="5901125" y="3318848"/>
            <a:chExt cx="634717" cy="562725"/>
          </a:xfrm>
        </p:grpSpPr>
        <p:sp>
          <p:nvSpPr>
            <p:cNvPr id="904" name="Google Shape;496;p21">
              <a:extLst>
                <a:ext uri="{FF2B5EF4-FFF2-40B4-BE49-F238E27FC236}">
                  <a16:creationId xmlns:a16="http://schemas.microsoft.com/office/drawing/2014/main" id="{4030EA50-FB15-61CC-B55B-7A809D38096B}"/>
                </a:ext>
              </a:extLst>
            </p:cNvPr>
            <p:cNvSpPr/>
            <p:nvPr/>
          </p:nvSpPr>
          <p:spPr>
            <a:xfrm>
              <a:off x="5948362" y="3678596"/>
              <a:ext cx="168735" cy="162134"/>
            </a:xfrm>
            <a:custGeom>
              <a:avLst/>
              <a:gdLst/>
              <a:ahLst/>
              <a:cxnLst/>
              <a:rect l="l" t="t" r="r" b="b"/>
              <a:pathLst>
                <a:path w="409" h="393" extrusionOk="0">
                  <a:moveTo>
                    <a:pt x="236" y="0"/>
                  </a:moveTo>
                  <a:cubicBezTo>
                    <a:pt x="233" y="3"/>
                    <a:pt x="233" y="3"/>
                    <a:pt x="233" y="3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1" y="298"/>
                    <a:pt x="0" y="306"/>
                    <a:pt x="5" y="311"/>
                  </a:cubicBezTo>
                  <a:cubicBezTo>
                    <a:pt x="72" y="387"/>
                    <a:pt x="72" y="387"/>
                    <a:pt x="72" y="387"/>
                  </a:cubicBezTo>
                  <a:cubicBezTo>
                    <a:pt x="77" y="392"/>
                    <a:pt x="85" y="393"/>
                    <a:pt x="90" y="388"/>
                  </a:cubicBezTo>
                  <a:cubicBezTo>
                    <a:pt x="285" y="216"/>
                    <a:pt x="285" y="216"/>
                    <a:pt x="285" y="216"/>
                  </a:cubicBezTo>
                  <a:cubicBezTo>
                    <a:pt x="406" y="199"/>
                    <a:pt x="406" y="199"/>
                    <a:pt x="406" y="199"/>
                  </a:cubicBezTo>
                  <a:cubicBezTo>
                    <a:pt x="409" y="198"/>
                    <a:pt x="409" y="198"/>
                    <a:pt x="409" y="198"/>
                  </a:cubicBezTo>
                  <a:lnTo>
                    <a:pt x="236" y="0"/>
                  </a:lnTo>
                  <a:close/>
                  <a:moveTo>
                    <a:pt x="236" y="0"/>
                  </a:moveTo>
                  <a:cubicBezTo>
                    <a:pt x="236" y="0"/>
                    <a:pt x="236" y="0"/>
                    <a:pt x="23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497;p21">
              <a:extLst>
                <a:ext uri="{FF2B5EF4-FFF2-40B4-BE49-F238E27FC236}">
                  <a16:creationId xmlns:a16="http://schemas.microsoft.com/office/drawing/2014/main" id="{89C36A12-B21E-6060-C189-582396F91FFD}"/>
                </a:ext>
              </a:extLst>
            </p:cNvPr>
            <p:cNvSpPr/>
            <p:nvPr/>
          </p:nvSpPr>
          <p:spPr>
            <a:xfrm>
              <a:off x="6086568" y="3327925"/>
              <a:ext cx="439784" cy="394815"/>
            </a:xfrm>
            <a:custGeom>
              <a:avLst/>
              <a:gdLst/>
              <a:ahLst/>
              <a:cxnLst/>
              <a:rect l="l" t="t" r="r" b="b"/>
              <a:pathLst>
                <a:path w="1066" h="957" extrusionOk="0">
                  <a:moveTo>
                    <a:pt x="614" y="17"/>
                  </a:moveTo>
                  <a:cubicBezTo>
                    <a:pt x="613" y="21"/>
                    <a:pt x="613" y="21"/>
                    <a:pt x="613" y="21"/>
                  </a:cubicBezTo>
                  <a:cubicBezTo>
                    <a:pt x="607" y="60"/>
                    <a:pt x="607" y="60"/>
                    <a:pt x="607" y="60"/>
                  </a:cubicBezTo>
                  <a:cubicBezTo>
                    <a:pt x="580" y="227"/>
                    <a:pt x="496" y="378"/>
                    <a:pt x="370" y="490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56" y="880"/>
                    <a:pt x="56" y="880"/>
                    <a:pt x="56" y="880"/>
                  </a:cubicBezTo>
                  <a:cubicBezTo>
                    <a:pt x="124" y="957"/>
                    <a:pt x="124" y="957"/>
                    <a:pt x="124" y="957"/>
                  </a:cubicBezTo>
                  <a:cubicBezTo>
                    <a:pt x="163" y="923"/>
                    <a:pt x="163" y="923"/>
                    <a:pt x="163" y="923"/>
                  </a:cubicBezTo>
                  <a:cubicBezTo>
                    <a:pt x="494" y="631"/>
                    <a:pt x="494" y="631"/>
                    <a:pt x="494" y="631"/>
                  </a:cubicBezTo>
                  <a:cubicBezTo>
                    <a:pt x="553" y="578"/>
                    <a:pt x="620" y="536"/>
                    <a:pt x="692" y="506"/>
                  </a:cubicBezTo>
                  <a:cubicBezTo>
                    <a:pt x="696" y="504"/>
                    <a:pt x="701" y="502"/>
                    <a:pt x="706" y="500"/>
                  </a:cubicBezTo>
                  <a:cubicBezTo>
                    <a:pt x="725" y="492"/>
                    <a:pt x="745" y="485"/>
                    <a:pt x="765" y="479"/>
                  </a:cubicBezTo>
                  <a:cubicBezTo>
                    <a:pt x="775" y="476"/>
                    <a:pt x="785" y="473"/>
                    <a:pt x="795" y="471"/>
                  </a:cubicBezTo>
                  <a:cubicBezTo>
                    <a:pt x="805" y="468"/>
                    <a:pt x="815" y="466"/>
                    <a:pt x="825" y="464"/>
                  </a:cubicBezTo>
                  <a:cubicBezTo>
                    <a:pt x="835" y="462"/>
                    <a:pt x="846" y="460"/>
                    <a:pt x="856" y="458"/>
                  </a:cubicBezTo>
                  <a:cubicBezTo>
                    <a:pt x="866" y="456"/>
                    <a:pt x="875" y="455"/>
                    <a:pt x="885" y="454"/>
                  </a:cubicBezTo>
                  <a:cubicBezTo>
                    <a:pt x="906" y="451"/>
                    <a:pt x="928" y="449"/>
                    <a:pt x="950" y="448"/>
                  </a:cubicBezTo>
                  <a:cubicBezTo>
                    <a:pt x="991" y="447"/>
                    <a:pt x="991" y="447"/>
                    <a:pt x="991" y="447"/>
                  </a:cubicBezTo>
                  <a:cubicBezTo>
                    <a:pt x="993" y="447"/>
                    <a:pt x="993" y="447"/>
                    <a:pt x="993" y="447"/>
                  </a:cubicBezTo>
                  <a:cubicBezTo>
                    <a:pt x="1065" y="7"/>
                    <a:pt x="1065" y="7"/>
                    <a:pt x="1065" y="7"/>
                  </a:cubicBezTo>
                  <a:cubicBezTo>
                    <a:pt x="1066" y="0"/>
                    <a:pt x="1066" y="0"/>
                    <a:pt x="1066" y="0"/>
                  </a:cubicBezTo>
                  <a:lnTo>
                    <a:pt x="614" y="17"/>
                  </a:lnTo>
                  <a:close/>
                  <a:moveTo>
                    <a:pt x="614" y="17"/>
                  </a:moveTo>
                  <a:cubicBezTo>
                    <a:pt x="614" y="17"/>
                    <a:pt x="614" y="17"/>
                    <a:pt x="614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498;p21">
              <a:extLst>
                <a:ext uri="{FF2B5EF4-FFF2-40B4-BE49-F238E27FC236}">
                  <a16:creationId xmlns:a16="http://schemas.microsoft.com/office/drawing/2014/main" id="{758B0716-CBC8-BA0A-E02F-3554E354FF73}"/>
                </a:ext>
              </a:extLst>
            </p:cNvPr>
            <p:cNvSpPr/>
            <p:nvPr/>
          </p:nvSpPr>
          <p:spPr>
            <a:xfrm>
              <a:off x="5910201" y="3807726"/>
              <a:ext cx="68278" cy="64771"/>
            </a:xfrm>
            <a:custGeom>
              <a:avLst/>
              <a:gdLst/>
              <a:ahLst/>
              <a:cxnLst/>
              <a:rect l="l" t="t" r="r" b="b"/>
              <a:pathLst>
                <a:path w="165" h="157" extrusionOk="0">
                  <a:moveTo>
                    <a:pt x="119" y="0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0" y="15"/>
                    <a:pt x="22" y="22"/>
                    <a:pt x="20" y="31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45"/>
                    <a:pt x="10" y="157"/>
                    <a:pt x="23" y="157"/>
                  </a:cubicBezTo>
                  <a:cubicBezTo>
                    <a:pt x="126" y="151"/>
                    <a:pt x="126" y="151"/>
                    <a:pt x="126" y="151"/>
                  </a:cubicBezTo>
                  <a:cubicBezTo>
                    <a:pt x="135" y="151"/>
                    <a:pt x="143" y="144"/>
                    <a:pt x="145" y="134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65" y="53"/>
                    <a:pt x="165" y="53"/>
                    <a:pt x="165" y="53"/>
                  </a:cubicBezTo>
                  <a:lnTo>
                    <a:pt x="119" y="0"/>
                  </a:ln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499;p21">
              <a:extLst>
                <a:ext uri="{FF2B5EF4-FFF2-40B4-BE49-F238E27FC236}">
                  <a16:creationId xmlns:a16="http://schemas.microsoft.com/office/drawing/2014/main" id="{61E762EE-B531-8A2A-3FAE-3999C7C44FCD}"/>
                </a:ext>
              </a:extLst>
            </p:cNvPr>
            <p:cNvSpPr/>
            <p:nvPr/>
          </p:nvSpPr>
          <p:spPr>
            <a:xfrm>
              <a:off x="6445078" y="3327925"/>
              <a:ext cx="81273" cy="184412"/>
            </a:xfrm>
            <a:custGeom>
              <a:avLst/>
              <a:gdLst/>
              <a:ahLst/>
              <a:cxnLst/>
              <a:rect l="l" t="t" r="r" b="b"/>
              <a:pathLst>
                <a:path w="394" h="894" extrusionOk="0">
                  <a:moveTo>
                    <a:pt x="380" y="12"/>
                  </a:moveTo>
                  <a:lnTo>
                    <a:pt x="100" y="260"/>
                  </a:lnTo>
                  <a:lnTo>
                    <a:pt x="100" y="260"/>
                  </a:lnTo>
                  <a:lnTo>
                    <a:pt x="0" y="576"/>
                  </a:lnTo>
                  <a:lnTo>
                    <a:pt x="36" y="652"/>
                  </a:lnTo>
                  <a:lnTo>
                    <a:pt x="42" y="660"/>
                  </a:lnTo>
                  <a:lnTo>
                    <a:pt x="242" y="888"/>
                  </a:lnTo>
                  <a:lnTo>
                    <a:pt x="246" y="890"/>
                  </a:lnTo>
                  <a:lnTo>
                    <a:pt x="248" y="894"/>
                  </a:lnTo>
                  <a:lnTo>
                    <a:pt x="394" y="0"/>
                  </a:lnTo>
                  <a:lnTo>
                    <a:pt x="380" y="12"/>
                  </a:lnTo>
                  <a:moveTo>
                    <a:pt x="380" y="12"/>
                  </a:moveTo>
                  <a:lnTo>
                    <a:pt x="380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500;p21">
              <a:extLst>
                <a:ext uri="{FF2B5EF4-FFF2-40B4-BE49-F238E27FC236}">
                  <a16:creationId xmlns:a16="http://schemas.microsoft.com/office/drawing/2014/main" id="{DABC8B06-1733-7AC1-71EC-9DEF3D7ED480}"/>
                </a:ext>
              </a:extLst>
            </p:cNvPr>
            <p:cNvSpPr/>
            <p:nvPr/>
          </p:nvSpPr>
          <p:spPr>
            <a:xfrm>
              <a:off x="6017671" y="3603099"/>
              <a:ext cx="177811" cy="190600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415" y="365"/>
                  </a:moveTo>
                  <a:cubicBezTo>
                    <a:pt x="427" y="367"/>
                    <a:pt x="431" y="381"/>
                    <a:pt x="423" y="388"/>
                  </a:cubicBezTo>
                  <a:cubicBezTo>
                    <a:pt x="359" y="444"/>
                    <a:pt x="359" y="444"/>
                    <a:pt x="359" y="444"/>
                  </a:cubicBezTo>
                  <a:cubicBezTo>
                    <a:pt x="339" y="462"/>
                    <a:pt x="307" y="460"/>
                    <a:pt x="289" y="440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0" y="112"/>
                    <a:pt x="2" y="81"/>
                    <a:pt x="23" y="63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94" y="0"/>
                    <a:pt x="108" y="6"/>
                    <a:pt x="107" y="18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352" y="359"/>
                    <a:pt x="352" y="359"/>
                    <a:pt x="352" y="359"/>
                  </a:cubicBezTo>
                  <a:lnTo>
                    <a:pt x="415" y="365"/>
                  </a:lnTo>
                  <a:close/>
                  <a:moveTo>
                    <a:pt x="415" y="365"/>
                  </a:moveTo>
                  <a:cubicBezTo>
                    <a:pt x="415" y="365"/>
                    <a:pt x="415" y="365"/>
                    <a:pt x="415" y="36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501;p21">
              <a:extLst>
                <a:ext uri="{FF2B5EF4-FFF2-40B4-BE49-F238E27FC236}">
                  <a16:creationId xmlns:a16="http://schemas.microsoft.com/office/drawing/2014/main" id="{9975BB9B-C1B9-E6CD-DF37-4494039F4D09}"/>
                </a:ext>
              </a:extLst>
            </p:cNvPr>
            <p:cNvSpPr/>
            <p:nvPr/>
          </p:nvSpPr>
          <p:spPr>
            <a:xfrm>
              <a:off x="5997456" y="3736354"/>
              <a:ext cx="59408" cy="61058"/>
            </a:xfrm>
            <a:custGeom>
              <a:avLst/>
              <a:gdLst/>
              <a:ahLst/>
              <a:cxnLst/>
              <a:rect l="l" t="t" r="r" b="b"/>
              <a:pathLst>
                <a:path w="288" h="296" extrusionOk="0">
                  <a:moveTo>
                    <a:pt x="0" y="106"/>
                  </a:moveTo>
                  <a:lnTo>
                    <a:pt x="120" y="0"/>
                  </a:lnTo>
                  <a:lnTo>
                    <a:pt x="288" y="190"/>
                  </a:lnTo>
                  <a:lnTo>
                    <a:pt x="170" y="296"/>
                  </a:lnTo>
                  <a:lnTo>
                    <a:pt x="0" y="106"/>
                  </a:lnTo>
                  <a:moveTo>
                    <a:pt x="0" y="106"/>
                  </a:moveTo>
                  <a:lnTo>
                    <a:pt x="0" y="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502;p21">
              <a:extLst>
                <a:ext uri="{FF2B5EF4-FFF2-40B4-BE49-F238E27FC236}">
                  <a16:creationId xmlns:a16="http://schemas.microsoft.com/office/drawing/2014/main" id="{771E3609-B420-ABA0-B033-ABE22B85022B}"/>
                </a:ext>
              </a:extLst>
            </p:cNvPr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close/>
                  <a:moveTo>
                    <a:pt x="460" y="0"/>
                  </a:moveTo>
                  <a:lnTo>
                    <a:pt x="4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503;p21">
              <a:extLst>
                <a:ext uri="{FF2B5EF4-FFF2-40B4-BE49-F238E27FC236}">
                  <a16:creationId xmlns:a16="http://schemas.microsoft.com/office/drawing/2014/main" id="{5193F477-2142-7274-D79B-67C6B9AC62BC}"/>
                </a:ext>
              </a:extLst>
            </p:cNvPr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moveTo>
                    <a:pt x="460" y="0"/>
                  </a:moveTo>
                  <a:lnTo>
                    <a:pt x="4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504;p21">
              <a:extLst>
                <a:ext uri="{FF2B5EF4-FFF2-40B4-BE49-F238E27FC236}">
                  <a16:creationId xmlns:a16="http://schemas.microsoft.com/office/drawing/2014/main" id="{0FFB4A05-9706-30E2-06B3-378ABF6DC87C}"/>
                </a:ext>
              </a:extLst>
            </p:cNvPr>
            <p:cNvSpPr/>
            <p:nvPr/>
          </p:nvSpPr>
          <p:spPr>
            <a:xfrm>
              <a:off x="5901125" y="3318848"/>
              <a:ext cx="634717" cy="562725"/>
            </a:xfrm>
            <a:custGeom>
              <a:avLst/>
              <a:gdLst/>
              <a:ahLst/>
              <a:cxnLst/>
              <a:rect l="l" t="t" r="r" b="b"/>
              <a:pathLst>
                <a:path w="1538" h="1364" extrusionOk="0">
                  <a:moveTo>
                    <a:pt x="1532" y="8"/>
                  </a:moveTo>
                  <a:cubicBezTo>
                    <a:pt x="1527" y="3"/>
                    <a:pt x="1521" y="0"/>
                    <a:pt x="1514" y="0"/>
                  </a:cubicBezTo>
                  <a:cubicBezTo>
                    <a:pt x="1062" y="17"/>
                    <a:pt x="1062" y="17"/>
                    <a:pt x="1062" y="17"/>
                  </a:cubicBezTo>
                  <a:cubicBezTo>
                    <a:pt x="1051" y="17"/>
                    <a:pt x="1042" y="25"/>
                    <a:pt x="1041" y="36"/>
                  </a:cubicBezTo>
                  <a:cubicBezTo>
                    <a:pt x="1034" y="79"/>
                    <a:pt x="1034" y="79"/>
                    <a:pt x="1034" y="79"/>
                  </a:cubicBezTo>
                  <a:cubicBezTo>
                    <a:pt x="1008" y="239"/>
                    <a:pt x="926" y="387"/>
                    <a:pt x="804" y="495"/>
                  </a:cubicBezTo>
                  <a:cubicBezTo>
                    <a:pt x="451" y="807"/>
                    <a:pt x="451" y="807"/>
                    <a:pt x="451" y="807"/>
                  </a:cubicBezTo>
                  <a:cubicBezTo>
                    <a:pt x="410" y="760"/>
                    <a:pt x="410" y="760"/>
                    <a:pt x="410" y="760"/>
                  </a:cubicBezTo>
                  <a:cubicBezTo>
                    <a:pt x="412" y="707"/>
                    <a:pt x="412" y="707"/>
                    <a:pt x="412" y="707"/>
                  </a:cubicBezTo>
                  <a:cubicBezTo>
                    <a:pt x="412" y="693"/>
                    <a:pt x="404" y="680"/>
                    <a:pt x="391" y="674"/>
                  </a:cubicBezTo>
                  <a:cubicBezTo>
                    <a:pt x="378" y="668"/>
                    <a:pt x="363" y="670"/>
                    <a:pt x="353" y="679"/>
                  </a:cubicBezTo>
                  <a:cubicBezTo>
                    <a:pt x="290" y="735"/>
                    <a:pt x="290" y="735"/>
                    <a:pt x="290" y="735"/>
                  </a:cubicBezTo>
                  <a:cubicBezTo>
                    <a:pt x="275" y="748"/>
                    <a:pt x="267" y="765"/>
                    <a:pt x="265" y="785"/>
                  </a:cubicBezTo>
                  <a:cubicBezTo>
                    <a:pt x="264" y="804"/>
                    <a:pt x="271" y="822"/>
                    <a:pt x="283" y="837"/>
                  </a:cubicBezTo>
                  <a:cubicBezTo>
                    <a:pt x="322" y="881"/>
                    <a:pt x="322" y="881"/>
                    <a:pt x="322" y="881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98" y="1154"/>
                    <a:pt x="94" y="1163"/>
                    <a:pt x="93" y="1172"/>
                  </a:cubicBezTo>
                  <a:cubicBezTo>
                    <a:pt x="93" y="1173"/>
                    <a:pt x="93" y="1174"/>
                    <a:pt x="93" y="1175"/>
                  </a:cubicBezTo>
                  <a:cubicBezTo>
                    <a:pt x="60" y="1177"/>
                    <a:pt x="60" y="1177"/>
                    <a:pt x="60" y="1177"/>
                  </a:cubicBezTo>
                  <a:cubicBezTo>
                    <a:pt x="40" y="1178"/>
                    <a:pt x="23" y="1193"/>
                    <a:pt x="20" y="1212"/>
                  </a:cubicBezTo>
                  <a:cubicBezTo>
                    <a:pt x="2" y="1313"/>
                    <a:pt x="2" y="1313"/>
                    <a:pt x="2" y="1313"/>
                  </a:cubicBezTo>
                  <a:cubicBezTo>
                    <a:pt x="0" y="1327"/>
                    <a:pt x="3" y="1340"/>
                    <a:pt x="12" y="1350"/>
                  </a:cubicBezTo>
                  <a:cubicBezTo>
                    <a:pt x="20" y="1359"/>
                    <a:pt x="32" y="1364"/>
                    <a:pt x="44" y="1364"/>
                  </a:cubicBezTo>
                  <a:cubicBezTo>
                    <a:pt x="45" y="1364"/>
                    <a:pt x="46" y="1364"/>
                    <a:pt x="47" y="1364"/>
                  </a:cubicBezTo>
                  <a:cubicBezTo>
                    <a:pt x="149" y="1359"/>
                    <a:pt x="149" y="1359"/>
                    <a:pt x="149" y="1359"/>
                  </a:cubicBezTo>
                  <a:cubicBezTo>
                    <a:pt x="169" y="1358"/>
                    <a:pt x="186" y="1343"/>
                    <a:pt x="189" y="1323"/>
                  </a:cubicBezTo>
                  <a:cubicBezTo>
                    <a:pt x="196" y="1286"/>
                    <a:pt x="196" y="1286"/>
                    <a:pt x="196" y="1286"/>
                  </a:cubicBezTo>
                  <a:cubicBezTo>
                    <a:pt x="204" y="1286"/>
                    <a:pt x="212" y="1283"/>
                    <a:pt x="219" y="1277"/>
                  </a:cubicBezTo>
                  <a:cubicBezTo>
                    <a:pt x="218" y="1276"/>
                    <a:pt x="218" y="1276"/>
                    <a:pt x="218" y="1276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392" y="1124"/>
                    <a:pt x="392" y="1124"/>
                    <a:pt x="392" y="1124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511" y="1095"/>
                    <a:pt x="511" y="1095"/>
                    <a:pt x="511" y="1095"/>
                  </a:cubicBezTo>
                  <a:cubicBezTo>
                    <a:pt x="554" y="1144"/>
                    <a:pt x="554" y="1144"/>
                    <a:pt x="554" y="1144"/>
                  </a:cubicBezTo>
                  <a:cubicBezTo>
                    <a:pt x="569" y="1160"/>
                    <a:pt x="588" y="1168"/>
                    <a:pt x="608" y="1168"/>
                  </a:cubicBezTo>
                  <a:cubicBezTo>
                    <a:pt x="625" y="1168"/>
                    <a:pt x="642" y="1162"/>
                    <a:pt x="656" y="1150"/>
                  </a:cubicBezTo>
                  <a:cubicBezTo>
                    <a:pt x="720" y="1094"/>
                    <a:pt x="720" y="1094"/>
                    <a:pt x="720" y="1094"/>
                  </a:cubicBezTo>
                  <a:cubicBezTo>
                    <a:pt x="730" y="1085"/>
                    <a:pt x="734" y="1070"/>
                    <a:pt x="730" y="1057"/>
                  </a:cubicBezTo>
                  <a:cubicBezTo>
                    <a:pt x="726" y="1043"/>
                    <a:pt x="714" y="1034"/>
                    <a:pt x="700" y="1032"/>
                  </a:cubicBezTo>
                  <a:cubicBezTo>
                    <a:pt x="645" y="1026"/>
                    <a:pt x="645" y="1026"/>
                    <a:pt x="645" y="1026"/>
                  </a:cubicBezTo>
                  <a:cubicBezTo>
                    <a:pt x="605" y="981"/>
                    <a:pt x="605" y="981"/>
                    <a:pt x="605" y="981"/>
                  </a:cubicBezTo>
                  <a:cubicBezTo>
                    <a:pt x="684" y="912"/>
                    <a:pt x="684" y="912"/>
                    <a:pt x="684" y="912"/>
                  </a:cubicBezTo>
                  <a:cubicBezTo>
                    <a:pt x="693" y="903"/>
                    <a:pt x="694" y="889"/>
                    <a:pt x="685" y="880"/>
                  </a:cubicBezTo>
                  <a:cubicBezTo>
                    <a:pt x="677" y="870"/>
                    <a:pt x="663" y="870"/>
                    <a:pt x="654" y="878"/>
                  </a:cubicBezTo>
                  <a:cubicBezTo>
                    <a:pt x="575" y="947"/>
                    <a:pt x="575" y="947"/>
                    <a:pt x="575" y="947"/>
                  </a:cubicBezTo>
                  <a:cubicBezTo>
                    <a:pt x="543" y="911"/>
                    <a:pt x="543" y="911"/>
                    <a:pt x="543" y="911"/>
                  </a:cubicBezTo>
                  <a:cubicBezTo>
                    <a:pt x="936" y="563"/>
                    <a:pt x="936" y="563"/>
                    <a:pt x="936" y="563"/>
                  </a:cubicBezTo>
                  <a:cubicBezTo>
                    <a:pt x="946" y="555"/>
                    <a:pt x="947" y="541"/>
                    <a:pt x="938" y="531"/>
                  </a:cubicBezTo>
                  <a:cubicBezTo>
                    <a:pt x="930" y="522"/>
                    <a:pt x="916" y="521"/>
                    <a:pt x="907" y="530"/>
                  </a:cubicBezTo>
                  <a:cubicBezTo>
                    <a:pt x="513" y="877"/>
                    <a:pt x="513" y="877"/>
                    <a:pt x="513" y="877"/>
                  </a:cubicBezTo>
                  <a:cubicBezTo>
                    <a:pt x="481" y="841"/>
                    <a:pt x="481" y="841"/>
                    <a:pt x="481" y="841"/>
                  </a:cubicBezTo>
                  <a:cubicBezTo>
                    <a:pt x="834" y="529"/>
                    <a:pt x="834" y="529"/>
                    <a:pt x="834" y="529"/>
                  </a:cubicBezTo>
                  <a:cubicBezTo>
                    <a:pt x="963" y="415"/>
                    <a:pt x="1049" y="259"/>
                    <a:pt x="1078" y="90"/>
                  </a:cubicBezTo>
                  <a:cubicBezTo>
                    <a:pt x="1146" y="167"/>
                    <a:pt x="1146" y="167"/>
                    <a:pt x="1146" y="167"/>
                  </a:cubicBezTo>
                  <a:cubicBezTo>
                    <a:pt x="1117" y="344"/>
                    <a:pt x="1117" y="344"/>
                    <a:pt x="1117" y="344"/>
                  </a:cubicBezTo>
                  <a:cubicBezTo>
                    <a:pt x="972" y="472"/>
                    <a:pt x="972" y="472"/>
                    <a:pt x="972" y="472"/>
                  </a:cubicBezTo>
                  <a:cubicBezTo>
                    <a:pt x="962" y="480"/>
                    <a:pt x="962" y="494"/>
                    <a:pt x="970" y="504"/>
                  </a:cubicBezTo>
                  <a:cubicBezTo>
                    <a:pt x="974" y="509"/>
                    <a:pt x="980" y="511"/>
                    <a:pt x="987" y="511"/>
                  </a:cubicBezTo>
                  <a:cubicBezTo>
                    <a:pt x="992" y="511"/>
                    <a:pt x="997" y="509"/>
                    <a:pt x="1002" y="506"/>
                  </a:cubicBezTo>
                  <a:cubicBezTo>
                    <a:pt x="1146" y="378"/>
                    <a:pt x="1146" y="378"/>
                    <a:pt x="1146" y="378"/>
                  </a:cubicBezTo>
                  <a:cubicBezTo>
                    <a:pt x="1326" y="371"/>
                    <a:pt x="1326" y="371"/>
                    <a:pt x="1326" y="371"/>
                  </a:cubicBezTo>
                  <a:cubicBezTo>
                    <a:pt x="1394" y="448"/>
                    <a:pt x="1394" y="448"/>
                    <a:pt x="1394" y="448"/>
                  </a:cubicBezTo>
                  <a:cubicBezTo>
                    <a:pt x="1222" y="455"/>
                    <a:pt x="1057" y="522"/>
                    <a:pt x="928" y="636"/>
                  </a:cubicBezTo>
                  <a:cubicBezTo>
                    <a:pt x="721" y="818"/>
                    <a:pt x="721" y="818"/>
                    <a:pt x="721" y="818"/>
                  </a:cubicBezTo>
                  <a:cubicBezTo>
                    <a:pt x="712" y="826"/>
                    <a:pt x="711" y="841"/>
                    <a:pt x="719" y="850"/>
                  </a:cubicBezTo>
                  <a:cubicBezTo>
                    <a:pt x="727" y="859"/>
                    <a:pt x="742" y="860"/>
                    <a:pt x="751" y="852"/>
                  </a:cubicBezTo>
                  <a:cubicBezTo>
                    <a:pt x="958" y="669"/>
                    <a:pt x="958" y="669"/>
                    <a:pt x="958" y="669"/>
                  </a:cubicBezTo>
                  <a:cubicBezTo>
                    <a:pt x="1080" y="562"/>
                    <a:pt x="1237" y="499"/>
                    <a:pt x="1400" y="493"/>
                  </a:cubicBezTo>
                  <a:cubicBezTo>
                    <a:pt x="1443" y="491"/>
                    <a:pt x="1443" y="491"/>
                    <a:pt x="1443" y="491"/>
                  </a:cubicBezTo>
                  <a:cubicBezTo>
                    <a:pt x="1454" y="491"/>
                    <a:pt x="1463" y="483"/>
                    <a:pt x="1464" y="472"/>
                  </a:cubicBezTo>
                  <a:cubicBezTo>
                    <a:pt x="1537" y="26"/>
                    <a:pt x="1537" y="26"/>
                    <a:pt x="1537" y="26"/>
                  </a:cubicBezTo>
                  <a:cubicBezTo>
                    <a:pt x="1538" y="19"/>
                    <a:pt x="1536" y="13"/>
                    <a:pt x="1532" y="8"/>
                  </a:cubicBezTo>
                  <a:close/>
                  <a:moveTo>
                    <a:pt x="319" y="1128"/>
                  </a:moveTo>
                  <a:cubicBezTo>
                    <a:pt x="265" y="1067"/>
                    <a:pt x="265" y="1067"/>
                    <a:pt x="265" y="1067"/>
                  </a:cubicBezTo>
                  <a:cubicBezTo>
                    <a:pt x="291" y="1044"/>
                    <a:pt x="291" y="1044"/>
                    <a:pt x="291" y="1044"/>
                  </a:cubicBezTo>
                  <a:cubicBezTo>
                    <a:pt x="345" y="1105"/>
                    <a:pt x="345" y="1105"/>
                    <a:pt x="345" y="1105"/>
                  </a:cubicBezTo>
                  <a:lnTo>
                    <a:pt x="319" y="1128"/>
                  </a:lnTo>
                  <a:close/>
                  <a:moveTo>
                    <a:pt x="260" y="1181"/>
                  </a:moveTo>
                  <a:cubicBezTo>
                    <a:pt x="205" y="1120"/>
                    <a:pt x="205" y="1120"/>
                    <a:pt x="205" y="1120"/>
                  </a:cubicBezTo>
                  <a:cubicBezTo>
                    <a:pt x="231" y="1097"/>
                    <a:pt x="231" y="1097"/>
                    <a:pt x="231" y="1097"/>
                  </a:cubicBezTo>
                  <a:cubicBezTo>
                    <a:pt x="286" y="1158"/>
                    <a:pt x="286" y="1158"/>
                    <a:pt x="286" y="1158"/>
                  </a:cubicBezTo>
                  <a:lnTo>
                    <a:pt x="260" y="1181"/>
                  </a:lnTo>
                  <a:close/>
                  <a:moveTo>
                    <a:pt x="145" y="1314"/>
                  </a:moveTo>
                  <a:cubicBezTo>
                    <a:pt x="47" y="1319"/>
                    <a:pt x="47" y="1319"/>
                    <a:pt x="47" y="1319"/>
                  </a:cubicBezTo>
                  <a:cubicBezTo>
                    <a:pt x="64" y="1222"/>
                    <a:pt x="64" y="1222"/>
                    <a:pt x="64" y="1222"/>
                  </a:cubicBezTo>
                  <a:cubicBezTo>
                    <a:pt x="121" y="1219"/>
                    <a:pt x="121" y="1219"/>
                    <a:pt x="121" y="1219"/>
                  </a:cubicBezTo>
                  <a:cubicBezTo>
                    <a:pt x="155" y="1258"/>
                    <a:pt x="155" y="1258"/>
                    <a:pt x="155" y="1258"/>
                  </a:cubicBezTo>
                  <a:lnTo>
                    <a:pt x="145" y="1314"/>
                  </a:lnTo>
                  <a:close/>
                  <a:moveTo>
                    <a:pt x="197" y="1237"/>
                  </a:moveTo>
                  <a:cubicBezTo>
                    <a:pt x="142" y="1175"/>
                    <a:pt x="142" y="1175"/>
                    <a:pt x="142" y="1175"/>
                  </a:cubicBezTo>
                  <a:cubicBezTo>
                    <a:pt x="172" y="1149"/>
                    <a:pt x="172" y="1149"/>
                    <a:pt x="172" y="1149"/>
                  </a:cubicBezTo>
                  <a:cubicBezTo>
                    <a:pt x="226" y="1211"/>
                    <a:pt x="226" y="1211"/>
                    <a:pt x="226" y="1211"/>
                  </a:cubicBezTo>
                  <a:lnTo>
                    <a:pt x="197" y="1237"/>
                  </a:lnTo>
                  <a:close/>
                  <a:moveTo>
                    <a:pt x="370" y="783"/>
                  </a:moveTo>
                  <a:cubicBezTo>
                    <a:pt x="370" y="783"/>
                    <a:pt x="370" y="783"/>
                    <a:pt x="370" y="783"/>
                  </a:cubicBezTo>
                  <a:cubicBezTo>
                    <a:pt x="617" y="1063"/>
                    <a:pt x="617" y="1063"/>
                    <a:pt x="617" y="1063"/>
                  </a:cubicBezTo>
                  <a:cubicBezTo>
                    <a:pt x="620" y="1067"/>
                    <a:pt x="626" y="1070"/>
                    <a:pt x="631" y="1070"/>
                  </a:cubicBezTo>
                  <a:cubicBezTo>
                    <a:pt x="674" y="1075"/>
                    <a:pt x="674" y="1075"/>
                    <a:pt x="674" y="1075"/>
                  </a:cubicBezTo>
                  <a:cubicBezTo>
                    <a:pt x="626" y="1116"/>
                    <a:pt x="626" y="1116"/>
                    <a:pt x="626" y="1116"/>
                  </a:cubicBezTo>
                  <a:cubicBezTo>
                    <a:pt x="615" y="1126"/>
                    <a:pt x="598" y="1125"/>
                    <a:pt x="588" y="1114"/>
                  </a:cubicBezTo>
                  <a:cubicBezTo>
                    <a:pt x="537" y="1056"/>
                    <a:pt x="537" y="1056"/>
                    <a:pt x="537" y="1056"/>
                  </a:cubicBezTo>
                  <a:cubicBezTo>
                    <a:pt x="537" y="1056"/>
                    <a:pt x="537" y="1056"/>
                    <a:pt x="536" y="1056"/>
                  </a:cubicBezTo>
                  <a:cubicBezTo>
                    <a:pt x="468" y="978"/>
                    <a:pt x="468" y="978"/>
                    <a:pt x="468" y="978"/>
                  </a:cubicBezTo>
                  <a:cubicBezTo>
                    <a:pt x="460" y="969"/>
                    <a:pt x="446" y="968"/>
                    <a:pt x="436" y="976"/>
                  </a:cubicBezTo>
                  <a:cubicBezTo>
                    <a:pt x="427" y="984"/>
                    <a:pt x="426" y="999"/>
                    <a:pt x="434" y="1008"/>
                  </a:cubicBezTo>
                  <a:cubicBezTo>
                    <a:pt x="475" y="1054"/>
                    <a:pt x="475" y="1054"/>
                    <a:pt x="475" y="1054"/>
                  </a:cubicBezTo>
                  <a:cubicBezTo>
                    <a:pt x="396" y="1066"/>
                    <a:pt x="396" y="1066"/>
                    <a:pt x="396" y="1066"/>
                  </a:cubicBezTo>
                  <a:cubicBezTo>
                    <a:pt x="391" y="1066"/>
                    <a:pt x="387" y="1068"/>
                    <a:pt x="384" y="1071"/>
                  </a:cubicBezTo>
                  <a:cubicBezTo>
                    <a:pt x="379" y="1076"/>
                    <a:pt x="379" y="1076"/>
                    <a:pt x="379" y="1076"/>
                  </a:cubicBezTo>
                  <a:cubicBezTo>
                    <a:pt x="325" y="1014"/>
                    <a:pt x="325" y="1014"/>
                    <a:pt x="325" y="1014"/>
                  </a:cubicBezTo>
                  <a:cubicBezTo>
                    <a:pt x="330" y="1010"/>
                    <a:pt x="330" y="1010"/>
                    <a:pt x="330" y="1010"/>
                  </a:cubicBezTo>
                  <a:cubicBezTo>
                    <a:pt x="333" y="1007"/>
                    <a:pt x="335" y="1003"/>
                    <a:pt x="337" y="999"/>
                  </a:cubicBezTo>
                  <a:cubicBezTo>
                    <a:pt x="358" y="921"/>
                    <a:pt x="358" y="921"/>
                    <a:pt x="358" y="921"/>
                  </a:cubicBezTo>
                  <a:cubicBezTo>
                    <a:pt x="375" y="940"/>
                    <a:pt x="375" y="940"/>
                    <a:pt x="375" y="940"/>
                  </a:cubicBezTo>
                  <a:cubicBezTo>
                    <a:pt x="383" y="950"/>
                    <a:pt x="397" y="951"/>
                    <a:pt x="406" y="942"/>
                  </a:cubicBezTo>
                  <a:cubicBezTo>
                    <a:pt x="416" y="934"/>
                    <a:pt x="417" y="920"/>
                    <a:pt x="408" y="911"/>
                  </a:cubicBezTo>
                  <a:cubicBezTo>
                    <a:pt x="317" y="807"/>
                    <a:pt x="317" y="807"/>
                    <a:pt x="317" y="807"/>
                  </a:cubicBezTo>
                  <a:cubicBezTo>
                    <a:pt x="312" y="802"/>
                    <a:pt x="310" y="795"/>
                    <a:pt x="310" y="787"/>
                  </a:cubicBezTo>
                  <a:cubicBezTo>
                    <a:pt x="311" y="780"/>
                    <a:pt x="314" y="774"/>
                    <a:pt x="319" y="769"/>
                  </a:cubicBezTo>
                  <a:cubicBezTo>
                    <a:pt x="366" y="728"/>
                    <a:pt x="366" y="728"/>
                    <a:pt x="366" y="728"/>
                  </a:cubicBezTo>
                  <a:cubicBezTo>
                    <a:pt x="364" y="768"/>
                    <a:pt x="364" y="768"/>
                    <a:pt x="364" y="768"/>
                  </a:cubicBezTo>
                  <a:cubicBezTo>
                    <a:pt x="364" y="773"/>
                    <a:pt x="366" y="779"/>
                    <a:pt x="370" y="783"/>
                  </a:cubicBezTo>
                  <a:moveTo>
                    <a:pt x="1359" y="130"/>
                  </a:moveTo>
                  <a:cubicBezTo>
                    <a:pt x="1179" y="137"/>
                    <a:pt x="1179" y="137"/>
                    <a:pt x="1179" y="137"/>
                  </a:cubicBezTo>
                  <a:cubicBezTo>
                    <a:pt x="1111" y="60"/>
                    <a:pt x="1111" y="60"/>
                    <a:pt x="1111" y="60"/>
                  </a:cubicBezTo>
                  <a:cubicBezTo>
                    <a:pt x="1453" y="47"/>
                    <a:pt x="1453" y="47"/>
                    <a:pt x="1453" y="47"/>
                  </a:cubicBezTo>
                  <a:lnTo>
                    <a:pt x="1359" y="130"/>
                  </a:lnTo>
                  <a:close/>
                  <a:moveTo>
                    <a:pt x="1164" y="332"/>
                  </a:moveTo>
                  <a:cubicBezTo>
                    <a:pt x="1189" y="182"/>
                    <a:pt x="1189" y="182"/>
                    <a:pt x="1189" y="182"/>
                  </a:cubicBezTo>
                  <a:cubicBezTo>
                    <a:pt x="1341" y="176"/>
                    <a:pt x="1341" y="176"/>
                    <a:pt x="1341" y="176"/>
                  </a:cubicBezTo>
                  <a:cubicBezTo>
                    <a:pt x="1316" y="326"/>
                    <a:pt x="1316" y="326"/>
                    <a:pt x="1316" y="326"/>
                  </a:cubicBezTo>
                  <a:lnTo>
                    <a:pt x="1164" y="332"/>
                  </a:lnTo>
                  <a:close/>
                  <a:moveTo>
                    <a:pt x="1428" y="418"/>
                  </a:moveTo>
                  <a:cubicBezTo>
                    <a:pt x="1360" y="341"/>
                    <a:pt x="1360" y="341"/>
                    <a:pt x="1360" y="341"/>
                  </a:cubicBezTo>
                  <a:cubicBezTo>
                    <a:pt x="1388" y="164"/>
                    <a:pt x="1388" y="164"/>
                    <a:pt x="1388" y="164"/>
                  </a:cubicBezTo>
                  <a:cubicBezTo>
                    <a:pt x="1482" y="81"/>
                    <a:pt x="1482" y="81"/>
                    <a:pt x="1482" y="81"/>
                  </a:cubicBezTo>
                  <a:lnTo>
                    <a:pt x="1428" y="418"/>
                  </a:lnTo>
                  <a:close/>
                  <a:moveTo>
                    <a:pt x="1428" y="418"/>
                  </a:moveTo>
                  <a:cubicBezTo>
                    <a:pt x="1428" y="418"/>
                    <a:pt x="1428" y="418"/>
                    <a:pt x="1428" y="41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3E37-E4A4-86FC-F81C-DDB6FE2B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88" y="1030729"/>
            <a:ext cx="6522048" cy="841800"/>
          </a:xfrm>
        </p:spPr>
        <p:txBody>
          <a:bodyPr/>
          <a:lstStyle/>
          <a:p>
            <a:r>
              <a:rPr lang="en-US" sz="1600" dirty="0"/>
              <a:t>Gesture controlled gaming glove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10EB2-CDB1-63F5-CDFF-65D5CC361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488" y="1872529"/>
            <a:ext cx="6619584" cy="792600"/>
          </a:xfrm>
        </p:spPr>
        <p:txBody>
          <a:bodyPr/>
          <a:lstStyle/>
          <a:p>
            <a:pPr algn="just"/>
            <a:r>
              <a:rPr lang="en-US" sz="2800" dirty="0"/>
              <a:t>A gaming glove that captures simple hand</a:t>
            </a:r>
          </a:p>
          <a:p>
            <a:pPr algn="just"/>
            <a:r>
              <a:rPr lang="en-US" sz="2800" dirty="0"/>
              <a:t>gestures and uses them to explore and</a:t>
            </a:r>
          </a:p>
          <a:p>
            <a:pPr algn="just"/>
            <a:r>
              <a:rPr lang="en-US" sz="2800" dirty="0"/>
              <a:t>control games for a more immersive and</a:t>
            </a:r>
          </a:p>
          <a:p>
            <a:pPr algn="just"/>
            <a:r>
              <a:rPr lang="en-US" sz="2800" dirty="0"/>
              <a:t>enjoyable gaming experience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0FA957-5AB1-1D99-C3A8-896D9D51133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03008" y="0"/>
            <a:ext cx="7704000" cy="1124100"/>
          </a:xfrm>
        </p:spPr>
        <p:txBody>
          <a:bodyPr/>
          <a:lstStyle/>
          <a:p>
            <a:r>
              <a:rPr lang="en-US" sz="2800" dirty="0"/>
              <a:t>1.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EABDE-91E8-4785-EA1A-8A4ED0385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9412" y="1566775"/>
            <a:ext cx="1977320" cy="200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3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121A-FAF2-ECD7-1B77-9A005C7B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53" y="615496"/>
            <a:ext cx="3570000" cy="914400"/>
          </a:xfrm>
        </p:spPr>
        <p:txBody>
          <a:bodyPr/>
          <a:lstStyle/>
          <a:p>
            <a:r>
              <a:rPr lang="en-US" dirty="0"/>
              <a:t>Project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1B1C2-11A5-500E-7096-48F6682E0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4767" y="1646012"/>
            <a:ext cx="6617975" cy="1161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Make gaming accessible for users with amputations, disability and limited mobility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Create a fun, intuitive control system using gestures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Affordable alternative to expensive VR systems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849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6C55-4633-2857-9DC4-D79C8EE4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D0EF1-B6D5-8DC1-4D1F-B7211C670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238448"/>
            <a:ext cx="3766656" cy="929700"/>
          </a:xfrm>
        </p:spPr>
        <p:txBody>
          <a:bodyPr/>
          <a:lstStyle/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This board is the brain of the system.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It reads data from the sensors and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sends it to the laptop via Wi-Fi using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UDP protocol. We chose the ESP32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because it’s powerful, has great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connectivity options, and works well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in small wearable setups.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/>
          </a:p>
        </p:txBody>
      </p:sp>
      <p:pic>
        <p:nvPicPr>
          <p:cNvPr id="8" name="Picture 7" descr="A black and silver electronic device&#10;&#10;AI-generated content may be incorrect.">
            <a:extLst>
              <a:ext uri="{FF2B5EF4-FFF2-40B4-BE49-F238E27FC236}">
                <a16:creationId xmlns:a16="http://schemas.microsoft.com/office/drawing/2014/main" id="{7FF3D0F3-3E93-B06C-DD43-495B64A2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834" y="1501093"/>
            <a:ext cx="3132582" cy="3132582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42502CA9-846B-F1B7-4709-181B926F5A1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33110" y="1738106"/>
            <a:ext cx="2323800" cy="493500"/>
          </a:xfrm>
        </p:spPr>
        <p:txBody>
          <a:bodyPr/>
          <a:lstStyle/>
          <a:p>
            <a:r>
              <a:rPr lang="en-US" sz="1100" dirty="0"/>
              <a:t>ESP32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409090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1DA0-39E7-2173-C3C9-4A78FC6D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5F553-17EC-7002-43D2-E30AE5A2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A9B5F-E747-277D-1240-0827519C8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238448"/>
            <a:ext cx="3766656" cy="929700"/>
          </a:xfrm>
        </p:spPr>
        <p:txBody>
          <a:bodyPr/>
          <a:lstStyle/>
          <a:p>
            <a:pPr algn="l"/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This small sensor combines an accelerometer and a gyroscope, allowing us to detect movement and direction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DF46B9-0CF3-32C3-18F2-92FDD441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767834" y="1501093"/>
            <a:ext cx="3132582" cy="3132582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5157BB6A-195B-F64E-F984-A6658B58BDE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33110" y="1738106"/>
            <a:ext cx="2323800" cy="493500"/>
          </a:xfrm>
        </p:spPr>
        <p:txBody>
          <a:bodyPr/>
          <a:lstStyle/>
          <a:p>
            <a:r>
              <a:rPr lang="en-US" sz="1100" dirty="0"/>
              <a:t>MPU6050</a:t>
            </a:r>
          </a:p>
        </p:txBody>
      </p:sp>
    </p:spTree>
    <p:extLst>
      <p:ext uri="{BB962C8B-B14F-4D97-AF65-F5344CB8AC3E}">
        <p14:creationId xmlns:p14="http://schemas.microsoft.com/office/powerpoint/2010/main" val="401152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F2E6-EBB6-1D5C-C766-1CE5EC5E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846031-F7A3-6DAE-C6EA-C8FF96008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391" y="1873708"/>
            <a:ext cx="2399874" cy="2312849"/>
          </a:xfrm>
        </p:spPr>
        <p:txBody>
          <a:bodyPr/>
          <a:lstStyle/>
          <a:p>
            <a:pPr algn="l"/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flex sensor, which is strapped to the index finger using a silicone glove, gives analog readings to the ESP32.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7471A8-19C2-6C1B-C715-54613CCD788E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20000" y="1245635"/>
            <a:ext cx="2323800" cy="493500"/>
          </a:xfrm>
        </p:spPr>
        <p:txBody>
          <a:bodyPr/>
          <a:lstStyle/>
          <a:p>
            <a:r>
              <a:rPr lang="en-US" dirty="0"/>
              <a:t>Flex sensor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3F5322-4E90-52B2-1642-9C0001F5F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0045" y="1492385"/>
            <a:ext cx="2189598" cy="2189598"/>
          </a:xfrm>
          <a:prstGeom prst="rect">
            <a:avLst/>
          </a:prstGeom>
        </p:spPr>
      </p:pic>
      <p:pic>
        <p:nvPicPr>
          <p:cNvPr id="7" name="Picture 6" descr="A black gloved hand pointing at an object&#10;&#10;AI-generated content may be incorrect.">
            <a:extLst>
              <a:ext uri="{FF2B5EF4-FFF2-40B4-BE49-F238E27FC236}">
                <a16:creationId xmlns:a16="http://schemas.microsoft.com/office/drawing/2014/main" id="{D17B2D33-09AA-AD4C-5E10-65AB6F03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0860" r="44959" b="8977"/>
          <a:stretch/>
        </p:blipFill>
        <p:spPr>
          <a:xfrm>
            <a:off x="5726350" y="1224385"/>
            <a:ext cx="2323800" cy="296217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74B0640-CA5D-A9C2-8F7F-70DCF044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</p:spPr>
        <p:txBody>
          <a:bodyPr/>
          <a:lstStyle/>
          <a:p>
            <a:r>
              <a:rPr lang="en-US" dirty="0"/>
              <a:t>2. Hardware</a:t>
            </a:r>
          </a:p>
        </p:txBody>
      </p:sp>
    </p:spTree>
    <p:extLst>
      <p:ext uri="{BB962C8B-B14F-4D97-AF65-F5344CB8AC3E}">
        <p14:creationId xmlns:p14="http://schemas.microsoft.com/office/powerpoint/2010/main" val="351988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5995-F494-EA06-18C4-511F48F0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8342" y="509825"/>
            <a:ext cx="4285457" cy="572700"/>
          </a:xfrm>
        </p:spPr>
        <p:txBody>
          <a:bodyPr/>
          <a:lstStyle/>
          <a:p>
            <a:r>
              <a:rPr lang="en-US" dirty="0"/>
              <a:t>3.Flowchart</a:t>
            </a:r>
          </a:p>
        </p:txBody>
      </p:sp>
      <p:pic>
        <p:nvPicPr>
          <p:cNvPr id="3" name="Picture 2" descr="Picture 721367466, Picture">
            <a:extLst>
              <a:ext uri="{FF2B5EF4-FFF2-40B4-BE49-F238E27FC236}">
                <a16:creationId xmlns:a16="http://schemas.microsoft.com/office/drawing/2014/main" id="{85206BA5-72E5-8221-4C8B-1F8AB95D5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7" y="341335"/>
            <a:ext cx="2973886" cy="44608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009D77-CEA3-D153-F9D5-092123B71185}"/>
              </a:ext>
            </a:extLst>
          </p:cNvPr>
          <p:cNvSpPr txBox="1"/>
          <p:nvPr/>
        </p:nvSpPr>
        <p:spPr>
          <a:xfrm>
            <a:off x="4265228" y="1073157"/>
            <a:ext cx="4178571" cy="3699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On and System Initialization</a:t>
            </a:r>
            <a:r>
              <a:rPr lang="ar-SA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800" b="1" kern="1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Data Acquisition</a:t>
            </a:r>
            <a:endParaRPr lang="en-US" sz="1800" b="1" kern="100" dirty="0">
              <a:solidFill>
                <a:schemeClr val="tx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Transmission using UDP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800" b="1" kern="1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Processing in Python Script</a:t>
            </a:r>
            <a:endParaRPr lang="en-US" sz="1800" b="1" kern="100" dirty="0">
              <a:solidFill>
                <a:schemeClr val="tx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Gesture-to-Action Mapping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800" b="1" kern="1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Unity Game Control</a:t>
            </a:r>
            <a:endParaRPr lang="en-US" sz="1800" b="1" kern="100" dirty="0">
              <a:solidFill>
                <a:schemeClr val="tx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and Audio Feedback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grpSp>
        <p:nvGrpSpPr>
          <p:cNvPr id="5" name="Google Shape;287;p19">
            <a:extLst>
              <a:ext uri="{FF2B5EF4-FFF2-40B4-BE49-F238E27FC236}">
                <a16:creationId xmlns:a16="http://schemas.microsoft.com/office/drawing/2014/main" id="{DA199B0B-56AB-5EF3-829F-08B56690A347}"/>
              </a:ext>
            </a:extLst>
          </p:cNvPr>
          <p:cNvGrpSpPr/>
          <p:nvPr/>
        </p:nvGrpSpPr>
        <p:grpSpPr>
          <a:xfrm>
            <a:off x="4088236" y="1146629"/>
            <a:ext cx="176992" cy="296373"/>
            <a:chOff x="1943331" y="4152920"/>
            <a:chExt cx="308308" cy="520857"/>
          </a:xfrm>
        </p:grpSpPr>
        <p:sp>
          <p:nvSpPr>
            <p:cNvPr id="6" name="Google Shape;288;p19">
              <a:extLst>
                <a:ext uri="{FF2B5EF4-FFF2-40B4-BE49-F238E27FC236}">
                  <a16:creationId xmlns:a16="http://schemas.microsoft.com/office/drawing/2014/main" id="{C4CB4940-9B5B-9238-83C5-86176E246538}"/>
                </a:ext>
              </a:extLst>
            </p:cNvPr>
            <p:cNvSpPr/>
            <p:nvPr/>
          </p:nvSpPr>
          <p:spPr>
            <a:xfrm>
              <a:off x="1950828" y="4417030"/>
              <a:ext cx="292986" cy="249301"/>
            </a:xfrm>
            <a:custGeom>
              <a:avLst/>
              <a:gdLst/>
              <a:ahLst/>
              <a:cxnLst/>
              <a:rect l="l" t="t" r="r" b="b"/>
              <a:pathLst>
                <a:path w="17746" h="15100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71"/>
                  </a:lnTo>
                  <a:cubicBezTo>
                    <a:pt x="0" y="14587"/>
                    <a:pt x="513" y="15099"/>
                    <a:pt x="1129" y="15099"/>
                  </a:cubicBezTo>
                  <a:lnTo>
                    <a:pt x="16617" y="15099"/>
                  </a:lnTo>
                  <a:cubicBezTo>
                    <a:pt x="17253" y="15099"/>
                    <a:pt x="17746" y="14587"/>
                    <a:pt x="17746" y="13971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89;p19">
              <a:extLst>
                <a:ext uri="{FF2B5EF4-FFF2-40B4-BE49-F238E27FC236}">
                  <a16:creationId xmlns:a16="http://schemas.microsoft.com/office/drawing/2014/main" id="{7523F7CB-E5AB-0C9D-8A15-7533928D4D88}"/>
                </a:ext>
              </a:extLst>
            </p:cNvPr>
            <p:cNvSpPr/>
            <p:nvPr/>
          </p:nvSpPr>
          <p:spPr>
            <a:xfrm>
              <a:off x="1981343" y="4447560"/>
              <a:ext cx="231965" cy="188247"/>
            </a:xfrm>
            <a:custGeom>
              <a:avLst/>
              <a:gdLst/>
              <a:ahLst/>
              <a:cxnLst/>
              <a:rect l="l" t="t" r="r" b="b"/>
              <a:pathLst>
                <a:path w="14050" h="11402" extrusionOk="0">
                  <a:moveTo>
                    <a:pt x="287" y="0"/>
                  </a:moveTo>
                  <a:cubicBezTo>
                    <a:pt x="144" y="0"/>
                    <a:pt x="1" y="124"/>
                    <a:pt x="1" y="291"/>
                  </a:cubicBezTo>
                  <a:lnTo>
                    <a:pt x="1" y="11116"/>
                  </a:lnTo>
                  <a:cubicBezTo>
                    <a:pt x="1" y="11259"/>
                    <a:pt x="144" y="11402"/>
                    <a:pt x="287" y="11402"/>
                  </a:cubicBezTo>
                  <a:lnTo>
                    <a:pt x="13764" y="11402"/>
                  </a:lnTo>
                  <a:cubicBezTo>
                    <a:pt x="13926" y="11402"/>
                    <a:pt x="14049" y="11259"/>
                    <a:pt x="14049" y="11116"/>
                  </a:cubicBezTo>
                  <a:lnTo>
                    <a:pt x="14049" y="291"/>
                  </a:lnTo>
                  <a:cubicBezTo>
                    <a:pt x="14049" y="124"/>
                    <a:pt x="13926" y="0"/>
                    <a:pt x="13764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90;p19">
              <a:extLst>
                <a:ext uri="{FF2B5EF4-FFF2-40B4-BE49-F238E27FC236}">
                  <a16:creationId xmlns:a16="http://schemas.microsoft.com/office/drawing/2014/main" id="{45A4D0D2-68A9-1DE1-A1EB-3014DA5B6417}"/>
                </a:ext>
              </a:extLst>
            </p:cNvPr>
            <p:cNvSpPr/>
            <p:nvPr/>
          </p:nvSpPr>
          <p:spPr>
            <a:xfrm>
              <a:off x="2049142" y="4473038"/>
              <a:ext cx="103782" cy="98647"/>
            </a:xfrm>
            <a:custGeom>
              <a:avLst/>
              <a:gdLst/>
              <a:ahLst/>
              <a:cxnLst/>
              <a:rect l="l" t="t" r="r" b="b"/>
              <a:pathLst>
                <a:path w="6286" h="5975" extrusionOk="0">
                  <a:moveTo>
                    <a:pt x="721" y="0"/>
                  </a:moveTo>
                  <a:cubicBezTo>
                    <a:pt x="311" y="0"/>
                    <a:pt x="1" y="330"/>
                    <a:pt x="1" y="720"/>
                  </a:cubicBezTo>
                  <a:lnTo>
                    <a:pt x="1" y="2524"/>
                  </a:lnTo>
                  <a:cubicBezTo>
                    <a:pt x="1" y="2628"/>
                    <a:pt x="85" y="2711"/>
                    <a:pt x="169" y="2711"/>
                  </a:cubicBezTo>
                  <a:lnTo>
                    <a:pt x="1258" y="2711"/>
                  </a:lnTo>
                  <a:cubicBezTo>
                    <a:pt x="1357" y="2711"/>
                    <a:pt x="1421" y="2628"/>
                    <a:pt x="1421" y="2524"/>
                  </a:cubicBezTo>
                  <a:lnTo>
                    <a:pt x="1421" y="1440"/>
                  </a:lnTo>
                  <a:lnTo>
                    <a:pt x="4851" y="1440"/>
                  </a:lnTo>
                  <a:lnTo>
                    <a:pt x="4851" y="3165"/>
                  </a:lnTo>
                  <a:lnTo>
                    <a:pt x="2633" y="4333"/>
                  </a:lnTo>
                  <a:cubicBezTo>
                    <a:pt x="2406" y="4456"/>
                    <a:pt x="2264" y="4703"/>
                    <a:pt x="2264" y="4969"/>
                  </a:cubicBezTo>
                  <a:lnTo>
                    <a:pt x="2264" y="5792"/>
                  </a:lnTo>
                  <a:cubicBezTo>
                    <a:pt x="2264" y="5896"/>
                    <a:pt x="2342" y="5975"/>
                    <a:pt x="2446" y="5975"/>
                  </a:cubicBezTo>
                  <a:lnTo>
                    <a:pt x="3496" y="5975"/>
                  </a:lnTo>
                  <a:cubicBezTo>
                    <a:pt x="3599" y="5975"/>
                    <a:pt x="3678" y="5896"/>
                    <a:pt x="3678" y="5792"/>
                  </a:cubicBezTo>
                  <a:lnTo>
                    <a:pt x="3678" y="5403"/>
                  </a:lnTo>
                  <a:lnTo>
                    <a:pt x="5896" y="4210"/>
                  </a:lnTo>
                  <a:cubicBezTo>
                    <a:pt x="6143" y="4087"/>
                    <a:pt x="6286" y="3860"/>
                    <a:pt x="6286" y="3594"/>
                  </a:cubicBezTo>
                  <a:lnTo>
                    <a:pt x="6286" y="720"/>
                  </a:lnTo>
                  <a:cubicBezTo>
                    <a:pt x="6286" y="330"/>
                    <a:pt x="5961" y="0"/>
                    <a:pt x="557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91;p19">
              <a:extLst>
                <a:ext uri="{FF2B5EF4-FFF2-40B4-BE49-F238E27FC236}">
                  <a16:creationId xmlns:a16="http://schemas.microsoft.com/office/drawing/2014/main" id="{EC1DB2EA-B3C8-0D38-C9FC-5E36B4AD61A6}"/>
                </a:ext>
              </a:extLst>
            </p:cNvPr>
            <p:cNvSpPr/>
            <p:nvPr/>
          </p:nvSpPr>
          <p:spPr>
            <a:xfrm>
              <a:off x="2086509" y="4592437"/>
              <a:ext cx="23378" cy="24435"/>
            </a:xfrm>
            <a:custGeom>
              <a:avLst/>
              <a:gdLst/>
              <a:ahLst/>
              <a:cxnLst/>
              <a:rect l="l" t="t" r="r" b="b"/>
              <a:pathLst>
                <a:path w="1416" h="1480" extrusionOk="0">
                  <a:moveTo>
                    <a:pt x="267" y="1"/>
                  </a:moveTo>
                  <a:cubicBezTo>
                    <a:pt x="104" y="1"/>
                    <a:pt x="1" y="124"/>
                    <a:pt x="1" y="267"/>
                  </a:cubicBezTo>
                  <a:lnTo>
                    <a:pt x="1" y="1208"/>
                  </a:lnTo>
                  <a:cubicBezTo>
                    <a:pt x="1" y="1356"/>
                    <a:pt x="104" y="1479"/>
                    <a:pt x="267" y="1479"/>
                  </a:cubicBezTo>
                  <a:lnTo>
                    <a:pt x="1149" y="1479"/>
                  </a:lnTo>
                  <a:cubicBezTo>
                    <a:pt x="1312" y="1479"/>
                    <a:pt x="1415" y="1356"/>
                    <a:pt x="1415" y="1208"/>
                  </a:cubicBezTo>
                  <a:lnTo>
                    <a:pt x="1415" y="267"/>
                  </a:lnTo>
                  <a:cubicBezTo>
                    <a:pt x="1415" y="124"/>
                    <a:pt x="1312" y="1"/>
                    <a:pt x="114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92;p19">
              <a:extLst>
                <a:ext uri="{FF2B5EF4-FFF2-40B4-BE49-F238E27FC236}">
                  <a16:creationId xmlns:a16="http://schemas.microsoft.com/office/drawing/2014/main" id="{1E942F24-B2CF-ACC1-B06A-A3B07161664F}"/>
                </a:ext>
              </a:extLst>
            </p:cNvPr>
            <p:cNvSpPr/>
            <p:nvPr/>
          </p:nvSpPr>
          <p:spPr>
            <a:xfrm>
              <a:off x="1993231" y="4286931"/>
              <a:ext cx="209908" cy="130099"/>
            </a:xfrm>
            <a:custGeom>
              <a:avLst/>
              <a:gdLst/>
              <a:ahLst/>
              <a:cxnLst/>
              <a:rect l="l" t="t" r="r" b="b"/>
              <a:pathLst>
                <a:path w="12714" h="7880" extrusionOk="0">
                  <a:moveTo>
                    <a:pt x="9037" y="0"/>
                  </a:moveTo>
                  <a:cubicBezTo>
                    <a:pt x="5726" y="0"/>
                    <a:pt x="760" y="37"/>
                    <a:pt x="760" y="37"/>
                  </a:cubicBezTo>
                  <a:lnTo>
                    <a:pt x="760" y="2334"/>
                  </a:lnTo>
                  <a:cubicBezTo>
                    <a:pt x="227" y="3424"/>
                    <a:pt x="0" y="4533"/>
                    <a:pt x="104" y="5622"/>
                  </a:cubicBezTo>
                  <a:cubicBezTo>
                    <a:pt x="227" y="6894"/>
                    <a:pt x="1317" y="7880"/>
                    <a:pt x="2588" y="7880"/>
                  </a:cubicBezTo>
                  <a:lnTo>
                    <a:pt x="10165" y="7880"/>
                  </a:lnTo>
                  <a:cubicBezTo>
                    <a:pt x="11461" y="7880"/>
                    <a:pt x="12570" y="6855"/>
                    <a:pt x="12654" y="5563"/>
                  </a:cubicBezTo>
                  <a:cubicBezTo>
                    <a:pt x="12713" y="4533"/>
                    <a:pt x="12487" y="3468"/>
                    <a:pt x="11974" y="2334"/>
                  </a:cubicBezTo>
                  <a:lnTo>
                    <a:pt x="11974" y="2315"/>
                  </a:lnTo>
                  <a:cubicBezTo>
                    <a:pt x="11974" y="2315"/>
                    <a:pt x="11934" y="141"/>
                    <a:pt x="11934" y="37"/>
                  </a:cubicBezTo>
                  <a:cubicBezTo>
                    <a:pt x="11934" y="9"/>
                    <a:pt x="10693" y="0"/>
                    <a:pt x="903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3;p19">
              <a:extLst>
                <a:ext uri="{FF2B5EF4-FFF2-40B4-BE49-F238E27FC236}">
                  <a16:creationId xmlns:a16="http://schemas.microsoft.com/office/drawing/2014/main" id="{F67CBA27-1D47-60DB-4125-D87A8AA03DF6}"/>
                </a:ext>
              </a:extLst>
            </p:cNvPr>
            <p:cNvSpPr/>
            <p:nvPr/>
          </p:nvSpPr>
          <p:spPr>
            <a:xfrm>
              <a:off x="1976306" y="4160648"/>
              <a:ext cx="242136" cy="164819"/>
            </a:xfrm>
            <a:custGeom>
              <a:avLst/>
              <a:gdLst/>
              <a:ahLst/>
              <a:cxnLst/>
              <a:rect l="l" t="t" r="r" b="b"/>
              <a:pathLst>
                <a:path w="14666" h="9983" extrusionOk="0">
                  <a:moveTo>
                    <a:pt x="7330" y="0"/>
                  </a:moveTo>
                  <a:cubicBezTo>
                    <a:pt x="3283" y="0"/>
                    <a:pt x="0" y="3288"/>
                    <a:pt x="0" y="7335"/>
                  </a:cubicBezTo>
                  <a:lnTo>
                    <a:pt x="0" y="8114"/>
                  </a:lnTo>
                  <a:cubicBezTo>
                    <a:pt x="0" y="9120"/>
                    <a:pt x="799" y="9943"/>
                    <a:pt x="1785" y="9982"/>
                  </a:cubicBezTo>
                  <a:lnTo>
                    <a:pt x="2894" y="9982"/>
                  </a:lnTo>
                  <a:cubicBezTo>
                    <a:pt x="3101" y="9982"/>
                    <a:pt x="3303" y="9839"/>
                    <a:pt x="3347" y="9613"/>
                  </a:cubicBezTo>
                  <a:cubicBezTo>
                    <a:pt x="3426" y="9287"/>
                    <a:pt x="3673" y="9021"/>
                    <a:pt x="4023" y="8918"/>
                  </a:cubicBezTo>
                  <a:cubicBezTo>
                    <a:pt x="5095" y="8583"/>
                    <a:pt x="6194" y="8407"/>
                    <a:pt x="7315" y="8407"/>
                  </a:cubicBezTo>
                  <a:cubicBezTo>
                    <a:pt x="8404" y="8407"/>
                    <a:pt x="9513" y="8573"/>
                    <a:pt x="10638" y="8918"/>
                  </a:cubicBezTo>
                  <a:cubicBezTo>
                    <a:pt x="10988" y="9021"/>
                    <a:pt x="11234" y="9287"/>
                    <a:pt x="11313" y="9613"/>
                  </a:cubicBezTo>
                  <a:cubicBezTo>
                    <a:pt x="11357" y="9736"/>
                    <a:pt x="11397" y="9820"/>
                    <a:pt x="11481" y="9884"/>
                  </a:cubicBezTo>
                  <a:cubicBezTo>
                    <a:pt x="11560" y="9943"/>
                    <a:pt x="11663" y="9982"/>
                    <a:pt x="11767" y="9982"/>
                  </a:cubicBezTo>
                  <a:lnTo>
                    <a:pt x="12792" y="9982"/>
                  </a:lnTo>
                  <a:cubicBezTo>
                    <a:pt x="12856" y="9982"/>
                    <a:pt x="12940" y="9982"/>
                    <a:pt x="12999" y="9963"/>
                  </a:cubicBezTo>
                  <a:cubicBezTo>
                    <a:pt x="13945" y="9859"/>
                    <a:pt x="14665" y="9080"/>
                    <a:pt x="14665" y="8114"/>
                  </a:cubicBezTo>
                  <a:lnTo>
                    <a:pt x="14665" y="7335"/>
                  </a:lnTo>
                  <a:cubicBezTo>
                    <a:pt x="14665" y="3288"/>
                    <a:pt x="11377" y="0"/>
                    <a:pt x="733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4;p19">
              <a:extLst>
                <a:ext uri="{FF2B5EF4-FFF2-40B4-BE49-F238E27FC236}">
                  <a16:creationId xmlns:a16="http://schemas.microsoft.com/office/drawing/2014/main" id="{A212B617-AFC7-1801-7071-E6130EBF336F}"/>
                </a:ext>
              </a:extLst>
            </p:cNvPr>
            <p:cNvSpPr/>
            <p:nvPr/>
          </p:nvSpPr>
          <p:spPr>
            <a:xfrm>
              <a:off x="2189958" y="4250589"/>
              <a:ext cx="28513" cy="56250"/>
            </a:xfrm>
            <a:custGeom>
              <a:avLst/>
              <a:gdLst/>
              <a:ahLst/>
              <a:cxnLst/>
              <a:rect l="l" t="t" r="r" b="b"/>
              <a:pathLst>
                <a:path w="1727" h="3407" extrusionOk="0">
                  <a:moveTo>
                    <a:pt x="1480" y="0"/>
                  </a:moveTo>
                  <a:cubicBezTo>
                    <a:pt x="637" y="99"/>
                    <a:pt x="1" y="819"/>
                    <a:pt x="1" y="1701"/>
                  </a:cubicBezTo>
                  <a:cubicBezTo>
                    <a:pt x="1" y="1888"/>
                    <a:pt x="40" y="2051"/>
                    <a:pt x="80" y="2219"/>
                  </a:cubicBezTo>
                  <a:cubicBezTo>
                    <a:pt x="287" y="2874"/>
                    <a:pt x="863" y="3347"/>
                    <a:pt x="1558" y="3407"/>
                  </a:cubicBezTo>
                  <a:cubicBezTo>
                    <a:pt x="1662" y="3180"/>
                    <a:pt x="1726" y="2933"/>
                    <a:pt x="1726" y="2667"/>
                  </a:cubicBezTo>
                  <a:lnTo>
                    <a:pt x="1726" y="1888"/>
                  </a:lnTo>
                  <a:cubicBezTo>
                    <a:pt x="1726" y="1233"/>
                    <a:pt x="1642" y="592"/>
                    <a:pt x="1480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5;p19">
              <a:extLst>
                <a:ext uri="{FF2B5EF4-FFF2-40B4-BE49-F238E27FC236}">
                  <a16:creationId xmlns:a16="http://schemas.microsoft.com/office/drawing/2014/main" id="{8D9523EC-1D02-D18A-C806-5A3B1FA1DDFD}"/>
                </a:ext>
              </a:extLst>
            </p:cNvPr>
            <p:cNvSpPr/>
            <p:nvPr/>
          </p:nvSpPr>
          <p:spPr>
            <a:xfrm>
              <a:off x="2150246" y="4174897"/>
              <a:ext cx="52584" cy="51924"/>
            </a:xfrm>
            <a:custGeom>
              <a:avLst/>
              <a:gdLst/>
              <a:ahLst/>
              <a:cxnLst/>
              <a:rect l="l" t="t" r="r" b="b"/>
              <a:pathLst>
                <a:path w="3185" h="3145" extrusionOk="0">
                  <a:moveTo>
                    <a:pt x="247" y="0"/>
                  </a:moveTo>
                  <a:cubicBezTo>
                    <a:pt x="84" y="291"/>
                    <a:pt x="0" y="616"/>
                    <a:pt x="0" y="986"/>
                  </a:cubicBezTo>
                  <a:cubicBezTo>
                    <a:pt x="0" y="2179"/>
                    <a:pt x="966" y="3145"/>
                    <a:pt x="2159" y="3145"/>
                  </a:cubicBezTo>
                  <a:cubicBezTo>
                    <a:pt x="2529" y="3145"/>
                    <a:pt x="2899" y="3041"/>
                    <a:pt x="3185" y="2879"/>
                  </a:cubicBezTo>
                  <a:cubicBezTo>
                    <a:pt x="2504" y="1666"/>
                    <a:pt x="1479" y="661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6;p19">
              <a:extLst>
                <a:ext uri="{FF2B5EF4-FFF2-40B4-BE49-F238E27FC236}">
                  <a16:creationId xmlns:a16="http://schemas.microsoft.com/office/drawing/2014/main" id="{57809DA8-D97F-92A2-0A3E-B3F4B1126D14}"/>
                </a:ext>
              </a:extLst>
            </p:cNvPr>
            <p:cNvSpPr/>
            <p:nvPr/>
          </p:nvSpPr>
          <p:spPr>
            <a:xfrm>
              <a:off x="2061757" y="4198328"/>
              <a:ext cx="71241" cy="71224"/>
            </a:xfrm>
            <a:custGeom>
              <a:avLst/>
              <a:gdLst/>
              <a:ahLst/>
              <a:cxnLst/>
              <a:rect l="l" t="t" r="r" b="b"/>
              <a:pathLst>
                <a:path w="4315" h="4314" extrusionOk="0">
                  <a:moveTo>
                    <a:pt x="2155" y="1"/>
                  </a:moveTo>
                  <a:cubicBezTo>
                    <a:pt x="962" y="1"/>
                    <a:pt x="1" y="967"/>
                    <a:pt x="1" y="2155"/>
                  </a:cubicBezTo>
                  <a:cubicBezTo>
                    <a:pt x="1" y="3348"/>
                    <a:pt x="962" y="4314"/>
                    <a:pt x="2155" y="4314"/>
                  </a:cubicBezTo>
                  <a:cubicBezTo>
                    <a:pt x="3348" y="4314"/>
                    <a:pt x="4314" y="3348"/>
                    <a:pt x="4314" y="2155"/>
                  </a:cubicBezTo>
                  <a:cubicBezTo>
                    <a:pt x="4314" y="967"/>
                    <a:pt x="3348" y="1"/>
                    <a:pt x="2155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7;p19">
              <a:extLst>
                <a:ext uri="{FF2B5EF4-FFF2-40B4-BE49-F238E27FC236}">
                  <a16:creationId xmlns:a16="http://schemas.microsoft.com/office/drawing/2014/main" id="{F0E40E26-F6F4-593F-8D49-D6948F18BEB8}"/>
                </a:ext>
              </a:extLst>
            </p:cNvPr>
            <p:cNvSpPr/>
            <p:nvPr/>
          </p:nvSpPr>
          <p:spPr>
            <a:xfrm>
              <a:off x="1991844" y="4174897"/>
              <a:ext cx="52601" cy="51924"/>
            </a:xfrm>
            <a:custGeom>
              <a:avLst/>
              <a:gdLst/>
              <a:ahLst/>
              <a:cxnLst/>
              <a:rect l="l" t="t" r="r" b="b"/>
              <a:pathLst>
                <a:path w="3186" h="3145" extrusionOk="0">
                  <a:moveTo>
                    <a:pt x="2939" y="0"/>
                  </a:moveTo>
                  <a:cubicBezTo>
                    <a:pt x="1706" y="661"/>
                    <a:pt x="681" y="1666"/>
                    <a:pt x="1" y="2879"/>
                  </a:cubicBezTo>
                  <a:cubicBezTo>
                    <a:pt x="311" y="3041"/>
                    <a:pt x="661" y="3145"/>
                    <a:pt x="1031" y="3145"/>
                  </a:cubicBezTo>
                  <a:cubicBezTo>
                    <a:pt x="2219" y="3145"/>
                    <a:pt x="3185" y="2179"/>
                    <a:pt x="3185" y="986"/>
                  </a:cubicBezTo>
                  <a:cubicBezTo>
                    <a:pt x="3185" y="616"/>
                    <a:pt x="3101" y="291"/>
                    <a:pt x="29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8;p19">
              <a:extLst>
                <a:ext uri="{FF2B5EF4-FFF2-40B4-BE49-F238E27FC236}">
                  <a16:creationId xmlns:a16="http://schemas.microsoft.com/office/drawing/2014/main" id="{4D607132-78DD-7027-A785-D420D01D391A}"/>
                </a:ext>
              </a:extLst>
            </p:cNvPr>
            <p:cNvSpPr/>
            <p:nvPr/>
          </p:nvSpPr>
          <p:spPr>
            <a:xfrm>
              <a:off x="1976306" y="4250589"/>
              <a:ext cx="28496" cy="56250"/>
            </a:xfrm>
            <a:custGeom>
              <a:avLst/>
              <a:gdLst/>
              <a:ahLst/>
              <a:cxnLst/>
              <a:rect l="l" t="t" r="r" b="b"/>
              <a:pathLst>
                <a:path w="1726" h="3407" extrusionOk="0">
                  <a:moveTo>
                    <a:pt x="247" y="0"/>
                  </a:moveTo>
                  <a:cubicBezTo>
                    <a:pt x="79" y="592"/>
                    <a:pt x="0" y="1233"/>
                    <a:pt x="0" y="1888"/>
                  </a:cubicBezTo>
                  <a:lnTo>
                    <a:pt x="0" y="2667"/>
                  </a:lnTo>
                  <a:cubicBezTo>
                    <a:pt x="0" y="2933"/>
                    <a:pt x="59" y="3180"/>
                    <a:pt x="163" y="3407"/>
                  </a:cubicBezTo>
                  <a:cubicBezTo>
                    <a:pt x="863" y="3347"/>
                    <a:pt x="1454" y="2854"/>
                    <a:pt x="1661" y="2194"/>
                  </a:cubicBezTo>
                  <a:cubicBezTo>
                    <a:pt x="1701" y="2031"/>
                    <a:pt x="1725" y="1869"/>
                    <a:pt x="1725" y="1701"/>
                  </a:cubicBezTo>
                  <a:cubicBezTo>
                    <a:pt x="1725" y="819"/>
                    <a:pt x="1085" y="99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9;p19">
              <a:extLst>
                <a:ext uri="{FF2B5EF4-FFF2-40B4-BE49-F238E27FC236}">
                  <a16:creationId xmlns:a16="http://schemas.microsoft.com/office/drawing/2014/main" id="{32BBD103-76A8-63AC-7830-1D9A236B93A5}"/>
                </a:ext>
              </a:extLst>
            </p:cNvPr>
            <p:cNvSpPr/>
            <p:nvPr/>
          </p:nvSpPr>
          <p:spPr>
            <a:xfrm>
              <a:off x="1943331" y="4152920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5630" y="2011"/>
                  </a:moveTo>
                  <a:cubicBezTo>
                    <a:pt x="5650" y="2115"/>
                    <a:pt x="5670" y="2218"/>
                    <a:pt x="5670" y="2317"/>
                  </a:cubicBezTo>
                  <a:cubicBezTo>
                    <a:pt x="5670" y="3244"/>
                    <a:pt x="4910" y="4003"/>
                    <a:pt x="3969" y="4003"/>
                  </a:cubicBezTo>
                  <a:cubicBezTo>
                    <a:pt x="3846" y="4003"/>
                    <a:pt x="3742" y="4003"/>
                    <a:pt x="3619" y="3963"/>
                  </a:cubicBezTo>
                  <a:cubicBezTo>
                    <a:pt x="4151" y="3180"/>
                    <a:pt x="4832" y="2524"/>
                    <a:pt x="5630" y="2011"/>
                  </a:cubicBezTo>
                  <a:close/>
                  <a:moveTo>
                    <a:pt x="13024" y="2011"/>
                  </a:moveTo>
                  <a:cubicBezTo>
                    <a:pt x="13828" y="2524"/>
                    <a:pt x="14503" y="3180"/>
                    <a:pt x="15035" y="3983"/>
                  </a:cubicBezTo>
                  <a:cubicBezTo>
                    <a:pt x="14912" y="4003"/>
                    <a:pt x="14814" y="4003"/>
                    <a:pt x="14690" y="4003"/>
                  </a:cubicBezTo>
                  <a:cubicBezTo>
                    <a:pt x="13764" y="4003"/>
                    <a:pt x="13004" y="3244"/>
                    <a:pt x="13004" y="2317"/>
                  </a:cubicBezTo>
                  <a:cubicBezTo>
                    <a:pt x="13004" y="2218"/>
                    <a:pt x="13004" y="2115"/>
                    <a:pt x="13024" y="2011"/>
                  </a:cubicBezTo>
                  <a:close/>
                  <a:moveTo>
                    <a:pt x="2589" y="6487"/>
                  </a:moveTo>
                  <a:cubicBezTo>
                    <a:pt x="2983" y="6714"/>
                    <a:pt x="3269" y="7148"/>
                    <a:pt x="3269" y="7616"/>
                  </a:cubicBezTo>
                  <a:cubicBezTo>
                    <a:pt x="3269" y="8153"/>
                    <a:pt x="2939" y="8602"/>
                    <a:pt x="2465" y="8789"/>
                  </a:cubicBezTo>
                  <a:lnTo>
                    <a:pt x="2465" y="8582"/>
                  </a:lnTo>
                  <a:lnTo>
                    <a:pt x="2465" y="7803"/>
                  </a:lnTo>
                  <a:cubicBezTo>
                    <a:pt x="2465" y="7350"/>
                    <a:pt x="2510" y="6921"/>
                    <a:pt x="2589" y="6487"/>
                  </a:cubicBezTo>
                  <a:close/>
                  <a:moveTo>
                    <a:pt x="16085" y="6487"/>
                  </a:moveTo>
                  <a:cubicBezTo>
                    <a:pt x="16169" y="6921"/>
                    <a:pt x="16209" y="7350"/>
                    <a:pt x="16209" y="7803"/>
                  </a:cubicBezTo>
                  <a:lnTo>
                    <a:pt x="16209" y="8582"/>
                  </a:lnTo>
                  <a:cubicBezTo>
                    <a:pt x="16209" y="8646"/>
                    <a:pt x="16189" y="8705"/>
                    <a:pt x="16189" y="8789"/>
                  </a:cubicBezTo>
                  <a:cubicBezTo>
                    <a:pt x="15716" y="8602"/>
                    <a:pt x="15405" y="8153"/>
                    <a:pt x="15405" y="7616"/>
                  </a:cubicBezTo>
                  <a:cubicBezTo>
                    <a:pt x="15405" y="7148"/>
                    <a:pt x="15676" y="6714"/>
                    <a:pt x="16085" y="6487"/>
                  </a:cubicBezTo>
                  <a:close/>
                  <a:moveTo>
                    <a:pt x="9327" y="922"/>
                  </a:moveTo>
                  <a:cubicBezTo>
                    <a:pt x="10352" y="922"/>
                    <a:pt x="11319" y="1149"/>
                    <a:pt x="12181" y="1558"/>
                  </a:cubicBezTo>
                  <a:cubicBezTo>
                    <a:pt x="12122" y="1804"/>
                    <a:pt x="12078" y="2051"/>
                    <a:pt x="12078" y="2317"/>
                  </a:cubicBezTo>
                  <a:cubicBezTo>
                    <a:pt x="12078" y="3756"/>
                    <a:pt x="13251" y="4929"/>
                    <a:pt x="14690" y="4929"/>
                  </a:cubicBezTo>
                  <a:cubicBezTo>
                    <a:pt x="14976" y="4929"/>
                    <a:pt x="15242" y="4885"/>
                    <a:pt x="15509" y="4806"/>
                  </a:cubicBezTo>
                  <a:cubicBezTo>
                    <a:pt x="15632" y="5053"/>
                    <a:pt x="15735" y="5319"/>
                    <a:pt x="15839" y="5585"/>
                  </a:cubicBezTo>
                  <a:cubicBezTo>
                    <a:pt x="15035" y="5915"/>
                    <a:pt x="14483" y="6714"/>
                    <a:pt x="14483" y="7616"/>
                  </a:cubicBezTo>
                  <a:cubicBezTo>
                    <a:pt x="14483" y="8503"/>
                    <a:pt x="14996" y="9262"/>
                    <a:pt x="15755" y="9612"/>
                  </a:cubicBezTo>
                  <a:cubicBezTo>
                    <a:pt x="15509" y="9834"/>
                    <a:pt x="15159" y="9982"/>
                    <a:pt x="14789" y="9982"/>
                  </a:cubicBezTo>
                  <a:lnTo>
                    <a:pt x="13764" y="9982"/>
                  </a:lnTo>
                  <a:cubicBezTo>
                    <a:pt x="13640" y="9489"/>
                    <a:pt x="13271" y="9075"/>
                    <a:pt x="12778" y="8932"/>
                  </a:cubicBezTo>
                  <a:cubicBezTo>
                    <a:pt x="12595" y="8873"/>
                    <a:pt x="12408" y="8829"/>
                    <a:pt x="12201" y="8789"/>
                  </a:cubicBezTo>
                  <a:cubicBezTo>
                    <a:pt x="12162" y="8779"/>
                    <a:pt x="12123" y="8774"/>
                    <a:pt x="12085" y="8774"/>
                  </a:cubicBezTo>
                  <a:cubicBezTo>
                    <a:pt x="11881" y="8774"/>
                    <a:pt x="11699" y="8912"/>
                    <a:pt x="11649" y="9119"/>
                  </a:cubicBezTo>
                  <a:cubicBezTo>
                    <a:pt x="11585" y="9366"/>
                    <a:pt x="11733" y="9612"/>
                    <a:pt x="11979" y="9672"/>
                  </a:cubicBezTo>
                  <a:cubicBezTo>
                    <a:pt x="12162" y="9711"/>
                    <a:pt x="12349" y="9775"/>
                    <a:pt x="12511" y="9814"/>
                  </a:cubicBezTo>
                  <a:cubicBezTo>
                    <a:pt x="12694" y="9879"/>
                    <a:pt x="12817" y="10021"/>
                    <a:pt x="12861" y="10204"/>
                  </a:cubicBezTo>
                  <a:cubicBezTo>
                    <a:pt x="12965" y="10618"/>
                    <a:pt x="13335" y="10904"/>
                    <a:pt x="13764" y="10904"/>
                  </a:cubicBezTo>
                  <a:lnTo>
                    <a:pt x="14690" y="10904"/>
                  </a:lnTo>
                  <a:cubicBezTo>
                    <a:pt x="15080" y="11870"/>
                    <a:pt x="15262" y="12792"/>
                    <a:pt x="15203" y="13654"/>
                  </a:cubicBezTo>
                  <a:cubicBezTo>
                    <a:pt x="15139" y="14704"/>
                    <a:pt x="14256" y="15528"/>
                    <a:pt x="13187" y="15528"/>
                  </a:cubicBezTo>
                  <a:lnTo>
                    <a:pt x="5610" y="15528"/>
                  </a:lnTo>
                  <a:cubicBezTo>
                    <a:pt x="4560" y="15528"/>
                    <a:pt x="3678" y="14744"/>
                    <a:pt x="3599" y="13699"/>
                  </a:cubicBezTo>
                  <a:cubicBezTo>
                    <a:pt x="3515" y="12772"/>
                    <a:pt x="3678" y="11850"/>
                    <a:pt x="4092" y="10904"/>
                  </a:cubicBezTo>
                  <a:lnTo>
                    <a:pt x="4891" y="10904"/>
                  </a:lnTo>
                  <a:cubicBezTo>
                    <a:pt x="5324" y="10904"/>
                    <a:pt x="5694" y="10618"/>
                    <a:pt x="5793" y="10204"/>
                  </a:cubicBezTo>
                  <a:cubicBezTo>
                    <a:pt x="5837" y="10021"/>
                    <a:pt x="5980" y="9879"/>
                    <a:pt x="6143" y="9814"/>
                  </a:cubicBezTo>
                  <a:cubicBezTo>
                    <a:pt x="7185" y="9500"/>
                    <a:pt x="8226" y="9343"/>
                    <a:pt x="9268" y="9343"/>
                  </a:cubicBezTo>
                  <a:cubicBezTo>
                    <a:pt x="9582" y="9343"/>
                    <a:pt x="9896" y="9357"/>
                    <a:pt x="10209" y="9386"/>
                  </a:cubicBezTo>
                  <a:cubicBezTo>
                    <a:pt x="10221" y="9387"/>
                    <a:pt x="10233" y="9387"/>
                    <a:pt x="10245" y="9387"/>
                  </a:cubicBezTo>
                  <a:cubicBezTo>
                    <a:pt x="10477" y="9387"/>
                    <a:pt x="10684" y="9205"/>
                    <a:pt x="10702" y="8952"/>
                  </a:cubicBezTo>
                  <a:cubicBezTo>
                    <a:pt x="10722" y="8705"/>
                    <a:pt x="10540" y="8479"/>
                    <a:pt x="10293" y="8459"/>
                  </a:cubicBezTo>
                  <a:cubicBezTo>
                    <a:pt x="9977" y="8432"/>
                    <a:pt x="9660" y="8419"/>
                    <a:pt x="9343" y="8419"/>
                  </a:cubicBezTo>
                  <a:cubicBezTo>
                    <a:pt x="8182" y="8419"/>
                    <a:pt x="7023" y="8595"/>
                    <a:pt x="5877" y="8932"/>
                  </a:cubicBezTo>
                  <a:cubicBezTo>
                    <a:pt x="5384" y="9075"/>
                    <a:pt x="5014" y="9489"/>
                    <a:pt x="4891" y="9982"/>
                  </a:cubicBezTo>
                  <a:lnTo>
                    <a:pt x="3865" y="9982"/>
                  </a:lnTo>
                  <a:cubicBezTo>
                    <a:pt x="3496" y="9982"/>
                    <a:pt x="3165" y="9834"/>
                    <a:pt x="2899" y="9612"/>
                  </a:cubicBezTo>
                  <a:cubicBezTo>
                    <a:pt x="3658" y="9262"/>
                    <a:pt x="4191" y="8503"/>
                    <a:pt x="4191" y="7616"/>
                  </a:cubicBezTo>
                  <a:cubicBezTo>
                    <a:pt x="4191" y="6714"/>
                    <a:pt x="3619" y="5915"/>
                    <a:pt x="2815" y="5585"/>
                  </a:cubicBezTo>
                  <a:cubicBezTo>
                    <a:pt x="2919" y="5319"/>
                    <a:pt x="3022" y="5053"/>
                    <a:pt x="3146" y="4806"/>
                  </a:cubicBezTo>
                  <a:cubicBezTo>
                    <a:pt x="3412" y="4885"/>
                    <a:pt x="3698" y="4929"/>
                    <a:pt x="3969" y="4929"/>
                  </a:cubicBezTo>
                  <a:cubicBezTo>
                    <a:pt x="5403" y="4929"/>
                    <a:pt x="6596" y="3756"/>
                    <a:pt x="6596" y="2317"/>
                  </a:cubicBezTo>
                  <a:cubicBezTo>
                    <a:pt x="6596" y="2051"/>
                    <a:pt x="6557" y="1804"/>
                    <a:pt x="6473" y="1558"/>
                  </a:cubicBezTo>
                  <a:cubicBezTo>
                    <a:pt x="7336" y="1149"/>
                    <a:pt x="8322" y="922"/>
                    <a:pt x="9327" y="9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6" y="16760"/>
                    <a:pt x="17746" y="17105"/>
                  </a:cubicBezTo>
                  <a:lnTo>
                    <a:pt x="17746" y="29966"/>
                  </a:lnTo>
                  <a:cubicBezTo>
                    <a:pt x="17746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3" y="30621"/>
                    <a:pt x="927" y="30335"/>
                    <a:pt x="927" y="29966"/>
                  </a:cubicBezTo>
                  <a:lnTo>
                    <a:pt x="927" y="17105"/>
                  </a:lnTo>
                  <a:cubicBezTo>
                    <a:pt x="927" y="16760"/>
                    <a:pt x="1213" y="16449"/>
                    <a:pt x="1583" y="16449"/>
                  </a:cubicBezTo>
                  <a:close/>
                  <a:moveTo>
                    <a:pt x="9327" y="0"/>
                  </a:moveTo>
                  <a:cubicBezTo>
                    <a:pt x="5034" y="0"/>
                    <a:pt x="1544" y="3510"/>
                    <a:pt x="1544" y="7803"/>
                  </a:cubicBezTo>
                  <a:lnTo>
                    <a:pt x="1544" y="8582"/>
                  </a:lnTo>
                  <a:cubicBezTo>
                    <a:pt x="1544" y="9612"/>
                    <a:pt x="2199" y="10475"/>
                    <a:pt x="3126" y="10781"/>
                  </a:cubicBezTo>
                  <a:cubicBezTo>
                    <a:pt x="2737" y="11786"/>
                    <a:pt x="2569" y="12792"/>
                    <a:pt x="2672" y="13778"/>
                  </a:cubicBezTo>
                  <a:cubicBezTo>
                    <a:pt x="2737" y="14458"/>
                    <a:pt x="3022" y="15074"/>
                    <a:pt x="3451" y="15528"/>
                  </a:cubicBezTo>
                  <a:lnTo>
                    <a:pt x="1583" y="15528"/>
                  </a:lnTo>
                  <a:cubicBezTo>
                    <a:pt x="701" y="15528"/>
                    <a:pt x="1" y="16242"/>
                    <a:pt x="1" y="17105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05"/>
                  </a:lnTo>
                  <a:cubicBezTo>
                    <a:pt x="18673" y="16242"/>
                    <a:pt x="17954" y="15528"/>
                    <a:pt x="17071" y="15528"/>
                  </a:cubicBezTo>
                  <a:lnTo>
                    <a:pt x="15326" y="15528"/>
                  </a:lnTo>
                  <a:cubicBezTo>
                    <a:pt x="15799" y="15054"/>
                    <a:pt x="16085" y="14418"/>
                    <a:pt x="16125" y="13699"/>
                  </a:cubicBezTo>
                  <a:cubicBezTo>
                    <a:pt x="16189" y="12752"/>
                    <a:pt x="16021" y="11766"/>
                    <a:pt x="15632" y="10761"/>
                  </a:cubicBezTo>
                  <a:cubicBezTo>
                    <a:pt x="16494" y="10411"/>
                    <a:pt x="17130" y="9568"/>
                    <a:pt x="17130" y="8582"/>
                  </a:cubicBezTo>
                  <a:lnTo>
                    <a:pt x="17130" y="7803"/>
                  </a:lnTo>
                  <a:cubicBezTo>
                    <a:pt x="17130" y="3510"/>
                    <a:pt x="13621" y="0"/>
                    <a:pt x="932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00;p19">
              <a:extLst>
                <a:ext uri="{FF2B5EF4-FFF2-40B4-BE49-F238E27FC236}">
                  <a16:creationId xmlns:a16="http://schemas.microsoft.com/office/drawing/2014/main" id="{B38163DB-EB6E-5694-064C-E11A40ECE7FD}"/>
                </a:ext>
              </a:extLst>
            </p:cNvPr>
            <p:cNvSpPr/>
            <p:nvPr/>
          </p:nvSpPr>
          <p:spPr>
            <a:xfrm>
              <a:off x="1973862" y="4439833"/>
              <a:ext cx="247254" cy="203469"/>
            </a:xfrm>
            <a:custGeom>
              <a:avLst/>
              <a:gdLst/>
              <a:ahLst/>
              <a:cxnLst/>
              <a:rect l="l" t="t" r="r" b="b"/>
              <a:pathLst>
                <a:path w="14976" h="12324" extrusionOk="0">
                  <a:moveTo>
                    <a:pt x="454" y="0"/>
                  </a:moveTo>
                  <a:cubicBezTo>
                    <a:pt x="207" y="0"/>
                    <a:pt x="0" y="202"/>
                    <a:pt x="0" y="468"/>
                  </a:cubicBezTo>
                  <a:lnTo>
                    <a:pt x="0" y="7739"/>
                  </a:lnTo>
                  <a:cubicBezTo>
                    <a:pt x="0" y="7986"/>
                    <a:pt x="207" y="8193"/>
                    <a:pt x="454" y="8193"/>
                  </a:cubicBezTo>
                  <a:cubicBezTo>
                    <a:pt x="720" y="8193"/>
                    <a:pt x="927" y="7986"/>
                    <a:pt x="927" y="7739"/>
                  </a:cubicBezTo>
                  <a:lnTo>
                    <a:pt x="927" y="922"/>
                  </a:lnTo>
                  <a:lnTo>
                    <a:pt x="14049" y="922"/>
                  </a:lnTo>
                  <a:lnTo>
                    <a:pt x="14049" y="11397"/>
                  </a:lnTo>
                  <a:lnTo>
                    <a:pt x="927" y="11397"/>
                  </a:lnTo>
                  <a:lnTo>
                    <a:pt x="927" y="9588"/>
                  </a:lnTo>
                  <a:cubicBezTo>
                    <a:pt x="927" y="9321"/>
                    <a:pt x="720" y="9119"/>
                    <a:pt x="454" y="9119"/>
                  </a:cubicBezTo>
                  <a:cubicBezTo>
                    <a:pt x="207" y="9119"/>
                    <a:pt x="0" y="9321"/>
                    <a:pt x="0" y="9588"/>
                  </a:cubicBezTo>
                  <a:lnTo>
                    <a:pt x="0" y="11870"/>
                  </a:lnTo>
                  <a:cubicBezTo>
                    <a:pt x="0" y="12116"/>
                    <a:pt x="207" y="12323"/>
                    <a:pt x="454" y="12323"/>
                  </a:cubicBezTo>
                  <a:lnTo>
                    <a:pt x="14502" y="12323"/>
                  </a:lnTo>
                  <a:cubicBezTo>
                    <a:pt x="14769" y="12323"/>
                    <a:pt x="14976" y="12116"/>
                    <a:pt x="14976" y="11870"/>
                  </a:cubicBezTo>
                  <a:lnTo>
                    <a:pt x="14976" y="468"/>
                  </a:lnTo>
                  <a:cubicBezTo>
                    <a:pt x="14976" y="202"/>
                    <a:pt x="14769" y="0"/>
                    <a:pt x="1450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1;p19">
              <a:extLst>
                <a:ext uri="{FF2B5EF4-FFF2-40B4-BE49-F238E27FC236}">
                  <a16:creationId xmlns:a16="http://schemas.microsoft.com/office/drawing/2014/main" id="{826BC299-DA1D-5CA6-16DC-E576E54E975C}"/>
                </a:ext>
              </a:extLst>
            </p:cNvPr>
            <p:cNvSpPr/>
            <p:nvPr/>
          </p:nvSpPr>
          <p:spPr>
            <a:xfrm>
              <a:off x="2181421" y="4462206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2;p19">
              <a:extLst>
                <a:ext uri="{FF2B5EF4-FFF2-40B4-BE49-F238E27FC236}">
                  <a16:creationId xmlns:a16="http://schemas.microsoft.com/office/drawing/2014/main" id="{BC093A17-09A6-A315-DF54-E5E44E30F307}"/>
                </a:ext>
              </a:extLst>
            </p:cNvPr>
            <p:cNvSpPr/>
            <p:nvPr/>
          </p:nvSpPr>
          <p:spPr>
            <a:xfrm>
              <a:off x="1997293" y="4462206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3;p19">
              <a:extLst>
                <a:ext uri="{FF2B5EF4-FFF2-40B4-BE49-F238E27FC236}">
                  <a16:creationId xmlns:a16="http://schemas.microsoft.com/office/drawing/2014/main" id="{5CE7C18B-AAAE-4645-0A4A-E2E0781D47B3}"/>
                </a:ext>
              </a:extLst>
            </p:cNvPr>
            <p:cNvSpPr/>
            <p:nvPr/>
          </p:nvSpPr>
          <p:spPr>
            <a:xfrm>
              <a:off x="2181421" y="4602608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4;p19">
              <a:extLst>
                <a:ext uri="{FF2B5EF4-FFF2-40B4-BE49-F238E27FC236}">
                  <a16:creationId xmlns:a16="http://schemas.microsoft.com/office/drawing/2014/main" id="{4050C9B3-2E7D-608E-3AD8-DC0F088AD75B}"/>
                </a:ext>
              </a:extLst>
            </p:cNvPr>
            <p:cNvSpPr/>
            <p:nvPr/>
          </p:nvSpPr>
          <p:spPr>
            <a:xfrm>
              <a:off x="1997293" y="4602608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05;p19">
              <a:extLst>
                <a:ext uri="{FF2B5EF4-FFF2-40B4-BE49-F238E27FC236}">
                  <a16:creationId xmlns:a16="http://schemas.microsoft.com/office/drawing/2014/main" id="{07AAD91B-3A05-94FB-1C05-A29F64946DA7}"/>
                </a:ext>
              </a:extLst>
            </p:cNvPr>
            <p:cNvSpPr/>
            <p:nvPr/>
          </p:nvSpPr>
          <p:spPr>
            <a:xfrm>
              <a:off x="2041414" y="4465542"/>
              <a:ext cx="119004" cy="113952"/>
            </a:xfrm>
            <a:custGeom>
              <a:avLst/>
              <a:gdLst/>
              <a:ahLst/>
              <a:cxnLst/>
              <a:rect l="l" t="t" r="r" b="b"/>
              <a:pathLst>
                <a:path w="7208" h="6902" extrusionOk="0">
                  <a:moveTo>
                    <a:pt x="6039" y="927"/>
                  </a:moveTo>
                  <a:cubicBezTo>
                    <a:pt x="6182" y="927"/>
                    <a:pt x="6286" y="1031"/>
                    <a:pt x="6286" y="1174"/>
                  </a:cubicBezTo>
                  <a:lnTo>
                    <a:pt x="6286" y="4048"/>
                  </a:lnTo>
                  <a:cubicBezTo>
                    <a:pt x="6286" y="4132"/>
                    <a:pt x="6241" y="4210"/>
                    <a:pt x="6162" y="4274"/>
                  </a:cubicBezTo>
                  <a:lnTo>
                    <a:pt x="3944" y="5443"/>
                  </a:lnTo>
                  <a:cubicBezTo>
                    <a:pt x="3796" y="5527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0" y="5980"/>
                  </a:lnTo>
                  <a:lnTo>
                    <a:pt x="3180" y="5423"/>
                  </a:lnTo>
                  <a:cubicBezTo>
                    <a:pt x="3180" y="5319"/>
                    <a:pt x="3244" y="5241"/>
                    <a:pt x="3328" y="5196"/>
                  </a:cubicBezTo>
                  <a:lnTo>
                    <a:pt x="5522" y="4028"/>
                  </a:lnTo>
                  <a:cubicBezTo>
                    <a:pt x="5689" y="3944"/>
                    <a:pt x="5768" y="3782"/>
                    <a:pt x="5768" y="3619"/>
                  </a:cubicBezTo>
                  <a:lnTo>
                    <a:pt x="5768" y="1894"/>
                  </a:lnTo>
                  <a:cubicBezTo>
                    <a:pt x="5768" y="1647"/>
                    <a:pt x="5566" y="1420"/>
                    <a:pt x="5319" y="1420"/>
                  </a:cubicBezTo>
                  <a:lnTo>
                    <a:pt x="1889" y="1420"/>
                  </a:lnTo>
                  <a:cubicBezTo>
                    <a:pt x="1642" y="1420"/>
                    <a:pt x="1435" y="1647"/>
                    <a:pt x="1435" y="1894"/>
                  </a:cubicBezTo>
                  <a:lnTo>
                    <a:pt x="1435" y="2692"/>
                  </a:lnTo>
                  <a:lnTo>
                    <a:pt x="922" y="2692"/>
                  </a:lnTo>
                  <a:lnTo>
                    <a:pt x="922" y="1174"/>
                  </a:lnTo>
                  <a:cubicBezTo>
                    <a:pt x="922" y="1031"/>
                    <a:pt x="1046" y="927"/>
                    <a:pt x="1189" y="927"/>
                  </a:cubicBezTo>
                  <a:close/>
                  <a:moveTo>
                    <a:pt x="1189" y="1"/>
                  </a:moveTo>
                  <a:cubicBezTo>
                    <a:pt x="533" y="1"/>
                    <a:pt x="1" y="513"/>
                    <a:pt x="1" y="1174"/>
                  </a:cubicBezTo>
                  <a:lnTo>
                    <a:pt x="1" y="2978"/>
                  </a:lnTo>
                  <a:cubicBezTo>
                    <a:pt x="1" y="3328"/>
                    <a:pt x="287" y="3619"/>
                    <a:pt x="637" y="3619"/>
                  </a:cubicBezTo>
                  <a:lnTo>
                    <a:pt x="1726" y="3619"/>
                  </a:lnTo>
                  <a:cubicBezTo>
                    <a:pt x="2071" y="3619"/>
                    <a:pt x="2362" y="3328"/>
                    <a:pt x="2362" y="2978"/>
                  </a:cubicBezTo>
                  <a:lnTo>
                    <a:pt x="2362" y="2342"/>
                  </a:lnTo>
                  <a:lnTo>
                    <a:pt x="4846" y="2342"/>
                  </a:lnTo>
                  <a:lnTo>
                    <a:pt x="4846" y="3328"/>
                  </a:lnTo>
                  <a:lnTo>
                    <a:pt x="2894" y="4378"/>
                  </a:lnTo>
                  <a:cubicBezTo>
                    <a:pt x="2505" y="4580"/>
                    <a:pt x="2258" y="4974"/>
                    <a:pt x="2258" y="5423"/>
                  </a:cubicBezTo>
                  <a:lnTo>
                    <a:pt x="2258" y="6246"/>
                  </a:lnTo>
                  <a:cubicBezTo>
                    <a:pt x="2258" y="6616"/>
                    <a:pt x="2544" y="6902"/>
                    <a:pt x="2914" y="6902"/>
                  </a:cubicBezTo>
                  <a:lnTo>
                    <a:pt x="3964" y="6902"/>
                  </a:lnTo>
                  <a:cubicBezTo>
                    <a:pt x="4334" y="6902"/>
                    <a:pt x="4619" y="6616"/>
                    <a:pt x="4619" y="6246"/>
                  </a:cubicBezTo>
                  <a:lnTo>
                    <a:pt x="4619" y="6123"/>
                  </a:lnTo>
                  <a:lnTo>
                    <a:pt x="6591" y="5073"/>
                  </a:lnTo>
                  <a:cubicBezTo>
                    <a:pt x="6961" y="4871"/>
                    <a:pt x="7207" y="4482"/>
                    <a:pt x="7207" y="4048"/>
                  </a:cubicBezTo>
                  <a:lnTo>
                    <a:pt x="7207" y="1174"/>
                  </a:lnTo>
                  <a:cubicBezTo>
                    <a:pt x="7207" y="513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6;p19">
              <a:extLst>
                <a:ext uri="{FF2B5EF4-FFF2-40B4-BE49-F238E27FC236}">
                  <a16:creationId xmlns:a16="http://schemas.microsoft.com/office/drawing/2014/main" id="{4C3FDF10-1597-0142-8D85-D5AE4AD783CA}"/>
                </a:ext>
              </a:extLst>
            </p:cNvPr>
            <p:cNvSpPr/>
            <p:nvPr/>
          </p:nvSpPr>
          <p:spPr>
            <a:xfrm>
              <a:off x="2078698" y="4584957"/>
              <a:ext cx="38997" cy="39641"/>
            </a:xfrm>
            <a:custGeom>
              <a:avLst/>
              <a:gdLst/>
              <a:ahLst/>
              <a:cxnLst/>
              <a:rect l="l" t="t" r="r" b="b"/>
              <a:pathLst>
                <a:path w="2362" h="2401" extrusionOk="0">
                  <a:moveTo>
                    <a:pt x="1440" y="922"/>
                  </a:moveTo>
                  <a:lnTo>
                    <a:pt x="1440" y="1479"/>
                  </a:lnTo>
                  <a:lnTo>
                    <a:pt x="922" y="1479"/>
                  </a:lnTo>
                  <a:lnTo>
                    <a:pt x="922" y="922"/>
                  </a:lnTo>
                  <a:close/>
                  <a:moveTo>
                    <a:pt x="740" y="0"/>
                  </a:moveTo>
                  <a:cubicBezTo>
                    <a:pt x="331" y="0"/>
                    <a:pt x="0" y="330"/>
                    <a:pt x="0" y="720"/>
                  </a:cubicBezTo>
                  <a:lnTo>
                    <a:pt x="0" y="1661"/>
                  </a:lnTo>
                  <a:cubicBezTo>
                    <a:pt x="0" y="2075"/>
                    <a:pt x="331" y="2401"/>
                    <a:pt x="740" y="2401"/>
                  </a:cubicBezTo>
                  <a:lnTo>
                    <a:pt x="1622" y="2401"/>
                  </a:lnTo>
                  <a:cubicBezTo>
                    <a:pt x="2031" y="2401"/>
                    <a:pt x="2361" y="2075"/>
                    <a:pt x="2361" y="1661"/>
                  </a:cubicBezTo>
                  <a:lnTo>
                    <a:pt x="2361" y="720"/>
                  </a:lnTo>
                  <a:cubicBezTo>
                    <a:pt x="2361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7;p19">
              <a:extLst>
                <a:ext uri="{FF2B5EF4-FFF2-40B4-BE49-F238E27FC236}">
                  <a16:creationId xmlns:a16="http://schemas.microsoft.com/office/drawing/2014/main" id="{D2DC1873-3D9E-25EE-59F7-2DE328E13E70}"/>
                </a:ext>
              </a:extLst>
            </p:cNvPr>
            <p:cNvSpPr/>
            <p:nvPr/>
          </p:nvSpPr>
          <p:spPr>
            <a:xfrm>
              <a:off x="205427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3" y="0"/>
                  </a:moveTo>
                  <a:cubicBezTo>
                    <a:pt x="247" y="0"/>
                    <a:pt x="0" y="247"/>
                    <a:pt x="0" y="557"/>
                  </a:cubicBezTo>
                  <a:lnTo>
                    <a:pt x="0" y="2529"/>
                  </a:lnTo>
                  <a:cubicBezTo>
                    <a:pt x="0" y="2835"/>
                    <a:pt x="247" y="3081"/>
                    <a:pt x="553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8;p19">
              <a:extLst>
                <a:ext uri="{FF2B5EF4-FFF2-40B4-BE49-F238E27FC236}">
                  <a16:creationId xmlns:a16="http://schemas.microsoft.com/office/drawing/2014/main" id="{0F0AD09D-8A2B-DB6A-A016-39E605DDF639}"/>
                </a:ext>
              </a:extLst>
            </p:cNvPr>
            <p:cNvSpPr/>
            <p:nvPr/>
          </p:nvSpPr>
          <p:spPr>
            <a:xfrm>
              <a:off x="212443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8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2529"/>
                  </a:lnTo>
                  <a:cubicBezTo>
                    <a:pt x="1" y="2835"/>
                    <a:pt x="247" y="3081"/>
                    <a:pt x="558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9;p19">
              <a:extLst>
                <a:ext uri="{FF2B5EF4-FFF2-40B4-BE49-F238E27FC236}">
                  <a16:creationId xmlns:a16="http://schemas.microsoft.com/office/drawing/2014/main" id="{B594D510-1EF2-96F2-D935-ABDF08BCE619}"/>
                </a:ext>
              </a:extLst>
            </p:cNvPr>
            <p:cNvSpPr/>
            <p:nvPr/>
          </p:nvSpPr>
          <p:spPr>
            <a:xfrm>
              <a:off x="2054277" y="4190518"/>
              <a:ext cx="86446" cy="86529"/>
            </a:xfrm>
            <a:custGeom>
              <a:avLst/>
              <a:gdLst/>
              <a:ahLst/>
              <a:cxnLst/>
              <a:rect l="l" t="t" r="r" b="b"/>
              <a:pathLst>
                <a:path w="5236" h="5241" extrusionOk="0">
                  <a:moveTo>
                    <a:pt x="2608" y="927"/>
                  </a:moveTo>
                  <a:cubicBezTo>
                    <a:pt x="3555" y="927"/>
                    <a:pt x="4314" y="1686"/>
                    <a:pt x="4314" y="2628"/>
                  </a:cubicBezTo>
                  <a:cubicBezTo>
                    <a:pt x="4314" y="3555"/>
                    <a:pt x="3555" y="4314"/>
                    <a:pt x="2608" y="4314"/>
                  </a:cubicBezTo>
                  <a:cubicBezTo>
                    <a:pt x="1686" y="4314"/>
                    <a:pt x="922" y="3555"/>
                    <a:pt x="922" y="2628"/>
                  </a:cubicBezTo>
                  <a:cubicBezTo>
                    <a:pt x="922" y="1686"/>
                    <a:pt x="1686" y="927"/>
                    <a:pt x="2608" y="927"/>
                  </a:cubicBezTo>
                  <a:close/>
                  <a:moveTo>
                    <a:pt x="2608" y="0"/>
                  </a:moveTo>
                  <a:cubicBezTo>
                    <a:pt x="1169" y="0"/>
                    <a:pt x="0" y="1174"/>
                    <a:pt x="0" y="2628"/>
                  </a:cubicBezTo>
                  <a:cubicBezTo>
                    <a:pt x="0" y="4067"/>
                    <a:pt x="1169" y="5240"/>
                    <a:pt x="2608" y="5240"/>
                  </a:cubicBezTo>
                  <a:cubicBezTo>
                    <a:pt x="4047" y="5240"/>
                    <a:pt x="5235" y="4067"/>
                    <a:pt x="5235" y="2628"/>
                  </a:cubicBezTo>
                  <a:cubicBezTo>
                    <a:pt x="5235" y="1174"/>
                    <a:pt x="4047" y="0"/>
                    <a:pt x="26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312;p19">
            <a:extLst>
              <a:ext uri="{FF2B5EF4-FFF2-40B4-BE49-F238E27FC236}">
                <a16:creationId xmlns:a16="http://schemas.microsoft.com/office/drawing/2014/main" id="{A8B8B033-BF7C-5DE5-348F-9E328757520F}"/>
              </a:ext>
            </a:extLst>
          </p:cNvPr>
          <p:cNvGrpSpPr/>
          <p:nvPr/>
        </p:nvGrpSpPr>
        <p:grpSpPr>
          <a:xfrm>
            <a:off x="4683322" y="1566051"/>
            <a:ext cx="194520" cy="296373"/>
            <a:chOff x="4443527" y="4747418"/>
            <a:chExt cx="308308" cy="520857"/>
          </a:xfrm>
        </p:grpSpPr>
        <p:sp>
          <p:nvSpPr>
            <p:cNvPr id="29" name="Google Shape;313;p19">
              <a:extLst>
                <a:ext uri="{FF2B5EF4-FFF2-40B4-BE49-F238E27FC236}">
                  <a16:creationId xmlns:a16="http://schemas.microsoft.com/office/drawing/2014/main" id="{FDD12618-BF46-00C4-4DC2-6E79B466B746}"/>
                </a:ext>
              </a:extLst>
            </p:cNvPr>
            <p:cNvSpPr/>
            <p:nvPr/>
          </p:nvSpPr>
          <p:spPr>
            <a:xfrm>
              <a:off x="4584261" y="4866404"/>
              <a:ext cx="28513" cy="167907"/>
            </a:xfrm>
            <a:custGeom>
              <a:avLst/>
              <a:gdLst/>
              <a:ahLst/>
              <a:cxnLst/>
              <a:rect l="l" t="t" r="r" b="b"/>
              <a:pathLst>
                <a:path w="1727" h="10170" extrusionOk="0">
                  <a:moveTo>
                    <a:pt x="1" y="1"/>
                  </a:moveTo>
                  <a:lnTo>
                    <a:pt x="1" y="10170"/>
                  </a:lnTo>
                  <a:lnTo>
                    <a:pt x="1726" y="10170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;p19">
              <a:extLst>
                <a:ext uri="{FF2B5EF4-FFF2-40B4-BE49-F238E27FC236}">
                  <a16:creationId xmlns:a16="http://schemas.microsoft.com/office/drawing/2014/main" id="{160F182D-AEAF-B873-0C36-481ED9C8656B}"/>
                </a:ext>
              </a:extLst>
            </p:cNvPr>
            <p:cNvSpPr/>
            <p:nvPr/>
          </p:nvSpPr>
          <p:spPr>
            <a:xfrm>
              <a:off x="4451024" y="5011611"/>
              <a:ext cx="293003" cy="249218"/>
            </a:xfrm>
            <a:custGeom>
              <a:avLst/>
              <a:gdLst/>
              <a:ahLst/>
              <a:cxnLst/>
              <a:rect l="l" t="t" r="r" b="b"/>
              <a:pathLst>
                <a:path w="17747" h="15095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66"/>
                  </a:lnTo>
                  <a:cubicBezTo>
                    <a:pt x="0" y="14582"/>
                    <a:pt x="513" y="15094"/>
                    <a:pt x="1129" y="15094"/>
                  </a:cubicBezTo>
                  <a:lnTo>
                    <a:pt x="16617" y="15094"/>
                  </a:lnTo>
                  <a:cubicBezTo>
                    <a:pt x="17253" y="15094"/>
                    <a:pt x="17746" y="14582"/>
                    <a:pt x="17746" y="13966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5;p19">
              <a:extLst>
                <a:ext uri="{FF2B5EF4-FFF2-40B4-BE49-F238E27FC236}">
                  <a16:creationId xmlns:a16="http://schemas.microsoft.com/office/drawing/2014/main" id="{E78F4E95-C643-2E58-C4F3-AEB9EBD27FA5}"/>
                </a:ext>
              </a:extLst>
            </p:cNvPr>
            <p:cNvSpPr/>
            <p:nvPr/>
          </p:nvSpPr>
          <p:spPr>
            <a:xfrm>
              <a:off x="4481538" y="5042141"/>
              <a:ext cx="231965" cy="188164"/>
            </a:xfrm>
            <a:custGeom>
              <a:avLst/>
              <a:gdLst/>
              <a:ahLst/>
              <a:cxnLst/>
              <a:rect l="l" t="t" r="r" b="b"/>
              <a:pathLst>
                <a:path w="14050" h="11397" extrusionOk="0">
                  <a:moveTo>
                    <a:pt x="371" y="0"/>
                  </a:moveTo>
                  <a:cubicBezTo>
                    <a:pt x="164" y="0"/>
                    <a:pt x="1" y="163"/>
                    <a:pt x="1" y="345"/>
                  </a:cubicBezTo>
                  <a:lnTo>
                    <a:pt x="1" y="11027"/>
                  </a:lnTo>
                  <a:cubicBezTo>
                    <a:pt x="1" y="11234"/>
                    <a:pt x="164" y="11397"/>
                    <a:pt x="371" y="11397"/>
                  </a:cubicBezTo>
                  <a:lnTo>
                    <a:pt x="13680" y="11397"/>
                  </a:lnTo>
                  <a:cubicBezTo>
                    <a:pt x="13882" y="11397"/>
                    <a:pt x="14050" y="11234"/>
                    <a:pt x="14050" y="11027"/>
                  </a:cubicBezTo>
                  <a:lnTo>
                    <a:pt x="14050" y="345"/>
                  </a:lnTo>
                  <a:cubicBezTo>
                    <a:pt x="14050" y="163"/>
                    <a:pt x="13882" y="0"/>
                    <a:pt x="13680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;p19">
              <a:extLst>
                <a:ext uri="{FF2B5EF4-FFF2-40B4-BE49-F238E27FC236}">
                  <a16:creationId xmlns:a16="http://schemas.microsoft.com/office/drawing/2014/main" id="{B88F9822-B7BA-310F-8218-92DB1BF41530}"/>
                </a:ext>
              </a:extLst>
            </p:cNvPr>
            <p:cNvSpPr/>
            <p:nvPr/>
          </p:nvSpPr>
          <p:spPr>
            <a:xfrm>
              <a:off x="4549354" y="5067537"/>
              <a:ext cx="103765" cy="98730"/>
            </a:xfrm>
            <a:custGeom>
              <a:avLst/>
              <a:gdLst/>
              <a:ahLst/>
              <a:cxnLst/>
              <a:rect l="l" t="t" r="r" b="b"/>
              <a:pathLst>
                <a:path w="6285" h="5980" extrusionOk="0">
                  <a:moveTo>
                    <a:pt x="700" y="0"/>
                  </a:moveTo>
                  <a:cubicBezTo>
                    <a:pt x="311" y="0"/>
                    <a:pt x="0" y="330"/>
                    <a:pt x="0" y="720"/>
                  </a:cubicBezTo>
                  <a:lnTo>
                    <a:pt x="0" y="2529"/>
                  </a:lnTo>
                  <a:cubicBezTo>
                    <a:pt x="0" y="2627"/>
                    <a:pt x="64" y="2711"/>
                    <a:pt x="163" y="2711"/>
                  </a:cubicBezTo>
                  <a:lnTo>
                    <a:pt x="1252" y="2711"/>
                  </a:lnTo>
                  <a:cubicBezTo>
                    <a:pt x="1336" y="2711"/>
                    <a:pt x="1420" y="2627"/>
                    <a:pt x="1420" y="2529"/>
                  </a:cubicBezTo>
                  <a:lnTo>
                    <a:pt x="1420" y="1440"/>
                  </a:lnTo>
                  <a:lnTo>
                    <a:pt x="4846" y="1440"/>
                  </a:lnTo>
                  <a:lnTo>
                    <a:pt x="4846" y="3165"/>
                  </a:lnTo>
                  <a:lnTo>
                    <a:pt x="2627" y="4333"/>
                  </a:lnTo>
                  <a:cubicBezTo>
                    <a:pt x="2406" y="4456"/>
                    <a:pt x="2258" y="4703"/>
                    <a:pt x="2258" y="4969"/>
                  </a:cubicBezTo>
                  <a:lnTo>
                    <a:pt x="2258" y="5792"/>
                  </a:lnTo>
                  <a:cubicBezTo>
                    <a:pt x="2258" y="5896"/>
                    <a:pt x="2342" y="5979"/>
                    <a:pt x="2445" y="5979"/>
                  </a:cubicBezTo>
                  <a:lnTo>
                    <a:pt x="3490" y="5979"/>
                  </a:lnTo>
                  <a:cubicBezTo>
                    <a:pt x="3594" y="5979"/>
                    <a:pt x="3677" y="5896"/>
                    <a:pt x="3677" y="5792"/>
                  </a:cubicBezTo>
                  <a:lnTo>
                    <a:pt x="3677" y="5403"/>
                  </a:lnTo>
                  <a:lnTo>
                    <a:pt x="5896" y="4210"/>
                  </a:lnTo>
                  <a:cubicBezTo>
                    <a:pt x="6122" y="4087"/>
                    <a:pt x="6285" y="3840"/>
                    <a:pt x="6285" y="3574"/>
                  </a:cubicBezTo>
                  <a:lnTo>
                    <a:pt x="6285" y="720"/>
                  </a:lnTo>
                  <a:cubicBezTo>
                    <a:pt x="6285" y="330"/>
                    <a:pt x="5955" y="0"/>
                    <a:pt x="5565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7;p19">
              <a:extLst>
                <a:ext uri="{FF2B5EF4-FFF2-40B4-BE49-F238E27FC236}">
                  <a16:creationId xmlns:a16="http://schemas.microsoft.com/office/drawing/2014/main" id="{7A927919-636A-00B0-39F5-D0248917F2AC}"/>
                </a:ext>
              </a:extLst>
            </p:cNvPr>
            <p:cNvSpPr/>
            <p:nvPr/>
          </p:nvSpPr>
          <p:spPr>
            <a:xfrm>
              <a:off x="4586622" y="5186935"/>
              <a:ext cx="23461" cy="24435"/>
            </a:xfrm>
            <a:custGeom>
              <a:avLst/>
              <a:gdLst/>
              <a:ahLst/>
              <a:cxnLst/>
              <a:rect l="l" t="t" r="r" b="b"/>
              <a:pathLst>
                <a:path w="1421" h="1480" extrusionOk="0">
                  <a:moveTo>
                    <a:pt x="272" y="0"/>
                  </a:moveTo>
                  <a:cubicBezTo>
                    <a:pt x="104" y="0"/>
                    <a:pt x="1" y="124"/>
                    <a:pt x="1" y="267"/>
                  </a:cubicBezTo>
                  <a:lnTo>
                    <a:pt x="1" y="1213"/>
                  </a:lnTo>
                  <a:cubicBezTo>
                    <a:pt x="1" y="1356"/>
                    <a:pt x="104" y="1479"/>
                    <a:pt x="272" y="1479"/>
                  </a:cubicBezTo>
                  <a:lnTo>
                    <a:pt x="1154" y="1479"/>
                  </a:lnTo>
                  <a:cubicBezTo>
                    <a:pt x="1317" y="1479"/>
                    <a:pt x="1420" y="1356"/>
                    <a:pt x="1420" y="1213"/>
                  </a:cubicBezTo>
                  <a:lnTo>
                    <a:pt x="1420" y="267"/>
                  </a:lnTo>
                  <a:cubicBezTo>
                    <a:pt x="1420" y="124"/>
                    <a:pt x="1317" y="0"/>
                    <a:pt x="1154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8;p19">
              <a:extLst>
                <a:ext uri="{FF2B5EF4-FFF2-40B4-BE49-F238E27FC236}">
                  <a16:creationId xmlns:a16="http://schemas.microsoft.com/office/drawing/2014/main" id="{FA516937-158D-F1D4-82A2-54FB62431BD1}"/>
                </a:ext>
              </a:extLst>
            </p:cNvPr>
            <p:cNvSpPr/>
            <p:nvPr/>
          </p:nvSpPr>
          <p:spPr>
            <a:xfrm>
              <a:off x="4474389" y="4755229"/>
              <a:ext cx="248228" cy="134292"/>
            </a:xfrm>
            <a:custGeom>
              <a:avLst/>
              <a:gdLst/>
              <a:ahLst/>
              <a:cxnLst/>
              <a:rect l="l" t="t" r="r" b="b"/>
              <a:pathLst>
                <a:path w="15035" h="8134" extrusionOk="0">
                  <a:moveTo>
                    <a:pt x="4067" y="0"/>
                  </a:moveTo>
                  <a:cubicBezTo>
                    <a:pt x="2938" y="0"/>
                    <a:pt x="1932" y="449"/>
                    <a:pt x="1193" y="1188"/>
                  </a:cubicBezTo>
                  <a:cubicBezTo>
                    <a:pt x="454" y="1908"/>
                    <a:pt x="0" y="2933"/>
                    <a:pt x="0" y="4067"/>
                  </a:cubicBezTo>
                  <a:cubicBezTo>
                    <a:pt x="0" y="6305"/>
                    <a:pt x="1829" y="8134"/>
                    <a:pt x="4067" y="8134"/>
                  </a:cubicBezTo>
                  <a:lnTo>
                    <a:pt x="10968" y="8134"/>
                  </a:lnTo>
                  <a:cubicBezTo>
                    <a:pt x="12097" y="8134"/>
                    <a:pt x="13107" y="7660"/>
                    <a:pt x="13847" y="6941"/>
                  </a:cubicBezTo>
                  <a:cubicBezTo>
                    <a:pt x="14586" y="6201"/>
                    <a:pt x="15035" y="5176"/>
                    <a:pt x="15035" y="4067"/>
                  </a:cubicBezTo>
                  <a:cubicBezTo>
                    <a:pt x="15035" y="1804"/>
                    <a:pt x="13206" y="0"/>
                    <a:pt x="109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9;p19">
              <a:extLst>
                <a:ext uri="{FF2B5EF4-FFF2-40B4-BE49-F238E27FC236}">
                  <a16:creationId xmlns:a16="http://schemas.microsoft.com/office/drawing/2014/main" id="{7C45BE51-7709-D40B-BF67-3072D063873C}"/>
                </a:ext>
              </a:extLst>
            </p:cNvPr>
            <p:cNvSpPr/>
            <p:nvPr/>
          </p:nvSpPr>
          <p:spPr>
            <a:xfrm>
              <a:off x="4505960" y="4786717"/>
              <a:ext cx="185160" cy="71241"/>
            </a:xfrm>
            <a:custGeom>
              <a:avLst/>
              <a:gdLst/>
              <a:ahLst/>
              <a:cxnLst/>
              <a:rect l="l" t="t" r="r" b="b"/>
              <a:pathLst>
                <a:path w="11215" h="4315" extrusionOk="0">
                  <a:moveTo>
                    <a:pt x="2155" y="1"/>
                  </a:moveTo>
                  <a:cubicBezTo>
                    <a:pt x="967" y="1"/>
                    <a:pt x="1" y="967"/>
                    <a:pt x="1" y="2160"/>
                  </a:cubicBezTo>
                  <a:cubicBezTo>
                    <a:pt x="1" y="3348"/>
                    <a:pt x="967" y="4314"/>
                    <a:pt x="2155" y="4314"/>
                  </a:cubicBezTo>
                  <a:lnTo>
                    <a:pt x="9056" y="4314"/>
                  </a:lnTo>
                  <a:cubicBezTo>
                    <a:pt x="10249" y="4314"/>
                    <a:pt x="11215" y="3348"/>
                    <a:pt x="11215" y="2160"/>
                  </a:cubicBezTo>
                  <a:cubicBezTo>
                    <a:pt x="11215" y="967"/>
                    <a:pt x="10249" y="1"/>
                    <a:pt x="905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0;p19">
              <a:extLst>
                <a:ext uri="{FF2B5EF4-FFF2-40B4-BE49-F238E27FC236}">
                  <a16:creationId xmlns:a16="http://schemas.microsoft.com/office/drawing/2014/main" id="{9D941E3A-1463-193C-349D-C4A112A21351}"/>
                </a:ext>
              </a:extLst>
            </p:cNvPr>
            <p:cNvSpPr/>
            <p:nvPr/>
          </p:nvSpPr>
          <p:spPr>
            <a:xfrm>
              <a:off x="4530051" y="4810494"/>
              <a:ext cx="137314" cy="23362"/>
            </a:xfrm>
            <a:custGeom>
              <a:avLst/>
              <a:gdLst/>
              <a:ahLst/>
              <a:cxnLst/>
              <a:rect l="l" t="t" r="r" b="b"/>
              <a:pathLst>
                <a:path w="8317" h="1415" extrusionOk="0">
                  <a:moveTo>
                    <a:pt x="696" y="0"/>
                  </a:moveTo>
                  <a:cubicBezTo>
                    <a:pt x="306" y="0"/>
                    <a:pt x="1" y="326"/>
                    <a:pt x="1" y="720"/>
                  </a:cubicBezTo>
                  <a:cubicBezTo>
                    <a:pt x="1" y="1109"/>
                    <a:pt x="306" y="1415"/>
                    <a:pt x="696" y="1415"/>
                  </a:cubicBezTo>
                  <a:lnTo>
                    <a:pt x="7597" y="1415"/>
                  </a:lnTo>
                  <a:cubicBezTo>
                    <a:pt x="7986" y="1415"/>
                    <a:pt x="8317" y="1109"/>
                    <a:pt x="8317" y="720"/>
                  </a:cubicBezTo>
                  <a:cubicBezTo>
                    <a:pt x="8317" y="326"/>
                    <a:pt x="7986" y="0"/>
                    <a:pt x="7597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1;p19">
              <a:extLst>
                <a:ext uri="{FF2B5EF4-FFF2-40B4-BE49-F238E27FC236}">
                  <a16:creationId xmlns:a16="http://schemas.microsoft.com/office/drawing/2014/main" id="{FD5F6DBE-26A0-7DC9-C80D-27126A7C7E72}"/>
                </a:ext>
              </a:extLst>
            </p:cNvPr>
            <p:cNvSpPr/>
            <p:nvPr/>
          </p:nvSpPr>
          <p:spPr>
            <a:xfrm>
              <a:off x="4612761" y="4956675"/>
              <a:ext cx="68203" cy="54945"/>
            </a:xfrm>
            <a:custGeom>
              <a:avLst/>
              <a:gdLst/>
              <a:ahLst/>
              <a:cxnLst/>
              <a:rect l="l" t="t" r="r" b="b"/>
              <a:pathLst>
                <a:path w="4131" h="3328" extrusionOk="0">
                  <a:moveTo>
                    <a:pt x="2139" y="0"/>
                  </a:moveTo>
                  <a:cubicBezTo>
                    <a:pt x="966" y="0"/>
                    <a:pt x="0" y="942"/>
                    <a:pt x="0" y="2135"/>
                  </a:cubicBezTo>
                  <a:lnTo>
                    <a:pt x="0" y="3328"/>
                  </a:lnTo>
                  <a:lnTo>
                    <a:pt x="1991" y="3328"/>
                  </a:lnTo>
                  <a:cubicBezTo>
                    <a:pt x="3165" y="3328"/>
                    <a:pt x="4131" y="2362"/>
                    <a:pt x="4131" y="1169"/>
                  </a:cubicBezTo>
                  <a:lnTo>
                    <a:pt x="4131" y="222"/>
                  </a:lnTo>
                  <a:cubicBezTo>
                    <a:pt x="4131" y="99"/>
                    <a:pt x="4027" y="0"/>
                    <a:pt x="3904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2;p19">
              <a:extLst>
                <a:ext uri="{FF2B5EF4-FFF2-40B4-BE49-F238E27FC236}">
                  <a16:creationId xmlns:a16="http://schemas.microsoft.com/office/drawing/2014/main" id="{C8B6DA74-67DD-22E2-AE7C-D973BFD2F870}"/>
                </a:ext>
              </a:extLst>
            </p:cNvPr>
            <p:cNvSpPr/>
            <p:nvPr/>
          </p:nvSpPr>
          <p:spPr>
            <a:xfrm>
              <a:off x="4516131" y="4956675"/>
              <a:ext cx="68137" cy="54945"/>
            </a:xfrm>
            <a:custGeom>
              <a:avLst/>
              <a:gdLst/>
              <a:ahLst/>
              <a:cxnLst/>
              <a:rect l="l" t="t" r="r" b="b"/>
              <a:pathLst>
                <a:path w="4127" h="3328" extrusionOk="0">
                  <a:moveTo>
                    <a:pt x="228" y="0"/>
                  </a:moveTo>
                  <a:cubicBezTo>
                    <a:pt x="104" y="0"/>
                    <a:pt x="1" y="99"/>
                    <a:pt x="1" y="222"/>
                  </a:cubicBezTo>
                  <a:lnTo>
                    <a:pt x="1" y="1169"/>
                  </a:lnTo>
                  <a:cubicBezTo>
                    <a:pt x="1" y="2362"/>
                    <a:pt x="967" y="3328"/>
                    <a:pt x="2135" y="3328"/>
                  </a:cubicBezTo>
                  <a:lnTo>
                    <a:pt x="4127" y="3328"/>
                  </a:lnTo>
                  <a:lnTo>
                    <a:pt x="4127" y="2135"/>
                  </a:lnTo>
                  <a:cubicBezTo>
                    <a:pt x="4127" y="942"/>
                    <a:pt x="3161" y="0"/>
                    <a:pt x="1992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3;p19">
              <a:extLst>
                <a:ext uri="{FF2B5EF4-FFF2-40B4-BE49-F238E27FC236}">
                  <a16:creationId xmlns:a16="http://schemas.microsoft.com/office/drawing/2014/main" id="{2FC75E33-295A-869E-6709-A13FC36AB9FC}"/>
                </a:ext>
              </a:extLst>
            </p:cNvPr>
            <p:cNvSpPr/>
            <p:nvPr/>
          </p:nvSpPr>
          <p:spPr>
            <a:xfrm>
              <a:off x="4578894" y="5179455"/>
              <a:ext cx="38997" cy="39723"/>
            </a:xfrm>
            <a:custGeom>
              <a:avLst/>
              <a:gdLst/>
              <a:ahLst/>
              <a:cxnLst/>
              <a:rect l="l" t="t" r="r" b="b"/>
              <a:pathLst>
                <a:path w="2362" h="2406" extrusionOk="0">
                  <a:moveTo>
                    <a:pt x="1435" y="927"/>
                  </a:moveTo>
                  <a:lnTo>
                    <a:pt x="1435" y="1479"/>
                  </a:lnTo>
                  <a:lnTo>
                    <a:pt x="922" y="1479"/>
                  </a:lnTo>
                  <a:lnTo>
                    <a:pt x="922" y="927"/>
                  </a:lnTo>
                  <a:close/>
                  <a:moveTo>
                    <a:pt x="740" y="0"/>
                  </a:moveTo>
                  <a:cubicBezTo>
                    <a:pt x="326" y="0"/>
                    <a:pt x="0" y="330"/>
                    <a:pt x="0" y="720"/>
                  </a:cubicBezTo>
                  <a:lnTo>
                    <a:pt x="0" y="1666"/>
                  </a:lnTo>
                  <a:cubicBezTo>
                    <a:pt x="0" y="2075"/>
                    <a:pt x="326" y="2406"/>
                    <a:pt x="740" y="2406"/>
                  </a:cubicBezTo>
                  <a:lnTo>
                    <a:pt x="1622" y="2406"/>
                  </a:lnTo>
                  <a:cubicBezTo>
                    <a:pt x="2031" y="2406"/>
                    <a:pt x="2362" y="2075"/>
                    <a:pt x="2362" y="1666"/>
                  </a:cubicBezTo>
                  <a:lnTo>
                    <a:pt x="2362" y="720"/>
                  </a:lnTo>
                  <a:cubicBezTo>
                    <a:pt x="2362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4;p19">
              <a:extLst>
                <a:ext uri="{FF2B5EF4-FFF2-40B4-BE49-F238E27FC236}">
                  <a16:creationId xmlns:a16="http://schemas.microsoft.com/office/drawing/2014/main" id="{8CEFE906-A76C-AD9F-BD24-39DCB7024B9D}"/>
                </a:ext>
              </a:extLst>
            </p:cNvPr>
            <p:cNvSpPr/>
            <p:nvPr/>
          </p:nvSpPr>
          <p:spPr>
            <a:xfrm>
              <a:off x="4443527" y="4747418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12837" y="922"/>
                  </a:moveTo>
                  <a:cubicBezTo>
                    <a:pt x="14828" y="922"/>
                    <a:pt x="16455" y="2544"/>
                    <a:pt x="16455" y="4540"/>
                  </a:cubicBezTo>
                  <a:cubicBezTo>
                    <a:pt x="16455" y="6512"/>
                    <a:pt x="14828" y="8133"/>
                    <a:pt x="12837" y="8133"/>
                  </a:cubicBezTo>
                  <a:lnTo>
                    <a:pt x="5936" y="8133"/>
                  </a:lnTo>
                  <a:cubicBezTo>
                    <a:pt x="3944" y="8133"/>
                    <a:pt x="2342" y="6512"/>
                    <a:pt x="2342" y="4540"/>
                  </a:cubicBezTo>
                  <a:cubicBezTo>
                    <a:pt x="2342" y="2544"/>
                    <a:pt x="3944" y="922"/>
                    <a:pt x="5936" y="922"/>
                  </a:cubicBezTo>
                  <a:close/>
                  <a:moveTo>
                    <a:pt x="6389" y="13122"/>
                  </a:moveTo>
                  <a:cubicBezTo>
                    <a:pt x="7311" y="13122"/>
                    <a:pt x="8075" y="13881"/>
                    <a:pt x="8075" y="14808"/>
                  </a:cubicBezTo>
                  <a:lnTo>
                    <a:pt x="8075" y="15527"/>
                  </a:lnTo>
                  <a:lnTo>
                    <a:pt x="6532" y="15527"/>
                  </a:lnTo>
                  <a:cubicBezTo>
                    <a:pt x="5611" y="15527"/>
                    <a:pt x="4871" y="14768"/>
                    <a:pt x="4871" y="13842"/>
                  </a:cubicBezTo>
                  <a:lnTo>
                    <a:pt x="4871" y="13122"/>
                  </a:lnTo>
                  <a:close/>
                  <a:moveTo>
                    <a:pt x="13926" y="13122"/>
                  </a:moveTo>
                  <a:lnTo>
                    <a:pt x="13926" y="13842"/>
                  </a:lnTo>
                  <a:cubicBezTo>
                    <a:pt x="13926" y="14768"/>
                    <a:pt x="13167" y="15527"/>
                    <a:pt x="12240" y="15527"/>
                  </a:cubicBezTo>
                  <a:lnTo>
                    <a:pt x="10722" y="15527"/>
                  </a:lnTo>
                  <a:lnTo>
                    <a:pt x="10722" y="14808"/>
                  </a:lnTo>
                  <a:cubicBezTo>
                    <a:pt x="10722" y="13881"/>
                    <a:pt x="11462" y="13122"/>
                    <a:pt x="12388" y="131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7" y="16760"/>
                    <a:pt x="17747" y="17110"/>
                  </a:cubicBezTo>
                  <a:lnTo>
                    <a:pt x="17747" y="29966"/>
                  </a:lnTo>
                  <a:cubicBezTo>
                    <a:pt x="17747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4" y="30621"/>
                    <a:pt x="928" y="30335"/>
                    <a:pt x="928" y="29966"/>
                  </a:cubicBezTo>
                  <a:lnTo>
                    <a:pt x="928" y="17110"/>
                  </a:lnTo>
                  <a:cubicBezTo>
                    <a:pt x="928" y="16760"/>
                    <a:pt x="1214" y="16449"/>
                    <a:pt x="1583" y="16449"/>
                  </a:cubicBezTo>
                  <a:close/>
                  <a:moveTo>
                    <a:pt x="5936" y="0"/>
                  </a:moveTo>
                  <a:cubicBezTo>
                    <a:pt x="3432" y="0"/>
                    <a:pt x="1421" y="2031"/>
                    <a:pt x="1421" y="4540"/>
                  </a:cubicBezTo>
                  <a:cubicBezTo>
                    <a:pt x="1421" y="7024"/>
                    <a:pt x="3432" y="9055"/>
                    <a:pt x="5936" y="9055"/>
                  </a:cubicBezTo>
                  <a:lnTo>
                    <a:pt x="8075" y="9055"/>
                  </a:lnTo>
                  <a:lnTo>
                    <a:pt x="8075" y="12816"/>
                  </a:lnTo>
                  <a:cubicBezTo>
                    <a:pt x="7602" y="12427"/>
                    <a:pt x="7025" y="12200"/>
                    <a:pt x="6389" y="12200"/>
                  </a:cubicBezTo>
                  <a:lnTo>
                    <a:pt x="4398" y="12200"/>
                  </a:lnTo>
                  <a:cubicBezTo>
                    <a:pt x="4151" y="12200"/>
                    <a:pt x="3944" y="12402"/>
                    <a:pt x="3944" y="12673"/>
                  </a:cubicBezTo>
                  <a:lnTo>
                    <a:pt x="3944" y="13842"/>
                  </a:lnTo>
                  <a:cubicBezTo>
                    <a:pt x="3944" y="14478"/>
                    <a:pt x="4171" y="15074"/>
                    <a:pt x="4561" y="15527"/>
                  </a:cubicBezTo>
                  <a:lnTo>
                    <a:pt x="1583" y="15527"/>
                  </a:lnTo>
                  <a:cubicBezTo>
                    <a:pt x="701" y="15527"/>
                    <a:pt x="1" y="16247"/>
                    <a:pt x="1" y="17110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10"/>
                  </a:lnTo>
                  <a:cubicBezTo>
                    <a:pt x="18673" y="16247"/>
                    <a:pt x="17954" y="15527"/>
                    <a:pt x="17071" y="15527"/>
                  </a:cubicBezTo>
                  <a:lnTo>
                    <a:pt x="14237" y="15527"/>
                  </a:lnTo>
                  <a:cubicBezTo>
                    <a:pt x="14607" y="15074"/>
                    <a:pt x="14853" y="14478"/>
                    <a:pt x="14853" y="13842"/>
                  </a:cubicBezTo>
                  <a:lnTo>
                    <a:pt x="14853" y="12673"/>
                  </a:lnTo>
                  <a:cubicBezTo>
                    <a:pt x="14853" y="12402"/>
                    <a:pt x="14626" y="12200"/>
                    <a:pt x="14380" y="12200"/>
                  </a:cubicBezTo>
                  <a:lnTo>
                    <a:pt x="12388" y="12200"/>
                  </a:lnTo>
                  <a:cubicBezTo>
                    <a:pt x="11748" y="12200"/>
                    <a:pt x="11176" y="12427"/>
                    <a:pt x="10722" y="12816"/>
                  </a:cubicBezTo>
                  <a:lnTo>
                    <a:pt x="10722" y="11688"/>
                  </a:lnTo>
                  <a:cubicBezTo>
                    <a:pt x="10722" y="11416"/>
                    <a:pt x="10496" y="11214"/>
                    <a:pt x="10249" y="11214"/>
                  </a:cubicBezTo>
                  <a:cubicBezTo>
                    <a:pt x="10003" y="11214"/>
                    <a:pt x="9800" y="11416"/>
                    <a:pt x="9800" y="11688"/>
                  </a:cubicBezTo>
                  <a:lnTo>
                    <a:pt x="9800" y="15527"/>
                  </a:lnTo>
                  <a:lnTo>
                    <a:pt x="8997" y="15527"/>
                  </a:lnTo>
                  <a:lnTo>
                    <a:pt x="8997" y="9055"/>
                  </a:lnTo>
                  <a:lnTo>
                    <a:pt x="9800" y="9055"/>
                  </a:lnTo>
                  <a:lnTo>
                    <a:pt x="9800" y="9839"/>
                  </a:lnTo>
                  <a:cubicBezTo>
                    <a:pt x="9800" y="10085"/>
                    <a:pt x="10003" y="10288"/>
                    <a:pt x="10249" y="10288"/>
                  </a:cubicBezTo>
                  <a:cubicBezTo>
                    <a:pt x="10496" y="10288"/>
                    <a:pt x="10722" y="10085"/>
                    <a:pt x="10722" y="9839"/>
                  </a:cubicBezTo>
                  <a:lnTo>
                    <a:pt x="10722" y="9055"/>
                  </a:lnTo>
                  <a:lnTo>
                    <a:pt x="12837" y="9055"/>
                  </a:lnTo>
                  <a:cubicBezTo>
                    <a:pt x="15346" y="9055"/>
                    <a:pt x="17377" y="7024"/>
                    <a:pt x="17377" y="4540"/>
                  </a:cubicBezTo>
                  <a:cubicBezTo>
                    <a:pt x="17377" y="2031"/>
                    <a:pt x="15346" y="0"/>
                    <a:pt x="1283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5;p19">
              <a:extLst>
                <a:ext uri="{FF2B5EF4-FFF2-40B4-BE49-F238E27FC236}">
                  <a16:creationId xmlns:a16="http://schemas.microsoft.com/office/drawing/2014/main" id="{F66AF317-833A-3C3E-CC72-F6CF9B3AD9B8}"/>
                </a:ext>
              </a:extLst>
            </p:cNvPr>
            <p:cNvSpPr/>
            <p:nvPr/>
          </p:nvSpPr>
          <p:spPr>
            <a:xfrm>
              <a:off x="4474058" y="5034315"/>
              <a:ext cx="247254" cy="203486"/>
            </a:xfrm>
            <a:custGeom>
              <a:avLst/>
              <a:gdLst/>
              <a:ahLst/>
              <a:cxnLst/>
              <a:rect l="l" t="t" r="r" b="b"/>
              <a:pathLst>
                <a:path w="14976" h="12325" extrusionOk="0">
                  <a:moveTo>
                    <a:pt x="454" y="1"/>
                  </a:moveTo>
                  <a:cubicBezTo>
                    <a:pt x="207" y="1"/>
                    <a:pt x="0" y="203"/>
                    <a:pt x="0" y="474"/>
                  </a:cubicBezTo>
                  <a:lnTo>
                    <a:pt x="0" y="7558"/>
                  </a:lnTo>
                  <a:cubicBezTo>
                    <a:pt x="0" y="7804"/>
                    <a:pt x="207" y="8011"/>
                    <a:pt x="454" y="8011"/>
                  </a:cubicBezTo>
                  <a:cubicBezTo>
                    <a:pt x="700" y="8011"/>
                    <a:pt x="927" y="7804"/>
                    <a:pt x="927" y="7558"/>
                  </a:cubicBezTo>
                  <a:lnTo>
                    <a:pt x="927" y="923"/>
                  </a:lnTo>
                  <a:lnTo>
                    <a:pt x="14049" y="923"/>
                  </a:lnTo>
                  <a:lnTo>
                    <a:pt x="14049" y="11398"/>
                  </a:lnTo>
                  <a:lnTo>
                    <a:pt x="927" y="11398"/>
                  </a:lnTo>
                  <a:lnTo>
                    <a:pt x="927" y="9406"/>
                  </a:lnTo>
                  <a:cubicBezTo>
                    <a:pt x="927" y="9140"/>
                    <a:pt x="700" y="8933"/>
                    <a:pt x="454" y="8933"/>
                  </a:cubicBezTo>
                  <a:cubicBezTo>
                    <a:pt x="207" y="8933"/>
                    <a:pt x="0" y="9140"/>
                    <a:pt x="0" y="9406"/>
                  </a:cubicBezTo>
                  <a:lnTo>
                    <a:pt x="0" y="11871"/>
                  </a:lnTo>
                  <a:cubicBezTo>
                    <a:pt x="0" y="12117"/>
                    <a:pt x="207" y="12324"/>
                    <a:pt x="454" y="12324"/>
                  </a:cubicBezTo>
                  <a:lnTo>
                    <a:pt x="14503" y="12324"/>
                  </a:lnTo>
                  <a:cubicBezTo>
                    <a:pt x="14749" y="12324"/>
                    <a:pt x="14976" y="12117"/>
                    <a:pt x="14976" y="11871"/>
                  </a:cubicBezTo>
                  <a:lnTo>
                    <a:pt x="14976" y="474"/>
                  </a:lnTo>
                  <a:cubicBezTo>
                    <a:pt x="14976" y="203"/>
                    <a:pt x="14749" y="1"/>
                    <a:pt x="1450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6;p19">
              <a:extLst>
                <a:ext uri="{FF2B5EF4-FFF2-40B4-BE49-F238E27FC236}">
                  <a16:creationId xmlns:a16="http://schemas.microsoft.com/office/drawing/2014/main" id="{C56AF6C6-66D7-4E00-0310-A9B4B2567C58}"/>
                </a:ext>
              </a:extLst>
            </p:cNvPr>
            <p:cNvSpPr/>
            <p:nvPr/>
          </p:nvSpPr>
          <p:spPr>
            <a:xfrm>
              <a:off x="4681617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7;p19">
              <a:extLst>
                <a:ext uri="{FF2B5EF4-FFF2-40B4-BE49-F238E27FC236}">
                  <a16:creationId xmlns:a16="http://schemas.microsoft.com/office/drawing/2014/main" id="{38F24464-8F04-7FCB-CCD6-C97C41192FB8}"/>
                </a:ext>
              </a:extLst>
            </p:cNvPr>
            <p:cNvSpPr/>
            <p:nvPr/>
          </p:nvSpPr>
          <p:spPr>
            <a:xfrm>
              <a:off x="4497506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8;p19">
              <a:extLst>
                <a:ext uri="{FF2B5EF4-FFF2-40B4-BE49-F238E27FC236}">
                  <a16:creationId xmlns:a16="http://schemas.microsoft.com/office/drawing/2014/main" id="{99B85648-69B7-6D8F-2A9F-4C39C84A7799}"/>
                </a:ext>
              </a:extLst>
            </p:cNvPr>
            <p:cNvSpPr/>
            <p:nvPr/>
          </p:nvSpPr>
          <p:spPr>
            <a:xfrm>
              <a:off x="4681617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9;p19">
              <a:extLst>
                <a:ext uri="{FF2B5EF4-FFF2-40B4-BE49-F238E27FC236}">
                  <a16:creationId xmlns:a16="http://schemas.microsoft.com/office/drawing/2014/main" id="{90F80C52-2689-FA26-0A1D-B29A78B9B975}"/>
                </a:ext>
              </a:extLst>
            </p:cNvPr>
            <p:cNvSpPr/>
            <p:nvPr/>
          </p:nvSpPr>
          <p:spPr>
            <a:xfrm>
              <a:off x="4497506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;p19">
              <a:extLst>
                <a:ext uri="{FF2B5EF4-FFF2-40B4-BE49-F238E27FC236}">
                  <a16:creationId xmlns:a16="http://schemas.microsoft.com/office/drawing/2014/main" id="{A7A7C9FE-4987-2C18-FEBE-EF27315E7BE0}"/>
                </a:ext>
              </a:extLst>
            </p:cNvPr>
            <p:cNvSpPr/>
            <p:nvPr/>
          </p:nvSpPr>
          <p:spPr>
            <a:xfrm>
              <a:off x="4541527" y="5060040"/>
              <a:ext cx="119087" cy="113952"/>
            </a:xfrm>
            <a:custGeom>
              <a:avLst/>
              <a:gdLst/>
              <a:ahLst/>
              <a:cxnLst/>
              <a:rect l="l" t="t" r="r" b="b"/>
              <a:pathLst>
                <a:path w="7213" h="6902" extrusionOk="0">
                  <a:moveTo>
                    <a:pt x="6039" y="927"/>
                  </a:moveTo>
                  <a:cubicBezTo>
                    <a:pt x="6163" y="927"/>
                    <a:pt x="6286" y="1031"/>
                    <a:pt x="6286" y="1174"/>
                  </a:cubicBezTo>
                  <a:lnTo>
                    <a:pt x="6286" y="4028"/>
                  </a:lnTo>
                  <a:cubicBezTo>
                    <a:pt x="6286" y="4131"/>
                    <a:pt x="6246" y="4215"/>
                    <a:pt x="6143" y="4255"/>
                  </a:cubicBezTo>
                  <a:lnTo>
                    <a:pt x="3944" y="5448"/>
                  </a:lnTo>
                  <a:cubicBezTo>
                    <a:pt x="3782" y="5526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5" y="5980"/>
                  </a:lnTo>
                  <a:lnTo>
                    <a:pt x="3185" y="5423"/>
                  </a:lnTo>
                  <a:cubicBezTo>
                    <a:pt x="3185" y="5324"/>
                    <a:pt x="3249" y="5241"/>
                    <a:pt x="3328" y="5201"/>
                  </a:cubicBezTo>
                  <a:lnTo>
                    <a:pt x="5527" y="4008"/>
                  </a:lnTo>
                  <a:cubicBezTo>
                    <a:pt x="5689" y="3924"/>
                    <a:pt x="5773" y="3781"/>
                    <a:pt x="5773" y="3619"/>
                  </a:cubicBezTo>
                  <a:lnTo>
                    <a:pt x="5773" y="1894"/>
                  </a:lnTo>
                  <a:cubicBezTo>
                    <a:pt x="5773" y="1627"/>
                    <a:pt x="5566" y="1420"/>
                    <a:pt x="5320" y="1420"/>
                  </a:cubicBezTo>
                  <a:lnTo>
                    <a:pt x="1894" y="1420"/>
                  </a:lnTo>
                  <a:cubicBezTo>
                    <a:pt x="1647" y="1420"/>
                    <a:pt x="1440" y="1627"/>
                    <a:pt x="1440" y="1894"/>
                  </a:cubicBezTo>
                  <a:lnTo>
                    <a:pt x="1440" y="2692"/>
                  </a:lnTo>
                  <a:lnTo>
                    <a:pt x="928" y="2692"/>
                  </a:lnTo>
                  <a:lnTo>
                    <a:pt x="928" y="1174"/>
                  </a:lnTo>
                  <a:cubicBezTo>
                    <a:pt x="928" y="1031"/>
                    <a:pt x="1051" y="927"/>
                    <a:pt x="1174" y="927"/>
                  </a:cubicBezTo>
                  <a:close/>
                  <a:moveTo>
                    <a:pt x="1174" y="1"/>
                  </a:moveTo>
                  <a:cubicBezTo>
                    <a:pt x="538" y="1"/>
                    <a:pt x="1" y="518"/>
                    <a:pt x="1" y="1174"/>
                  </a:cubicBezTo>
                  <a:lnTo>
                    <a:pt x="1" y="2983"/>
                  </a:lnTo>
                  <a:cubicBezTo>
                    <a:pt x="1" y="3328"/>
                    <a:pt x="292" y="3619"/>
                    <a:pt x="637" y="3619"/>
                  </a:cubicBezTo>
                  <a:lnTo>
                    <a:pt x="1726" y="3619"/>
                  </a:lnTo>
                  <a:cubicBezTo>
                    <a:pt x="2076" y="3619"/>
                    <a:pt x="2362" y="3328"/>
                    <a:pt x="2362" y="2983"/>
                  </a:cubicBezTo>
                  <a:lnTo>
                    <a:pt x="2362" y="2342"/>
                  </a:lnTo>
                  <a:lnTo>
                    <a:pt x="4851" y="2342"/>
                  </a:lnTo>
                  <a:lnTo>
                    <a:pt x="4851" y="3328"/>
                  </a:lnTo>
                  <a:lnTo>
                    <a:pt x="2899" y="4378"/>
                  </a:lnTo>
                  <a:cubicBezTo>
                    <a:pt x="2510" y="4585"/>
                    <a:pt x="2263" y="4974"/>
                    <a:pt x="2263" y="5423"/>
                  </a:cubicBezTo>
                  <a:lnTo>
                    <a:pt x="2263" y="6246"/>
                  </a:lnTo>
                  <a:cubicBezTo>
                    <a:pt x="2263" y="6616"/>
                    <a:pt x="2549" y="6902"/>
                    <a:pt x="2919" y="6902"/>
                  </a:cubicBezTo>
                  <a:lnTo>
                    <a:pt x="3964" y="6902"/>
                  </a:lnTo>
                  <a:cubicBezTo>
                    <a:pt x="4334" y="6902"/>
                    <a:pt x="4625" y="6616"/>
                    <a:pt x="4625" y="6246"/>
                  </a:cubicBezTo>
                  <a:lnTo>
                    <a:pt x="4625" y="6123"/>
                  </a:lnTo>
                  <a:lnTo>
                    <a:pt x="6596" y="5078"/>
                  </a:lnTo>
                  <a:cubicBezTo>
                    <a:pt x="6966" y="4871"/>
                    <a:pt x="7212" y="4481"/>
                    <a:pt x="7212" y="4028"/>
                  </a:cubicBezTo>
                  <a:lnTo>
                    <a:pt x="7212" y="1174"/>
                  </a:lnTo>
                  <a:cubicBezTo>
                    <a:pt x="7212" y="518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1;p19">
              <a:extLst>
                <a:ext uri="{FF2B5EF4-FFF2-40B4-BE49-F238E27FC236}">
                  <a16:creationId xmlns:a16="http://schemas.microsoft.com/office/drawing/2014/main" id="{3B98C190-82A9-85CE-5ECC-B16B341B66D1}"/>
                </a:ext>
              </a:extLst>
            </p:cNvPr>
            <p:cNvSpPr/>
            <p:nvPr/>
          </p:nvSpPr>
          <p:spPr>
            <a:xfrm>
              <a:off x="4498480" y="4778907"/>
              <a:ext cx="200464" cy="86529"/>
            </a:xfrm>
            <a:custGeom>
              <a:avLst/>
              <a:gdLst/>
              <a:ahLst/>
              <a:cxnLst/>
              <a:rect l="l" t="t" r="r" b="b"/>
              <a:pathLst>
                <a:path w="12142" h="5241" extrusionOk="0">
                  <a:moveTo>
                    <a:pt x="2608" y="1"/>
                  </a:moveTo>
                  <a:cubicBezTo>
                    <a:pt x="1173" y="1"/>
                    <a:pt x="0" y="1174"/>
                    <a:pt x="0" y="2633"/>
                  </a:cubicBezTo>
                  <a:cubicBezTo>
                    <a:pt x="0" y="4067"/>
                    <a:pt x="1173" y="5241"/>
                    <a:pt x="2608" y="5241"/>
                  </a:cubicBezTo>
                  <a:lnTo>
                    <a:pt x="9509" y="5241"/>
                  </a:lnTo>
                  <a:cubicBezTo>
                    <a:pt x="10948" y="5241"/>
                    <a:pt x="12141" y="4067"/>
                    <a:pt x="12141" y="2633"/>
                  </a:cubicBezTo>
                  <a:cubicBezTo>
                    <a:pt x="12141" y="1174"/>
                    <a:pt x="10948" y="1"/>
                    <a:pt x="9509" y="1"/>
                  </a:cubicBezTo>
                  <a:lnTo>
                    <a:pt x="4930" y="1"/>
                  </a:lnTo>
                  <a:cubicBezTo>
                    <a:pt x="4683" y="1"/>
                    <a:pt x="4476" y="208"/>
                    <a:pt x="4476" y="474"/>
                  </a:cubicBezTo>
                  <a:cubicBezTo>
                    <a:pt x="4476" y="720"/>
                    <a:pt x="4683" y="927"/>
                    <a:pt x="4930" y="927"/>
                  </a:cubicBezTo>
                  <a:lnTo>
                    <a:pt x="9509" y="927"/>
                  </a:lnTo>
                  <a:cubicBezTo>
                    <a:pt x="10455" y="927"/>
                    <a:pt x="11215" y="1687"/>
                    <a:pt x="11215" y="2633"/>
                  </a:cubicBezTo>
                  <a:cubicBezTo>
                    <a:pt x="11215" y="3555"/>
                    <a:pt x="10455" y="4314"/>
                    <a:pt x="9509" y="4314"/>
                  </a:cubicBezTo>
                  <a:lnTo>
                    <a:pt x="2608" y="4314"/>
                  </a:lnTo>
                  <a:cubicBezTo>
                    <a:pt x="1686" y="4314"/>
                    <a:pt x="927" y="3555"/>
                    <a:pt x="927" y="2633"/>
                  </a:cubicBezTo>
                  <a:cubicBezTo>
                    <a:pt x="927" y="1687"/>
                    <a:pt x="1686" y="927"/>
                    <a:pt x="2608" y="927"/>
                  </a:cubicBezTo>
                  <a:lnTo>
                    <a:pt x="3081" y="927"/>
                  </a:lnTo>
                  <a:cubicBezTo>
                    <a:pt x="3347" y="927"/>
                    <a:pt x="3554" y="720"/>
                    <a:pt x="3554" y="474"/>
                  </a:cubicBezTo>
                  <a:cubicBezTo>
                    <a:pt x="3554" y="208"/>
                    <a:pt x="3347" y="1"/>
                    <a:pt x="308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02;p20">
            <a:extLst>
              <a:ext uri="{FF2B5EF4-FFF2-40B4-BE49-F238E27FC236}">
                <a16:creationId xmlns:a16="http://schemas.microsoft.com/office/drawing/2014/main" id="{0FADEAED-CB6F-1321-837B-0D592C6C167D}"/>
              </a:ext>
            </a:extLst>
          </p:cNvPr>
          <p:cNvGrpSpPr/>
          <p:nvPr/>
        </p:nvGrpSpPr>
        <p:grpSpPr>
          <a:xfrm>
            <a:off x="3984620" y="2051689"/>
            <a:ext cx="362654" cy="271570"/>
            <a:chOff x="5579633" y="4916634"/>
            <a:chExt cx="522905" cy="386956"/>
          </a:xfrm>
        </p:grpSpPr>
        <p:sp>
          <p:nvSpPr>
            <p:cNvPr id="49" name="Google Shape;403;p20">
              <a:extLst>
                <a:ext uri="{FF2B5EF4-FFF2-40B4-BE49-F238E27FC236}">
                  <a16:creationId xmlns:a16="http://schemas.microsoft.com/office/drawing/2014/main" id="{D01860D4-7AAD-5976-F6B4-4CF6A1418718}"/>
                </a:ext>
              </a:extLst>
            </p:cNvPr>
            <p:cNvSpPr/>
            <p:nvPr/>
          </p:nvSpPr>
          <p:spPr>
            <a:xfrm>
              <a:off x="5587460" y="4997691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1"/>
                  </a:moveTo>
                  <a:lnTo>
                    <a:pt x="0" y="4477"/>
                  </a:lnTo>
                  <a:lnTo>
                    <a:pt x="19925" y="4477"/>
                  </a:lnTo>
                  <a:lnTo>
                    <a:pt x="19925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04;p20">
              <a:extLst>
                <a:ext uri="{FF2B5EF4-FFF2-40B4-BE49-F238E27FC236}">
                  <a16:creationId xmlns:a16="http://schemas.microsoft.com/office/drawing/2014/main" id="{9E072EE7-3F55-CEA5-B35F-197D7ECCD30B}"/>
                </a:ext>
              </a:extLst>
            </p:cNvPr>
            <p:cNvSpPr/>
            <p:nvPr/>
          </p:nvSpPr>
          <p:spPr>
            <a:xfrm>
              <a:off x="5587460" y="5047177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1"/>
                  </a:moveTo>
                  <a:lnTo>
                    <a:pt x="0" y="4477"/>
                  </a:lnTo>
                  <a:lnTo>
                    <a:pt x="19925" y="4477"/>
                  </a:lnTo>
                  <a:lnTo>
                    <a:pt x="19925" y="1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05;p20">
              <a:extLst>
                <a:ext uri="{FF2B5EF4-FFF2-40B4-BE49-F238E27FC236}">
                  <a16:creationId xmlns:a16="http://schemas.microsoft.com/office/drawing/2014/main" id="{3757C102-D3AA-B6E1-ECE6-E301D134014D}"/>
                </a:ext>
              </a:extLst>
            </p:cNvPr>
            <p:cNvSpPr/>
            <p:nvPr/>
          </p:nvSpPr>
          <p:spPr>
            <a:xfrm>
              <a:off x="5587460" y="5099438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0"/>
                  </a:moveTo>
                  <a:lnTo>
                    <a:pt x="0" y="4476"/>
                  </a:lnTo>
                  <a:lnTo>
                    <a:pt x="19925" y="4476"/>
                  </a:lnTo>
                  <a:lnTo>
                    <a:pt x="19925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06;p20">
              <a:extLst>
                <a:ext uri="{FF2B5EF4-FFF2-40B4-BE49-F238E27FC236}">
                  <a16:creationId xmlns:a16="http://schemas.microsoft.com/office/drawing/2014/main" id="{472E198E-A040-D084-D5D1-D9A1A6EB70DE}"/>
                </a:ext>
              </a:extLst>
            </p:cNvPr>
            <p:cNvSpPr/>
            <p:nvPr/>
          </p:nvSpPr>
          <p:spPr>
            <a:xfrm>
              <a:off x="5587460" y="5150312"/>
              <a:ext cx="328962" cy="52172"/>
            </a:xfrm>
            <a:custGeom>
              <a:avLst/>
              <a:gdLst/>
              <a:ahLst/>
              <a:cxnLst/>
              <a:rect l="l" t="t" r="r" b="b"/>
              <a:pathLst>
                <a:path w="19925" h="3160" extrusionOk="0">
                  <a:moveTo>
                    <a:pt x="0" y="0"/>
                  </a:moveTo>
                  <a:lnTo>
                    <a:pt x="0" y="3160"/>
                  </a:lnTo>
                  <a:lnTo>
                    <a:pt x="16760" y="3160"/>
                  </a:lnTo>
                  <a:cubicBezTo>
                    <a:pt x="18505" y="3160"/>
                    <a:pt x="19925" y="1745"/>
                    <a:pt x="1992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07;p20">
              <a:extLst>
                <a:ext uri="{FF2B5EF4-FFF2-40B4-BE49-F238E27FC236}">
                  <a16:creationId xmlns:a16="http://schemas.microsoft.com/office/drawing/2014/main" id="{F4B65F6E-7139-7C13-C189-71F5E2DEC643}"/>
                </a:ext>
              </a:extLst>
            </p:cNvPr>
            <p:cNvSpPr/>
            <p:nvPr/>
          </p:nvSpPr>
          <p:spPr>
            <a:xfrm>
              <a:off x="5770597" y="4930933"/>
              <a:ext cx="327905" cy="302793"/>
            </a:xfrm>
            <a:custGeom>
              <a:avLst/>
              <a:gdLst/>
              <a:ahLst/>
              <a:cxnLst/>
              <a:rect l="l" t="t" r="r" b="b"/>
              <a:pathLst>
                <a:path w="19861" h="18340" extrusionOk="0">
                  <a:moveTo>
                    <a:pt x="9933" y="0"/>
                  </a:moveTo>
                  <a:cubicBezTo>
                    <a:pt x="9563" y="0"/>
                    <a:pt x="9193" y="211"/>
                    <a:pt x="9060" y="633"/>
                  </a:cubicBezTo>
                  <a:lnTo>
                    <a:pt x="7414" y="5666"/>
                  </a:lnTo>
                  <a:cubicBezTo>
                    <a:pt x="7291" y="6055"/>
                    <a:pt x="6946" y="6301"/>
                    <a:pt x="6551" y="6301"/>
                  </a:cubicBezTo>
                  <a:lnTo>
                    <a:pt x="1252" y="6301"/>
                  </a:lnTo>
                  <a:cubicBezTo>
                    <a:pt x="370" y="6301"/>
                    <a:pt x="0" y="7450"/>
                    <a:pt x="720" y="7968"/>
                  </a:cubicBezTo>
                  <a:lnTo>
                    <a:pt x="4994" y="11068"/>
                  </a:lnTo>
                  <a:cubicBezTo>
                    <a:pt x="5319" y="11315"/>
                    <a:pt x="5467" y="11724"/>
                    <a:pt x="5344" y="12093"/>
                  </a:cubicBezTo>
                  <a:lnTo>
                    <a:pt x="3697" y="17126"/>
                  </a:lnTo>
                  <a:cubicBezTo>
                    <a:pt x="3496" y="17780"/>
                    <a:pt x="4001" y="18339"/>
                    <a:pt x="4570" y="18339"/>
                  </a:cubicBezTo>
                  <a:cubicBezTo>
                    <a:pt x="4753" y="18339"/>
                    <a:pt x="4942" y="18282"/>
                    <a:pt x="5117" y="18152"/>
                  </a:cubicBezTo>
                  <a:lnTo>
                    <a:pt x="9386" y="15051"/>
                  </a:lnTo>
                  <a:cubicBezTo>
                    <a:pt x="9551" y="14938"/>
                    <a:pt x="9742" y="14881"/>
                    <a:pt x="9932" y="14881"/>
                  </a:cubicBezTo>
                  <a:cubicBezTo>
                    <a:pt x="10123" y="14881"/>
                    <a:pt x="10312" y="14938"/>
                    <a:pt x="10475" y="15051"/>
                  </a:cubicBezTo>
                  <a:lnTo>
                    <a:pt x="14749" y="18152"/>
                  </a:lnTo>
                  <a:cubicBezTo>
                    <a:pt x="14923" y="18282"/>
                    <a:pt x="15113" y="18339"/>
                    <a:pt x="15295" y="18339"/>
                  </a:cubicBezTo>
                  <a:cubicBezTo>
                    <a:pt x="15865" y="18339"/>
                    <a:pt x="16369" y="17780"/>
                    <a:pt x="16164" y="17126"/>
                  </a:cubicBezTo>
                  <a:lnTo>
                    <a:pt x="14522" y="12093"/>
                  </a:lnTo>
                  <a:cubicBezTo>
                    <a:pt x="14399" y="11724"/>
                    <a:pt x="14542" y="11315"/>
                    <a:pt x="14872" y="11068"/>
                  </a:cubicBezTo>
                  <a:lnTo>
                    <a:pt x="19146" y="7968"/>
                  </a:lnTo>
                  <a:cubicBezTo>
                    <a:pt x="19861" y="7450"/>
                    <a:pt x="19491" y="6301"/>
                    <a:pt x="18609" y="6301"/>
                  </a:cubicBezTo>
                  <a:lnTo>
                    <a:pt x="13309" y="6301"/>
                  </a:lnTo>
                  <a:cubicBezTo>
                    <a:pt x="12920" y="6301"/>
                    <a:pt x="12570" y="6055"/>
                    <a:pt x="12447" y="5666"/>
                  </a:cubicBezTo>
                  <a:lnTo>
                    <a:pt x="10805" y="633"/>
                  </a:lnTo>
                  <a:cubicBezTo>
                    <a:pt x="10672" y="211"/>
                    <a:pt x="10303" y="0"/>
                    <a:pt x="993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08;p20">
              <a:extLst>
                <a:ext uri="{FF2B5EF4-FFF2-40B4-BE49-F238E27FC236}">
                  <a16:creationId xmlns:a16="http://schemas.microsoft.com/office/drawing/2014/main" id="{A8F67FFA-E9A8-C8F2-02B5-413FB046F718}"/>
                </a:ext>
              </a:extLst>
            </p:cNvPr>
            <p:cNvSpPr/>
            <p:nvPr/>
          </p:nvSpPr>
          <p:spPr>
            <a:xfrm>
              <a:off x="5949985" y="5176632"/>
              <a:ext cx="86859" cy="57191"/>
            </a:xfrm>
            <a:custGeom>
              <a:avLst/>
              <a:gdLst/>
              <a:ahLst/>
              <a:cxnLst/>
              <a:rect l="l" t="t" r="r" b="b"/>
              <a:pathLst>
                <a:path w="5261" h="3464" extrusionOk="0">
                  <a:moveTo>
                    <a:pt x="927" y="1"/>
                  </a:moveTo>
                  <a:cubicBezTo>
                    <a:pt x="737" y="1"/>
                    <a:pt x="548" y="58"/>
                    <a:pt x="395" y="171"/>
                  </a:cubicBezTo>
                  <a:lnTo>
                    <a:pt x="0" y="457"/>
                  </a:lnTo>
                  <a:lnTo>
                    <a:pt x="3885" y="3272"/>
                  </a:lnTo>
                  <a:cubicBezTo>
                    <a:pt x="4060" y="3405"/>
                    <a:pt x="4250" y="3464"/>
                    <a:pt x="4433" y="3464"/>
                  </a:cubicBezTo>
                  <a:cubicBezTo>
                    <a:pt x="4785" y="3464"/>
                    <a:pt x="5111" y="3246"/>
                    <a:pt x="5260" y="2922"/>
                  </a:cubicBezTo>
                  <a:lnTo>
                    <a:pt x="1460" y="171"/>
                  </a:lnTo>
                  <a:cubicBezTo>
                    <a:pt x="1307" y="58"/>
                    <a:pt x="1117" y="1"/>
                    <a:pt x="927" y="1"/>
                  </a:cubicBezTo>
                  <a:close/>
                </a:path>
              </a:pathLst>
            </a:custGeom>
            <a:solidFill>
              <a:srgbClr val="FFD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9;p20">
              <a:extLst>
                <a:ext uri="{FF2B5EF4-FFF2-40B4-BE49-F238E27FC236}">
                  <a16:creationId xmlns:a16="http://schemas.microsoft.com/office/drawing/2014/main" id="{A6813943-A8AA-B7B3-635C-128EF973ED7D}"/>
                </a:ext>
              </a:extLst>
            </p:cNvPr>
            <p:cNvSpPr/>
            <p:nvPr/>
          </p:nvSpPr>
          <p:spPr>
            <a:xfrm>
              <a:off x="5887305" y="5059396"/>
              <a:ext cx="18326" cy="38666"/>
            </a:xfrm>
            <a:custGeom>
              <a:avLst/>
              <a:gdLst/>
              <a:ahLst/>
              <a:cxnLst/>
              <a:rect l="l" t="t" r="r" b="b"/>
              <a:pathLst>
                <a:path w="1110" h="2342" extrusionOk="0">
                  <a:moveTo>
                    <a:pt x="553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1790"/>
                  </a:lnTo>
                  <a:cubicBezTo>
                    <a:pt x="1" y="2095"/>
                    <a:pt x="247" y="2342"/>
                    <a:pt x="553" y="2342"/>
                  </a:cubicBezTo>
                  <a:cubicBezTo>
                    <a:pt x="864" y="2342"/>
                    <a:pt x="1110" y="2095"/>
                    <a:pt x="1110" y="1790"/>
                  </a:cubicBezTo>
                  <a:lnTo>
                    <a:pt x="1110" y="557"/>
                  </a:lnTo>
                  <a:cubicBezTo>
                    <a:pt x="1110" y="247"/>
                    <a:pt x="864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0;p20">
              <a:extLst>
                <a:ext uri="{FF2B5EF4-FFF2-40B4-BE49-F238E27FC236}">
                  <a16:creationId xmlns:a16="http://schemas.microsoft.com/office/drawing/2014/main" id="{652727B5-033C-341E-B428-C5E42323BE4F}"/>
                </a:ext>
              </a:extLst>
            </p:cNvPr>
            <p:cNvSpPr/>
            <p:nvPr/>
          </p:nvSpPr>
          <p:spPr>
            <a:xfrm>
              <a:off x="5962601" y="5059396"/>
              <a:ext cx="18326" cy="38666"/>
            </a:xfrm>
            <a:custGeom>
              <a:avLst/>
              <a:gdLst/>
              <a:ahLst/>
              <a:cxnLst/>
              <a:rect l="l" t="t" r="r" b="b"/>
              <a:pathLst>
                <a:path w="1110" h="2342" extrusionOk="0">
                  <a:moveTo>
                    <a:pt x="553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1790"/>
                  </a:lnTo>
                  <a:cubicBezTo>
                    <a:pt x="1" y="2095"/>
                    <a:pt x="247" y="2342"/>
                    <a:pt x="553" y="2342"/>
                  </a:cubicBezTo>
                  <a:cubicBezTo>
                    <a:pt x="863" y="2342"/>
                    <a:pt x="1110" y="2095"/>
                    <a:pt x="1110" y="1790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1;p20">
              <a:extLst>
                <a:ext uri="{FF2B5EF4-FFF2-40B4-BE49-F238E27FC236}">
                  <a16:creationId xmlns:a16="http://schemas.microsoft.com/office/drawing/2014/main" id="{EE5FFC5F-9615-3402-9FFC-4149547BF9F4}"/>
                </a:ext>
              </a:extLst>
            </p:cNvPr>
            <p:cNvSpPr/>
            <p:nvPr/>
          </p:nvSpPr>
          <p:spPr>
            <a:xfrm>
              <a:off x="5888296" y="5122390"/>
              <a:ext cx="92621" cy="30940"/>
            </a:xfrm>
            <a:custGeom>
              <a:avLst/>
              <a:gdLst/>
              <a:ahLst/>
              <a:cxnLst/>
              <a:rect l="l" t="t" r="r" b="b"/>
              <a:pathLst>
                <a:path w="5610" h="1874" extrusionOk="0">
                  <a:moveTo>
                    <a:pt x="517" y="0"/>
                  </a:moveTo>
                  <a:cubicBezTo>
                    <a:pt x="385" y="0"/>
                    <a:pt x="256" y="56"/>
                    <a:pt x="163" y="168"/>
                  </a:cubicBezTo>
                  <a:cubicBezTo>
                    <a:pt x="0" y="375"/>
                    <a:pt x="39" y="661"/>
                    <a:pt x="227" y="829"/>
                  </a:cubicBezTo>
                  <a:cubicBezTo>
                    <a:pt x="1070" y="1524"/>
                    <a:pt x="1932" y="1874"/>
                    <a:pt x="2815" y="1874"/>
                  </a:cubicBezTo>
                  <a:cubicBezTo>
                    <a:pt x="3677" y="1874"/>
                    <a:pt x="4540" y="1524"/>
                    <a:pt x="5383" y="829"/>
                  </a:cubicBezTo>
                  <a:cubicBezTo>
                    <a:pt x="5585" y="661"/>
                    <a:pt x="5610" y="375"/>
                    <a:pt x="5442" y="168"/>
                  </a:cubicBezTo>
                  <a:cubicBezTo>
                    <a:pt x="5352" y="56"/>
                    <a:pt x="5224" y="0"/>
                    <a:pt x="5093" y="0"/>
                  </a:cubicBezTo>
                  <a:cubicBezTo>
                    <a:pt x="4987" y="0"/>
                    <a:pt x="4879" y="36"/>
                    <a:pt x="4786" y="109"/>
                  </a:cubicBezTo>
                  <a:cubicBezTo>
                    <a:pt x="4109" y="673"/>
                    <a:pt x="3457" y="956"/>
                    <a:pt x="2805" y="956"/>
                  </a:cubicBezTo>
                  <a:cubicBezTo>
                    <a:pt x="2153" y="956"/>
                    <a:pt x="1501" y="673"/>
                    <a:pt x="823" y="109"/>
                  </a:cubicBezTo>
                  <a:cubicBezTo>
                    <a:pt x="731" y="36"/>
                    <a:pt x="623" y="0"/>
                    <a:pt x="51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2;p20">
              <a:extLst>
                <a:ext uri="{FF2B5EF4-FFF2-40B4-BE49-F238E27FC236}">
                  <a16:creationId xmlns:a16="http://schemas.microsoft.com/office/drawing/2014/main" id="{003DFB8E-A351-98F2-FA96-FE176BBF11F5}"/>
                </a:ext>
              </a:extLst>
            </p:cNvPr>
            <p:cNvSpPr/>
            <p:nvPr/>
          </p:nvSpPr>
          <p:spPr>
            <a:xfrm>
              <a:off x="5579633" y="4923387"/>
              <a:ext cx="522905" cy="318148"/>
            </a:xfrm>
            <a:custGeom>
              <a:avLst/>
              <a:gdLst/>
              <a:ahLst/>
              <a:cxnLst/>
              <a:rect l="l" t="t" r="r" b="b"/>
              <a:pathLst>
                <a:path w="31672" h="19270" extrusionOk="0">
                  <a:moveTo>
                    <a:pt x="21508" y="0"/>
                  </a:moveTo>
                  <a:cubicBezTo>
                    <a:pt x="20892" y="0"/>
                    <a:pt x="20379" y="370"/>
                    <a:pt x="20192" y="947"/>
                  </a:cubicBezTo>
                  <a:lnTo>
                    <a:pt x="19186" y="4047"/>
                  </a:lnTo>
                  <a:lnTo>
                    <a:pt x="474" y="4047"/>
                  </a:lnTo>
                  <a:cubicBezTo>
                    <a:pt x="208" y="4047"/>
                    <a:pt x="1" y="4254"/>
                    <a:pt x="1" y="4501"/>
                  </a:cubicBezTo>
                  <a:cubicBezTo>
                    <a:pt x="1" y="4747"/>
                    <a:pt x="208" y="4974"/>
                    <a:pt x="474" y="4974"/>
                  </a:cubicBezTo>
                  <a:lnTo>
                    <a:pt x="18880" y="4974"/>
                  </a:lnTo>
                  <a:lnTo>
                    <a:pt x="18550" y="5980"/>
                  </a:lnTo>
                  <a:cubicBezTo>
                    <a:pt x="18486" y="6162"/>
                    <a:pt x="18323" y="6305"/>
                    <a:pt x="18116" y="6305"/>
                  </a:cubicBezTo>
                  <a:lnTo>
                    <a:pt x="17254" y="6305"/>
                  </a:lnTo>
                  <a:cubicBezTo>
                    <a:pt x="16987" y="6305"/>
                    <a:pt x="16785" y="6512"/>
                    <a:pt x="16785" y="6758"/>
                  </a:cubicBezTo>
                  <a:cubicBezTo>
                    <a:pt x="16785" y="7025"/>
                    <a:pt x="16987" y="7232"/>
                    <a:pt x="17254" y="7232"/>
                  </a:cubicBezTo>
                  <a:lnTo>
                    <a:pt x="18116" y="7232"/>
                  </a:lnTo>
                  <a:cubicBezTo>
                    <a:pt x="18713" y="7232"/>
                    <a:pt x="19250" y="6842"/>
                    <a:pt x="19432" y="6265"/>
                  </a:cubicBezTo>
                  <a:lnTo>
                    <a:pt x="21054" y="1233"/>
                  </a:lnTo>
                  <a:cubicBezTo>
                    <a:pt x="21158" y="947"/>
                    <a:pt x="21424" y="927"/>
                    <a:pt x="21508" y="927"/>
                  </a:cubicBezTo>
                  <a:cubicBezTo>
                    <a:pt x="21567" y="927"/>
                    <a:pt x="21838" y="947"/>
                    <a:pt x="21937" y="1233"/>
                  </a:cubicBezTo>
                  <a:lnTo>
                    <a:pt x="23563" y="6265"/>
                  </a:lnTo>
                  <a:cubicBezTo>
                    <a:pt x="23746" y="6842"/>
                    <a:pt x="24278" y="7232"/>
                    <a:pt x="24874" y="7232"/>
                  </a:cubicBezTo>
                  <a:lnTo>
                    <a:pt x="30174" y="7232"/>
                  </a:lnTo>
                  <a:cubicBezTo>
                    <a:pt x="30484" y="7232"/>
                    <a:pt x="30588" y="7458"/>
                    <a:pt x="30607" y="7537"/>
                  </a:cubicBezTo>
                  <a:cubicBezTo>
                    <a:pt x="30627" y="7621"/>
                    <a:pt x="30686" y="7868"/>
                    <a:pt x="30440" y="8055"/>
                  </a:cubicBezTo>
                  <a:lnTo>
                    <a:pt x="26151" y="11155"/>
                  </a:lnTo>
                  <a:cubicBezTo>
                    <a:pt x="25678" y="11505"/>
                    <a:pt x="25471" y="12141"/>
                    <a:pt x="25658" y="12693"/>
                  </a:cubicBezTo>
                  <a:lnTo>
                    <a:pt x="27300" y="17726"/>
                  </a:lnTo>
                  <a:cubicBezTo>
                    <a:pt x="27383" y="18037"/>
                    <a:pt x="27196" y="18199"/>
                    <a:pt x="27137" y="18239"/>
                  </a:cubicBezTo>
                  <a:cubicBezTo>
                    <a:pt x="27097" y="18267"/>
                    <a:pt x="26993" y="18333"/>
                    <a:pt x="26856" y="18333"/>
                  </a:cubicBezTo>
                  <a:cubicBezTo>
                    <a:pt x="26774" y="18333"/>
                    <a:pt x="26680" y="18309"/>
                    <a:pt x="26580" y="18239"/>
                  </a:cubicBezTo>
                  <a:lnTo>
                    <a:pt x="22306" y="15138"/>
                  </a:lnTo>
                  <a:cubicBezTo>
                    <a:pt x="22060" y="14963"/>
                    <a:pt x="21778" y="14876"/>
                    <a:pt x="21495" y="14876"/>
                  </a:cubicBezTo>
                  <a:cubicBezTo>
                    <a:pt x="21213" y="14876"/>
                    <a:pt x="20931" y="14963"/>
                    <a:pt x="20684" y="15138"/>
                  </a:cubicBezTo>
                  <a:lnTo>
                    <a:pt x="16416" y="18239"/>
                  </a:lnTo>
                  <a:cubicBezTo>
                    <a:pt x="16323" y="18309"/>
                    <a:pt x="16234" y="18333"/>
                    <a:pt x="16154" y="18333"/>
                  </a:cubicBezTo>
                  <a:cubicBezTo>
                    <a:pt x="16022" y="18333"/>
                    <a:pt x="15918" y="18267"/>
                    <a:pt x="15878" y="18239"/>
                  </a:cubicBezTo>
                  <a:cubicBezTo>
                    <a:pt x="15819" y="18199"/>
                    <a:pt x="15612" y="18037"/>
                    <a:pt x="15696" y="17726"/>
                  </a:cubicBezTo>
                  <a:lnTo>
                    <a:pt x="17337" y="12693"/>
                  </a:lnTo>
                  <a:cubicBezTo>
                    <a:pt x="17525" y="12141"/>
                    <a:pt x="17318" y="11505"/>
                    <a:pt x="16845" y="11155"/>
                  </a:cubicBezTo>
                  <a:lnTo>
                    <a:pt x="12551" y="8055"/>
                  </a:lnTo>
                  <a:cubicBezTo>
                    <a:pt x="12305" y="7868"/>
                    <a:pt x="12369" y="7621"/>
                    <a:pt x="12388" y="7537"/>
                  </a:cubicBezTo>
                  <a:cubicBezTo>
                    <a:pt x="12408" y="7458"/>
                    <a:pt x="12512" y="7232"/>
                    <a:pt x="12817" y="7232"/>
                  </a:cubicBezTo>
                  <a:lnTo>
                    <a:pt x="15405" y="7232"/>
                  </a:lnTo>
                  <a:cubicBezTo>
                    <a:pt x="15652" y="7232"/>
                    <a:pt x="15859" y="7025"/>
                    <a:pt x="15859" y="6758"/>
                  </a:cubicBezTo>
                  <a:cubicBezTo>
                    <a:pt x="15859" y="6512"/>
                    <a:pt x="15652" y="6305"/>
                    <a:pt x="15405" y="6305"/>
                  </a:cubicBezTo>
                  <a:lnTo>
                    <a:pt x="12817" y="6305"/>
                  </a:lnTo>
                  <a:cubicBezTo>
                    <a:pt x="12265" y="6305"/>
                    <a:pt x="11792" y="6615"/>
                    <a:pt x="11565" y="7128"/>
                  </a:cubicBezTo>
                  <a:lnTo>
                    <a:pt x="474" y="7128"/>
                  </a:lnTo>
                  <a:cubicBezTo>
                    <a:pt x="208" y="7128"/>
                    <a:pt x="1" y="7335"/>
                    <a:pt x="1" y="7582"/>
                  </a:cubicBezTo>
                  <a:cubicBezTo>
                    <a:pt x="1" y="7848"/>
                    <a:pt x="208" y="8055"/>
                    <a:pt x="474" y="8055"/>
                  </a:cubicBezTo>
                  <a:lnTo>
                    <a:pt x="11486" y="8055"/>
                  </a:lnTo>
                  <a:cubicBezTo>
                    <a:pt x="11565" y="8341"/>
                    <a:pt x="11752" y="8607"/>
                    <a:pt x="12019" y="8794"/>
                  </a:cubicBezTo>
                  <a:lnTo>
                    <a:pt x="13951" y="10209"/>
                  </a:lnTo>
                  <a:lnTo>
                    <a:pt x="474" y="10209"/>
                  </a:lnTo>
                  <a:cubicBezTo>
                    <a:pt x="208" y="10209"/>
                    <a:pt x="1" y="10416"/>
                    <a:pt x="1" y="10662"/>
                  </a:cubicBezTo>
                  <a:cubicBezTo>
                    <a:pt x="1" y="10929"/>
                    <a:pt x="208" y="11136"/>
                    <a:pt x="474" y="11136"/>
                  </a:cubicBezTo>
                  <a:lnTo>
                    <a:pt x="15223" y="11136"/>
                  </a:lnTo>
                  <a:lnTo>
                    <a:pt x="16292" y="11915"/>
                  </a:lnTo>
                  <a:cubicBezTo>
                    <a:pt x="16455" y="12018"/>
                    <a:pt x="16514" y="12220"/>
                    <a:pt x="16455" y="12427"/>
                  </a:cubicBezTo>
                  <a:lnTo>
                    <a:pt x="16169" y="13290"/>
                  </a:lnTo>
                  <a:lnTo>
                    <a:pt x="6370" y="13290"/>
                  </a:lnTo>
                  <a:cubicBezTo>
                    <a:pt x="6103" y="13290"/>
                    <a:pt x="5896" y="13497"/>
                    <a:pt x="5896" y="13743"/>
                  </a:cubicBezTo>
                  <a:cubicBezTo>
                    <a:pt x="5896" y="14009"/>
                    <a:pt x="6103" y="14217"/>
                    <a:pt x="6370" y="14217"/>
                  </a:cubicBezTo>
                  <a:lnTo>
                    <a:pt x="15878" y="14217"/>
                  </a:lnTo>
                  <a:lnTo>
                    <a:pt x="15183" y="16371"/>
                  </a:lnTo>
                  <a:lnTo>
                    <a:pt x="474" y="16371"/>
                  </a:lnTo>
                  <a:cubicBezTo>
                    <a:pt x="208" y="16371"/>
                    <a:pt x="1" y="16578"/>
                    <a:pt x="1" y="16844"/>
                  </a:cubicBezTo>
                  <a:cubicBezTo>
                    <a:pt x="1" y="17090"/>
                    <a:pt x="208" y="17297"/>
                    <a:pt x="474" y="17297"/>
                  </a:cubicBezTo>
                  <a:lnTo>
                    <a:pt x="14873" y="17297"/>
                  </a:lnTo>
                  <a:lnTo>
                    <a:pt x="14833" y="17440"/>
                  </a:lnTo>
                  <a:cubicBezTo>
                    <a:pt x="14626" y="18037"/>
                    <a:pt x="14833" y="18628"/>
                    <a:pt x="15326" y="18998"/>
                  </a:cubicBezTo>
                  <a:cubicBezTo>
                    <a:pt x="15573" y="19166"/>
                    <a:pt x="15859" y="19269"/>
                    <a:pt x="16145" y="19269"/>
                  </a:cubicBezTo>
                  <a:cubicBezTo>
                    <a:pt x="16416" y="19269"/>
                    <a:pt x="16702" y="19166"/>
                    <a:pt x="16948" y="18998"/>
                  </a:cubicBezTo>
                  <a:lnTo>
                    <a:pt x="21242" y="15878"/>
                  </a:lnTo>
                  <a:cubicBezTo>
                    <a:pt x="21313" y="15826"/>
                    <a:pt x="21405" y="15800"/>
                    <a:pt x="21500" y="15800"/>
                  </a:cubicBezTo>
                  <a:cubicBezTo>
                    <a:pt x="21595" y="15800"/>
                    <a:pt x="21693" y="15826"/>
                    <a:pt x="21774" y="15878"/>
                  </a:cubicBezTo>
                  <a:lnTo>
                    <a:pt x="26048" y="18998"/>
                  </a:lnTo>
                  <a:cubicBezTo>
                    <a:pt x="26294" y="19173"/>
                    <a:pt x="26576" y="19260"/>
                    <a:pt x="26859" y="19260"/>
                  </a:cubicBezTo>
                  <a:cubicBezTo>
                    <a:pt x="27141" y="19260"/>
                    <a:pt x="27423" y="19173"/>
                    <a:pt x="27669" y="18998"/>
                  </a:cubicBezTo>
                  <a:cubicBezTo>
                    <a:pt x="28162" y="18628"/>
                    <a:pt x="28369" y="18037"/>
                    <a:pt x="28162" y="17440"/>
                  </a:cubicBezTo>
                  <a:lnTo>
                    <a:pt x="26541" y="12427"/>
                  </a:lnTo>
                  <a:cubicBezTo>
                    <a:pt x="26476" y="12220"/>
                    <a:pt x="26541" y="12018"/>
                    <a:pt x="26703" y="11915"/>
                  </a:cubicBezTo>
                  <a:lnTo>
                    <a:pt x="30977" y="8794"/>
                  </a:lnTo>
                  <a:cubicBezTo>
                    <a:pt x="31470" y="8444"/>
                    <a:pt x="31672" y="7828"/>
                    <a:pt x="31490" y="7251"/>
                  </a:cubicBezTo>
                  <a:cubicBezTo>
                    <a:pt x="31302" y="6675"/>
                    <a:pt x="30770" y="6305"/>
                    <a:pt x="30174" y="6305"/>
                  </a:cubicBezTo>
                  <a:lnTo>
                    <a:pt x="24874" y="6305"/>
                  </a:lnTo>
                  <a:cubicBezTo>
                    <a:pt x="24692" y="6305"/>
                    <a:pt x="24505" y="6162"/>
                    <a:pt x="24446" y="5980"/>
                  </a:cubicBezTo>
                  <a:lnTo>
                    <a:pt x="22824" y="947"/>
                  </a:lnTo>
                  <a:cubicBezTo>
                    <a:pt x="22617" y="370"/>
                    <a:pt x="22104" y="0"/>
                    <a:pt x="215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3;p20">
              <a:extLst>
                <a:ext uri="{FF2B5EF4-FFF2-40B4-BE49-F238E27FC236}">
                  <a16:creationId xmlns:a16="http://schemas.microsoft.com/office/drawing/2014/main" id="{F97D0E15-B3B4-9AD7-795B-88056EA1CD4A}"/>
                </a:ext>
              </a:extLst>
            </p:cNvPr>
            <p:cNvSpPr/>
            <p:nvPr/>
          </p:nvSpPr>
          <p:spPr>
            <a:xfrm>
              <a:off x="5579633" y="5142815"/>
              <a:ext cx="82137" cy="15321"/>
            </a:xfrm>
            <a:custGeom>
              <a:avLst/>
              <a:gdLst/>
              <a:ahLst/>
              <a:cxnLst/>
              <a:rect l="l" t="t" r="r" b="b"/>
              <a:pathLst>
                <a:path w="4975" h="928" extrusionOk="0">
                  <a:moveTo>
                    <a:pt x="474" y="1"/>
                  </a:moveTo>
                  <a:cubicBezTo>
                    <a:pt x="208" y="1"/>
                    <a:pt x="1" y="208"/>
                    <a:pt x="1" y="454"/>
                  </a:cubicBezTo>
                  <a:cubicBezTo>
                    <a:pt x="1" y="720"/>
                    <a:pt x="208" y="928"/>
                    <a:pt x="474" y="928"/>
                  </a:cubicBezTo>
                  <a:lnTo>
                    <a:pt x="4521" y="928"/>
                  </a:lnTo>
                  <a:cubicBezTo>
                    <a:pt x="4768" y="928"/>
                    <a:pt x="4975" y="720"/>
                    <a:pt x="4975" y="454"/>
                  </a:cubicBezTo>
                  <a:cubicBezTo>
                    <a:pt x="4975" y="208"/>
                    <a:pt x="4768" y="1"/>
                    <a:pt x="452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4;p20">
              <a:extLst>
                <a:ext uri="{FF2B5EF4-FFF2-40B4-BE49-F238E27FC236}">
                  <a16:creationId xmlns:a16="http://schemas.microsoft.com/office/drawing/2014/main" id="{B00C3DA6-25C2-2C07-407D-93C98548A3C9}"/>
                </a:ext>
              </a:extLst>
            </p:cNvPr>
            <p:cNvSpPr/>
            <p:nvPr/>
          </p:nvSpPr>
          <p:spPr>
            <a:xfrm>
              <a:off x="6018511" y="4916634"/>
              <a:ext cx="15321" cy="23362"/>
            </a:xfrm>
            <a:custGeom>
              <a:avLst/>
              <a:gdLst/>
              <a:ahLst/>
              <a:cxnLst/>
              <a:rect l="l" t="t" r="r" b="b"/>
              <a:pathLst>
                <a:path w="928" h="1415" extrusionOk="0">
                  <a:moveTo>
                    <a:pt x="474" y="0"/>
                  </a:moveTo>
                  <a:cubicBezTo>
                    <a:pt x="208" y="0"/>
                    <a:pt x="1" y="207"/>
                    <a:pt x="1" y="473"/>
                  </a:cubicBezTo>
                  <a:lnTo>
                    <a:pt x="1" y="966"/>
                  </a:lnTo>
                  <a:cubicBezTo>
                    <a:pt x="1" y="1213"/>
                    <a:pt x="208" y="1415"/>
                    <a:pt x="474" y="1415"/>
                  </a:cubicBezTo>
                  <a:cubicBezTo>
                    <a:pt x="721" y="1415"/>
                    <a:pt x="928" y="1213"/>
                    <a:pt x="928" y="966"/>
                  </a:cubicBezTo>
                  <a:lnTo>
                    <a:pt x="928" y="473"/>
                  </a:lnTo>
                  <a:cubicBezTo>
                    <a:pt x="928" y="207"/>
                    <a:pt x="721" y="0"/>
                    <a:pt x="4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5;p20">
              <a:extLst>
                <a:ext uri="{FF2B5EF4-FFF2-40B4-BE49-F238E27FC236}">
                  <a16:creationId xmlns:a16="http://schemas.microsoft.com/office/drawing/2014/main" id="{33ED9DD9-E0DF-8F66-EE1E-4AD1D3851777}"/>
                </a:ext>
              </a:extLst>
            </p:cNvPr>
            <p:cNvSpPr/>
            <p:nvPr/>
          </p:nvSpPr>
          <p:spPr>
            <a:xfrm>
              <a:off x="6036840" y="4944060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0"/>
                  </a:moveTo>
                  <a:cubicBezTo>
                    <a:pt x="207" y="0"/>
                    <a:pt x="0" y="207"/>
                    <a:pt x="0" y="474"/>
                  </a:cubicBezTo>
                  <a:cubicBezTo>
                    <a:pt x="0" y="720"/>
                    <a:pt x="20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20" y="720"/>
                    <a:pt x="1420" y="474"/>
                  </a:cubicBezTo>
                  <a:cubicBezTo>
                    <a:pt x="1420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6;p20">
              <a:extLst>
                <a:ext uri="{FF2B5EF4-FFF2-40B4-BE49-F238E27FC236}">
                  <a16:creationId xmlns:a16="http://schemas.microsoft.com/office/drawing/2014/main" id="{CE315F7D-842F-449A-121B-34F9E8945A1C}"/>
                </a:ext>
              </a:extLst>
            </p:cNvPr>
            <p:cNvSpPr/>
            <p:nvPr/>
          </p:nvSpPr>
          <p:spPr>
            <a:xfrm>
              <a:off x="6017537" y="4962372"/>
              <a:ext cx="15239" cy="23774"/>
            </a:xfrm>
            <a:custGeom>
              <a:avLst/>
              <a:gdLst/>
              <a:ahLst/>
              <a:cxnLst/>
              <a:rect l="l" t="t" r="r" b="b"/>
              <a:pathLst>
                <a:path w="923" h="1440" extrusionOk="0">
                  <a:moveTo>
                    <a:pt x="469" y="0"/>
                  </a:moveTo>
                  <a:cubicBezTo>
                    <a:pt x="203" y="0"/>
                    <a:pt x="1" y="227"/>
                    <a:pt x="1" y="474"/>
                  </a:cubicBezTo>
                  <a:lnTo>
                    <a:pt x="1" y="967"/>
                  </a:lnTo>
                  <a:cubicBezTo>
                    <a:pt x="1" y="1213"/>
                    <a:pt x="203" y="1440"/>
                    <a:pt x="469" y="1440"/>
                  </a:cubicBezTo>
                  <a:cubicBezTo>
                    <a:pt x="716" y="1440"/>
                    <a:pt x="923" y="1213"/>
                    <a:pt x="923" y="967"/>
                  </a:cubicBezTo>
                  <a:lnTo>
                    <a:pt x="923" y="474"/>
                  </a:lnTo>
                  <a:cubicBezTo>
                    <a:pt x="923" y="227"/>
                    <a:pt x="716" y="0"/>
                    <a:pt x="46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;p20">
              <a:extLst>
                <a:ext uri="{FF2B5EF4-FFF2-40B4-BE49-F238E27FC236}">
                  <a16:creationId xmlns:a16="http://schemas.microsoft.com/office/drawing/2014/main" id="{B48D4735-1B0F-99AD-2306-820C8C8F549E}"/>
                </a:ext>
              </a:extLst>
            </p:cNvPr>
            <p:cNvSpPr/>
            <p:nvPr/>
          </p:nvSpPr>
          <p:spPr>
            <a:xfrm>
              <a:off x="5991084" y="4943086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69" y="0"/>
                  </a:moveTo>
                  <a:cubicBezTo>
                    <a:pt x="203" y="0"/>
                    <a:pt x="1" y="207"/>
                    <a:pt x="1" y="473"/>
                  </a:cubicBezTo>
                  <a:cubicBezTo>
                    <a:pt x="1" y="720"/>
                    <a:pt x="203" y="922"/>
                    <a:pt x="469" y="922"/>
                  </a:cubicBezTo>
                  <a:lnTo>
                    <a:pt x="962" y="922"/>
                  </a:lnTo>
                  <a:cubicBezTo>
                    <a:pt x="1208" y="922"/>
                    <a:pt x="1416" y="720"/>
                    <a:pt x="1416" y="473"/>
                  </a:cubicBezTo>
                  <a:cubicBezTo>
                    <a:pt x="1416" y="207"/>
                    <a:pt x="1208" y="0"/>
                    <a:pt x="96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8;p20">
              <a:extLst>
                <a:ext uri="{FF2B5EF4-FFF2-40B4-BE49-F238E27FC236}">
                  <a16:creationId xmlns:a16="http://schemas.microsoft.com/office/drawing/2014/main" id="{E1D08E51-B5B1-264E-6819-B7255EB2F27C}"/>
                </a:ext>
              </a:extLst>
            </p:cNvPr>
            <p:cNvSpPr/>
            <p:nvPr/>
          </p:nvSpPr>
          <p:spPr>
            <a:xfrm>
              <a:off x="5710278" y="5234391"/>
              <a:ext cx="15239" cy="23444"/>
            </a:xfrm>
            <a:custGeom>
              <a:avLst/>
              <a:gdLst/>
              <a:ahLst/>
              <a:cxnLst/>
              <a:rect l="l" t="t" r="r" b="b"/>
              <a:pathLst>
                <a:path w="923" h="1420" extrusionOk="0">
                  <a:moveTo>
                    <a:pt x="449" y="0"/>
                  </a:moveTo>
                  <a:cubicBezTo>
                    <a:pt x="203" y="0"/>
                    <a:pt x="1" y="207"/>
                    <a:pt x="1" y="474"/>
                  </a:cubicBezTo>
                  <a:lnTo>
                    <a:pt x="1" y="966"/>
                  </a:lnTo>
                  <a:cubicBezTo>
                    <a:pt x="1" y="1213"/>
                    <a:pt x="203" y="1420"/>
                    <a:pt x="449" y="1420"/>
                  </a:cubicBezTo>
                  <a:cubicBezTo>
                    <a:pt x="696" y="1420"/>
                    <a:pt x="922" y="1213"/>
                    <a:pt x="922" y="966"/>
                  </a:cubicBezTo>
                  <a:lnTo>
                    <a:pt x="922" y="474"/>
                  </a:lnTo>
                  <a:cubicBezTo>
                    <a:pt x="922" y="207"/>
                    <a:pt x="696" y="0"/>
                    <a:pt x="44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9;p20">
              <a:extLst>
                <a:ext uri="{FF2B5EF4-FFF2-40B4-BE49-F238E27FC236}">
                  <a16:creationId xmlns:a16="http://schemas.microsoft.com/office/drawing/2014/main" id="{19D838D9-FDD1-D323-E2FA-9B608F45FC3D}"/>
                </a:ext>
              </a:extLst>
            </p:cNvPr>
            <p:cNvSpPr/>
            <p:nvPr/>
          </p:nvSpPr>
          <p:spPr>
            <a:xfrm>
              <a:off x="5728590" y="5261900"/>
              <a:ext cx="23378" cy="15239"/>
            </a:xfrm>
            <a:custGeom>
              <a:avLst/>
              <a:gdLst/>
              <a:ahLst/>
              <a:cxnLst/>
              <a:rect l="l" t="t" r="r" b="b"/>
              <a:pathLst>
                <a:path w="1416" h="923" extrusionOk="0">
                  <a:moveTo>
                    <a:pt x="449" y="0"/>
                  </a:moveTo>
                  <a:cubicBezTo>
                    <a:pt x="203" y="0"/>
                    <a:pt x="1" y="203"/>
                    <a:pt x="1" y="469"/>
                  </a:cubicBezTo>
                  <a:cubicBezTo>
                    <a:pt x="1" y="715"/>
                    <a:pt x="203" y="922"/>
                    <a:pt x="449" y="922"/>
                  </a:cubicBezTo>
                  <a:lnTo>
                    <a:pt x="942" y="922"/>
                  </a:lnTo>
                  <a:cubicBezTo>
                    <a:pt x="1208" y="922"/>
                    <a:pt x="1415" y="715"/>
                    <a:pt x="1415" y="469"/>
                  </a:cubicBezTo>
                  <a:cubicBezTo>
                    <a:pt x="1415" y="203"/>
                    <a:pt x="1208" y="0"/>
                    <a:pt x="94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20;p20">
              <a:extLst>
                <a:ext uri="{FF2B5EF4-FFF2-40B4-BE49-F238E27FC236}">
                  <a16:creationId xmlns:a16="http://schemas.microsoft.com/office/drawing/2014/main" id="{026E7A59-8E52-EDE1-33D4-D04017ACDD08}"/>
                </a:ext>
              </a:extLst>
            </p:cNvPr>
            <p:cNvSpPr/>
            <p:nvPr/>
          </p:nvSpPr>
          <p:spPr>
            <a:xfrm>
              <a:off x="5709221" y="5280212"/>
              <a:ext cx="15321" cy="23378"/>
            </a:xfrm>
            <a:custGeom>
              <a:avLst/>
              <a:gdLst/>
              <a:ahLst/>
              <a:cxnLst/>
              <a:rect l="l" t="t" r="r" b="b"/>
              <a:pathLst>
                <a:path w="928" h="1416" extrusionOk="0">
                  <a:moveTo>
                    <a:pt x="454" y="1"/>
                  </a:moveTo>
                  <a:cubicBezTo>
                    <a:pt x="207" y="1"/>
                    <a:pt x="0" y="203"/>
                    <a:pt x="0" y="469"/>
                  </a:cubicBezTo>
                  <a:lnTo>
                    <a:pt x="0" y="962"/>
                  </a:lnTo>
                  <a:cubicBezTo>
                    <a:pt x="0" y="1208"/>
                    <a:pt x="207" y="1415"/>
                    <a:pt x="454" y="1415"/>
                  </a:cubicBezTo>
                  <a:cubicBezTo>
                    <a:pt x="700" y="1415"/>
                    <a:pt x="927" y="1208"/>
                    <a:pt x="927" y="962"/>
                  </a:cubicBezTo>
                  <a:lnTo>
                    <a:pt x="927" y="469"/>
                  </a:lnTo>
                  <a:cubicBezTo>
                    <a:pt x="927" y="203"/>
                    <a:pt x="70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21;p20">
              <a:extLst>
                <a:ext uri="{FF2B5EF4-FFF2-40B4-BE49-F238E27FC236}">
                  <a16:creationId xmlns:a16="http://schemas.microsoft.com/office/drawing/2014/main" id="{CF8A53D0-66BE-BFD0-62DF-8D6808BE8443}"/>
                </a:ext>
              </a:extLst>
            </p:cNvPr>
            <p:cNvSpPr/>
            <p:nvPr/>
          </p:nvSpPr>
          <p:spPr>
            <a:xfrm>
              <a:off x="5682438" y="5260843"/>
              <a:ext cx="23791" cy="15321"/>
            </a:xfrm>
            <a:custGeom>
              <a:avLst/>
              <a:gdLst/>
              <a:ahLst/>
              <a:cxnLst/>
              <a:rect l="l" t="t" r="r" b="b"/>
              <a:pathLst>
                <a:path w="1441" h="928" extrusionOk="0">
                  <a:moveTo>
                    <a:pt x="474" y="0"/>
                  </a:moveTo>
                  <a:cubicBezTo>
                    <a:pt x="227" y="0"/>
                    <a:pt x="1" y="207"/>
                    <a:pt x="1" y="474"/>
                  </a:cubicBezTo>
                  <a:cubicBezTo>
                    <a:pt x="1" y="720"/>
                    <a:pt x="227" y="927"/>
                    <a:pt x="474" y="927"/>
                  </a:cubicBezTo>
                  <a:lnTo>
                    <a:pt x="967" y="927"/>
                  </a:lnTo>
                  <a:cubicBezTo>
                    <a:pt x="1213" y="927"/>
                    <a:pt x="1440" y="720"/>
                    <a:pt x="1440" y="474"/>
                  </a:cubicBezTo>
                  <a:cubicBezTo>
                    <a:pt x="1440" y="207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1227;p34">
            <a:extLst>
              <a:ext uri="{FF2B5EF4-FFF2-40B4-BE49-F238E27FC236}">
                <a16:creationId xmlns:a16="http://schemas.microsoft.com/office/drawing/2014/main" id="{3A8D5C6C-E3E4-729E-7FEE-A30323916982}"/>
              </a:ext>
            </a:extLst>
          </p:cNvPr>
          <p:cNvGrpSpPr/>
          <p:nvPr/>
        </p:nvGrpSpPr>
        <p:grpSpPr>
          <a:xfrm>
            <a:off x="4502206" y="3282163"/>
            <a:ext cx="371813" cy="218806"/>
            <a:chOff x="2465153" y="4968553"/>
            <a:chExt cx="549164" cy="363258"/>
          </a:xfrm>
        </p:grpSpPr>
        <p:sp>
          <p:nvSpPr>
            <p:cNvPr id="69" name="Google Shape;1228;p34">
              <a:extLst>
                <a:ext uri="{FF2B5EF4-FFF2-40B4-BE49-F238E27FC236}">
                  <a16:creationId xmlns:a16="http://schemas.microsoft.com/office/drawing/2014/main" id="{ECBC9C04-6B9B-F1CF-A632-1FE0D857E897}"/>
                </a:ext>
              </a:extLst>
            </p:cNvPr>
            <p:cNvSpPr/>
            <p:nvPr/>
          </p:nvSpPr>
          <p:spPr>
            <a:xfrm>
              <a:off x="2554631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2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229;p34">
              <a:extLst>
                <a:ext uri="{FF2B5EF4-FFF2-40B4-BE49-F238E27FC236}">
                  <a16:creationId xmlns:a16="http://schemas.microsoft.com/office/drawing/2014/main" id="{A39FAC27-0D51-F866-E56A-FC6F78A1B157}"/>
                </a:ext>
              </a:extLst>
            </p:cNvPr>
            <p:cNvSpPr/>
            <p:nvPr/>
          </p:nvSpPr>
          <p:spPr>
            <a:xfrm>
              <a:off x="2866734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1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230;p34">
              <a:extLst>
                <a:ext uri="{FF2B5EF4-FFF2-40B4-BE49-F238E27FC236}">
                  <a16:creationId xmlns:a16="http://schemas.microsoft.com/office/drawing/2014/main" id="{121393DC-6772-F6AB-A87C-17A061D1A683}"/>
                </a:ext>
              </a:extLst>
            </p:cNvPr>
            <p:cNvSpPr/>
            <p:nvPr/>
          </p:nvSpPr>
          <p:spPr>
            <a:xfrm>
              <a:off x="2472640" y="5003132"/>
              <a:ext cx="534194" cy="320836"/>
            </a:xfrm>
            <a:custGeom>
              <a:avLst/>
              <a:gdLst/>
              <a:ahLst/>
              <a:cxnLst/>
              <a:rect l="l" t="t" r="r" b="b"/>
              <a:pathLst>
                <a:path w="1498" h="900" extrusionOk="0">
                  <a:moveTo>
                    <a:pt x="1494" y="830"/>
                  </a:moveTo>
                  <a:cubicBezTo>
                    <a:pt x="1447" y="334"/>
                    <a:pt x="1447" y="334"/>
                    <a:pt x="1447" y="334"/>
                  </a:cubicBezTo>
                  <a:cubicBezTo>
                    <a:pt x="1306" y="102"/>
                    <a:pt x="1306" y="102"/>
                    <a:pt x="1306" y="102"/>
                  </a:cubicBezTo>
                  <a:cubicBezTo>
                    <a:pt x="1306" y="22"/>
                    <a:pt x="1306" y="22"/>
                    <a:pt x="1306" y="22"/>
                  </a:cubicBezTo>
                  <a:cubicBezTo>
                    <a:pt x="1306" y="10"/>
                    <a:pt x="1296" y="0"/>
                    <a:pt x="1284" y="0"/>
                  </a:cubicBezTo>
                  <a:cubicBezTo>
                    <a:pt x="1089" y="0"/>
                    <a:pt x="1089" y="0"/>
                    <a:pt x="1089" y="0"/>
                  </a:cubicBezTo>
                  <a:cubicBezTo>
                    <a:pt x="1077" y="0"/>
                    <a:pt x="1067" y="10"/>
                    <a:pt x="1067" y="22"/>
                  </a:cubicBezTo>
                  <a:cubicBezTo>
                    <a:pt x="1067" y="102"/>
                    <a:pt x="1067" y="102"/>
                    <a:pt x="1067" y="102"/>
                  </a:cubicBezTo>
                  <a:cubicBezTo>
                    <a:pt x="986" y="167"/>
                    <a:pt x="986" y="167"/>
                    <a:pt x="986" y="167"/>
                  </a:cubicBezTo>
                  <a:cubicBezTo>
                    <a:pt x="512" y="167"/>
                    <a:pt x="512" y="167"/>
                    <a:pt x="512" y="167"/>
                  </a:cubicBezTo>
                  <a:cubicBezTo>
                    <a:pt x="431" y="102"/>
                    <a:pt x="431" y="102"/>
                    <a:pt x="431" y="102"/>
                  </a:cubicBezTo>
                  <a:cubicBezTo>
                    <a:pt x="431" y="22"/>
                    <a:pt x="431" y="22"/>
                    <a:pt x="431" y="22"/>
                  </a:cubicBezTo>
                  <a:cubicBezTo>
                    <a:pt x="431" y="10"/>
                    <a:pt x="421" y="0"/>
                    <a:pt x="409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202" y="0"/>
                    <a:pt x="192" y="10"/>
                    <a:pt x="192" y="22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51" y="334"/>
                    <a:pt x="51" y="334"/>
                    <a:pt x="51" y="334"/>
                  </a:cubicBezTo>
                  <a:cubicBezTo>
                    <a:pt x="4" y="830"/>
                    <a:pt x="4" y="830"/>
                    <a:pt x="4" y="830"/>
                  </a:cubicBezTo>
                  <a:cubicBezTo>
                    <a:pt x="0" y="867"/>
                    <a:pt x="30" y="900"/>
                    <a:pt x="67" y="900"/>
                  </a:cubicBezTo>
                  <a:cubicBezTo>
                    <a:pt x="142" y="900"/>
                    <a:pt x="142" y="900"/>
                    <a:pt x="142" y="900"/>
                  </a:cubicBezTo>
                  <a:cubicBezTo>
                    <a:pt x="162" y="900"/>
                    <a:pt x="180" y="891"/>
                    <a:pt x="192" y="875"/>
                  </a:cubicBezTo>
                  <a:cubicBezTo>
                    <a:pt x="339" y="687"/>
                    <a:pt x="339" y="687"/>
                    <a:pt x="339" y="687"/>
                  </a:cubicBezTo>
                  <a:cubicBezTo>
                    <a:pt x="629" y="595"/>
                    <a:pt x="629" y="595"/>
                    <a:pt x="629" y="595"/>
                  </a:cubicBezTo>
                  <a:cubicBezTo>
                    <a:pt x="869" y="595"/>
                    <a:pt x="869" y="595"/>
                    <a:pt x="869" y="595"/>
                  </a:cubicBezTo>
                  <a:cubicBezTo>
                    <a:pt x="1159" y="687"/>
                    <a:pt x="1159" y="687"/>
                    <a:pt x="1159" y="687"/>
                  </a:cubicBezTo>
                  <a:cubicBezTo>
                    <a:pt x="1306" y="875"/>
                    <a:pt x="1306" y="875"/>
                    <a:pt x="1306" y="875"/>
                  </a:cubicBezTo>
                  <a:cubicBezTo>
                    <a:pt x="1318" y="891"/>
                    <a:pt x="1336" y="900"/>
                    <a:pt x="1356" y="900"/>
                  </a:cubicBezTo>
                  <a:cubicBezTo>
                    <a:pt x="1431" y="900"/>
                    <a:pt x="1431" y="900"/>
                    <a:pt x="1431" y="900"/>
                  </a:cubicBezTo>
                  <a:cubicBezTo>
                    <a:pt x="1468" y="900"/>
                    <a:pt x="1498" y="867"/>
                    <a:pt x="1494" y="830"/>
                  </a:cubicBezTo>
                  <a:close/>
                  <a:moveTo>
                    <a:pt x="1494" y="830"/>
                  </a:moveTo>
                  <a:cubicBezTo>
                    <a:pt x="1494" y="830"/>
                    <a:pt x="1494" y="830"/>
                    <a:pt x="1494" y="83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231;p34">
              <a:extLst>
                <a:ext uri="{FF2B5EF4-FFF2-40B4-BE49-F238E27FC236}">
                  <a16:creationId xmlns:a16="http://schemas.microsoft.com/office/drawing/2014/main" id="{CC36F587-F53D-85D4-BDEB-E4B1426AA098}"/>
                </a:ext>
              </a:extLst>
            </p:cNvPr>
            <p:cNvSpPr/>
            <p:nvPr/>
          </p:nvSpPr>
          <p:spPr>
            <a:xfrm>
              <a:off x="2782069" y="5030225"/>
              <a:ext cx="206583" cy="246331"/>
            </a:xfrm>
            <a:custGeom>
              <a:avLst/>
              <a:gdLst/>
              <a:ahLst/>
              <a:cxnLst/>
              <a:rect l="l" t="t" r="r" b="b"/>
              <a:pathLst>
                <a:path w="579" h="691" extrusionOk="0">
                  <a:moveTo>
                    <a:pt x="438" y="28"/>
                  </a:moveTo>
                  <a:cubicBezTo>
                    <a:pt x="521" y="72"/>
                    <a:pt x="579" y="159"/>
                    <a:pt x="579" y="260"/>
                  </a:cubicBezTo>
                  <a:cubicBezTo>
                    <a:pt x="579" y="404"/>
                    <a:pt x="462" y="520"/>
                    <a:pt x="318" y="520"/>
                  </a:cubicBezTo>
                  <a:cubicBezTo>
                    <a:pt x="315" y="520"/>
                    <a:pt x="312" y="520"/>
                    <a:pt x="309" y="520"/>
                  </a:cubicBezTo>
                  <a:cubicBezTo>
                    <a:pt x="310" y="525"/>
                    <a:pt x="310" y="531"/>
                    <a:pt x="310" y="536"/>
                  </a:cubicBezTo>
                  <a:cubicBezTo>
                    <a:pt x="310" y="564"/>
                    <a:pt x="303" y="589"/>
                    <a:pt x="291" y="611"/>
                  </a:cubicBezTo>
                  <a:cubicBezTo>
                    <a:pt x="264" y="659"/>
                    <a:pt x="213" y="691"/>
                    <a:pt x="155" y="691"/>
                  </a:cubicBezTo>
                  <a:cubicBezTo>
                    <a:pt x="70" y="691"/>
                    <a:pt x="0" y="622"/>
                    <a:pt x="0" y="536"/>
                  </a:cubicBezTo>
                  <a:cubicBezTo>
                    <a:pt x="0" y="531"/>
                    <a:pt x="0" y="525"/>
                    <a:pt x="1" y="520"/>
                  </a:cubicBezTo>
                  <a:cubicBezTo>
                    <a:pt x="7" y="463"/>
                    <a:pt x="44" y="415"/>
                    <a:pt x="95" y="394"/>
                  </a:cubicBezTo>
                  <a:cubicBezTo>
                    <a:pt x="72" y="355"/>
                    <a:pt x="58" y="309"/>
                    <a:pt x="58" y="260"/>
                  </a:cubicBezTo>
                  <a:cubicBezTo>
                    <a:pt x="58" y="197"/>
                    <a:pt x="81" y="139"/>
                    <a:pt x="118" y="94"/>
                  </a:cubicBezTo>
                  <a:cubicBezTo>
                    <a:pt x="140" y="67"/>
                    <a:pt x="168" y="45"/>
                    <a:pt x="199" y="28"/>
                  </a:cubicBezTo>
                  <a:cubicBezTo>
                    <a:pt x="235" y="10"/>
                    <a:pt x="275" y="0"/>
                    <a:pt x="318" y="0"/>
                  </a:cubicBezTo>
                  <a:cubicBezTo>
                    <a:pt x="361" y="0"/>
                    <a:pt x="402" y="10"/>
                    <a:pt x="438" y="28"/>
                  </a:cubicBezTo>
                  <a:close/>
                  <a:moveTo>
                    <a:pt x="438" y="28"/>
                  </a:moveTo>
                  <a:cubicBezTo>
                    <a:pt x="438" y="28"/>
                    <a:pt x="438" y="28"/>
                    <a:pt x="438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232;p34">
              <a:extLst>
                <a:ext uri="{FF2B5EF4-FFF2-40B4-BE49-F238E27FC236}">
                  <a16:creationId xmlns:a16="http://schemas.microsoft.com/office/drawing/2014/main" id="{D494F9FB-FE4E-73AD-EA0D-29BACD3C0263}"/>
                </a:ext>
              </a:extLst>
            </p:cNvPr>
            <p:cNvSpPr/>
            <p:nvPr/>
          </p:nvSpPr>
          <p:spPr>
            <a:xfrm>
              <a:off x="2831620" y="5107226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233;p34">
              <a:extLst>
                <a:ext uri="{FF2B5EF4-FFF2-40B4-BE49-F238E27FC236}">
                  <a16:creationId xmlns:a16="http://schemas.microsoft.com/office/drawing/2014/main" id="{F4C666E5-D65F-9931-CA23-656A3A491908}"/>
                </a:ext>
              </a:extLst>
            </p:cNvPr>
            <p:cNvSpPr/>
            <p:nvPr/>
          </p:nvSpPr>
          <p:spPr>
            <a:xfrm>
              <a:off x="2873507" y="50665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234;p34">
              <a:extLst>
                <a:ext uri="{FF2B5EF4-FFF2-40B4-BE49-F238E27FC236}">
                  <a16:creationId xmlns:a16="http://schemas.microsoft.com/office/drawing/2014/main" id="{F331EE47-5309-04A3-12A5-12B8B2E28674}"/>
                </a:ext>
              </a:extLst>
            </p:cNvPr>
            <p:cNvSpPr/>
            <p:nvPr/>
          </p:nvSpPr>
          <p:spPr>
            <a:xfrm>
              <a:off x="2914503" y="5109008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235;p34">
              <a:extLst>
                <a:ext uri="{FF2B5EF4-FFF2-40B4-BE49-F238E27FC236}">
                  <a16:creationId xmlns:a16="http://schemas.microsoft.com/office/drawing/2014/main" id="{25FCE10E-0793-19AC-DBAC-34EA5994930D}"/>
                </a:ext>
              </a:extLst>
            </p:cNvPr>
            <p:cNvSpPr/>
            <p:nvPr/>
          </p:nvSpPr>
          <p:spPr>
            <a:xfrm>
              <a:off x="2872081" y="5149291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236;p34">
              <a:extLst>
                <a:ext uri="{FF2B5EF4-FFF2-40B4-BE49-F238E27FC236}">
                  <a16:creationId xmlns:a16="http://schemas.microsoft.com/office/drawing/2014/main" id="{DD228E6C-93F1-DEC4-B706-546134E17DE4}"/>
                </a:ext>
              </a:extLst>
            </p:cNvPr>
            <p:cNvSpPr/>
            <p:nvPr/>
          </p:nvSpPr>
          <p:spPr>
            <a:xfrm>
              <a:off x="2490820" y="5030225"/>
              <a:ext cx="206048" cy="246331"/>
            </a:xfrm>
            <a:custGeom>
              <a:avLst/>
              <a:gdLst/>
              <a:ahLst/>
              <a:cxnLst/>
              <a:rect l="l" t="t" r="r" b="b"/>
              <a:pathLst>
                <a:path w="578" h="691" extrusionOk="0">
                  <a:moveTo>
                    <a:pt x="141" y="28"/>
                  </a:moveTo>
                  <a:cubicBezTo>
                    <a:pt x="177" y="10"/>
                    <a:pt x="218" y="0"/>
                    <a:pt x="261" y="0"/>
                  </a:cubicBezTo>
                  <a:cubicBezTo>
                    <a:pt x="304" y="0"/>
                    <a:pt x="344" y="10"/>
                    <a:pt x="380" y="28"/>
                  </a:cubicBezTo>
                  <a:cubicBezTo>
                    <a:pt x="411" y="45"/>
                    <a:pt x="439" y="67"/>
                    <a:pt x="461" y="94"/>
                  </a:cubicBezTo>
                  <a:cubicBezTo>
                    <a:pt x="499" y="139"/>
                    <a:pt x="521" y="197"/>
                    <a:pt x="521" y="260"/>
                  </a:cubicBezTo>
                  <a:cubicBezTo>
                    <a:pt x="521" y="309"/>
                    <a:pt x="507" y="355"/>
                    <a:pt x="484" y="394"/>
                  </a:cubicBezTo>
                  <a:cubicBezTo>
                    <a:pt x="534" y="415"/>
                    <a:pt x="571" y="463"/>
                    <a:pt x="577" y="520"/>
                  </a:cubicBezTo>
                  <a:cubicBezTo>
                    <a:pt x="578" y="525"/>
                    <a:pt x="578" y="531"/>
                    <a:pt x="578" y="536"/>
                  </a:cubicBezTo>
                  <a:cubicBezTo>
                    <a:pt x="578" y="622"/>
                    <a:pt x="509" y="691"/>
                    <a:pt x="423" y="691"/>
                  </a:cubicBezTo>
                  <a:cubicBezTo>
                    <a:pt x="365" y="691"/>
                    <a:pt x="314" y="659"/>
                    <a:pt x="288" y="612"/>
                  </a:cubicBezTo>
                  <a:cubicBezTo>
                    <a:pt x="276" y="589"/>
                    <a:pt x="268" y="564"/>
                    <a:pt x="268" y="536"/>
                  </a:cubicBezTo>
                  <a:cubicBezTo>
                    <a:pt x="268" y="531"/>
                    <a:pt x="269" y="525"/>
                    <a:pt x="269" y="520"/>
                  </a:cubicBezTo>
                  <a:cubicBezTo>
                    <a:pt x="266" y="520"/>
                    <a:pt x="264" y="520"/>
                    <a:pt x="261" y="520"/>
                  </a:cubicBezTo>
                  <a:cubicBezTo>
                    <a:pt x="117" y="520"/>
                    <a:pt x="0" y="404"/>
                    <a:pt x="0" y="260"/>
                  </a:cubicBezTo>
                  <a:cubicBezTo>
                    <a:pt x="0" y="159"/>
                    <a:pt x="58" y="72"/>
                    <a:pt x="141" y="28"/>
                  </a:cubicBezTo>
                  <a:close/>
                  <a:moveTo>
                    <a:pt x="141" y="28"/>
                  </a:moveTo>
                  <a:cubicBezTo>
                    <a:pt x="141" y="28"/>
                    <a:pt x="141" y="28"/>
                    <a:pt x="141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237;p34">
              <a:extLst>
                <a:ext uri="{FF2B5EF4-FFF2-40B4-BE49-F238E27FC236}">
                  <a16:creationId xmlns:a16="http://schemas.microsoft.com/office/drawing/2014/main" id="{CC43FEB8-18A4-279E-9235-DD6BB53D8EF3}"/>
                </a:ext>
              </a:extLst>
            </p:cNvPr>
            <p:cNvSpPr/>
            <p:nvPr/>
          </p:nvSpPr>
          <p:spPr>
            <a:xfrm>
              <a:off x="2531103" y="5079064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69"/>
                    <a:pt x="276" y="169"/>
                    <a:pt x="276" y="169"/>
                  </a:cubicBezTo>
                  <a:cubicBezTo>
                    <a:pt x="276" y="181"/>
                    <a:pt x="267" y="190"/>
                    <a:pt x="255" y="190"/>
                  </a:cubicBezTo>
                  <a:cubicBezTo>
                    <a:pt x="212" y="190"/>
                    <a:pt x="212" y="190"/>
                    <a:pt x="212" y="190"/>
                  </a:cubicBezTo>
                  <a:cubicBezTo>
                    <a:pt x="200" y="190"/>
                    <a:pt x="190" y="200"/>
                    <a:pt x="190" y="211"/>
                  </a:cubicBezTo>
                  <a:cubicBezTo>
                    <a:pt x="190" y="255"/>
                    <a:pt x="190" y="255"/>
                    <a:pt x="190" y="255"/>
                  </a:cubicBezTo>
                  <a:cubicBezTo>
                    <a:pt x="190" y="266"/>
                    <a:pt x="181" y="276"/>
                    <a:pt x="169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6"/>
                    <a:pt x="86" y="255"/>
                  </a:cubicBezTo>
                  <a:cubicBezTo>
                    <a:pt x="86" y="211"/>
                    <a:pt x="86" y="211"/>
                    <a:pt x="86" y="211"/>
                  </a:cubicBezTo>
                  <a:cubicBezTo>
                    <a:pt x="86" y="200"/>
                    <a:pt x="76" y="190"/>
                    <a:pt x="64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10" y="190"/>
                    <a:pt x="0" y="181"/>
                    <a:pt x="0" y="169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5"/>
                    <a:pt x="21" y="85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76" y="85"/>
                    <a:pt x="86" y="76"/>
                    <a:pt x="86" y="64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9"/>
                    <a:pt x="95" y="0"/>
                    <a:pt x="107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64"/>
                    <a:pt x="190" y="64"/>
                    <a:pt x="190" y="64"/>
                  </a:cubicBezTo>
                  <a:cubicBezTo>
                    <a:pt x="190" y="76"/>
                    <a:pt x="200" y="85"/>
                    <a:pt x="212" y="85"/>
                  </a:cubicBezTo>
                  <a:cubicBezTo>
                    <a:pt x="255" y="85"/>
                    <a:pt x="255" y="85"/>
                    <a:pt x="255" y="85"/>
                  </a:cubicBezTo>
                  <a:cubicBezTo>
                    <a:pt x="267" y="85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238;p34">
              <a:extLst>
                <a:ext uri="{FF2B5EF4-FFF2-40B4-BE49-F238E27FC236}">
                  <a16:creationId xmlns:a16="http://schemas.microsoft.com/office/drawing/2014/main" id="{F5261A30-95D4-A2AF-8F01-BE23A81A74CA}"/>
                </a:ext>
              </a:extLst>
            </p:cNvPr>
            <p:cNvSpPr/>
            <p:nvPr/>
          </p:nvSpPr>
          <p:spPr>
            <a:xfrm>
              <a:off x="2617373" y="5197417"/>
              <a:ext cx="48482" cy="48125"/>
            </a:xfrm>
            <a:custGeom>
              <a:avLst/>
              <a:gdLst/>
              <a:ahLst/>
              <a:cxnLst/>
              <a:rect l="l" t="t" r="r" b="b"/>
              <a:pathLst>
                <a:path w="136" h="135" extrusionOk="0">
                  <a:moveTo>
                    <a:pt x="68" y="0"/>
                  </a:moveTo>
                  <a:cubicBezTo>
                    <a:pt x="106" y="0"/>
                    <a:pt x="136" y="30"/>
                    <a:pt x="136" y="67"/>
                  </a:cubicBezTo>
                  <a:cubicBezTo>
                    <a:pt x="136" y="105"/>
                    <a:pt x="106" y="135"/>
                    <a:pt x="68" y="135"/>
                  </a:cubicBezTo>
                  <a:cubicBezTo>
                    <a:pt x="31" y="135"/>
                    <a:pt x="0" y="105"/>
                    <a:pt x="0" y="67"/>
                  </a:cubicBezTo>
                  <a:cubicBezTo>
                    <a:pt x="0" y="30"/>
                    <a:pt x="31" y="0"/>
                    <a:pt x="68" y="0"/>
                  </a:cubicBezTo>
                  <a:close/>
                  <a:moveTo>
                    <a:pt x="68" y="0"/>
                  </a:moveTo>
                  <a:cubicBezTo>
                    <a:pt x="68" y="0"/>
                    <a:pt x="68" y="0"/>
                    <a:pt x="68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239;p34">
              <a:extLst>
                <a:ext uri="{FF2B5EF4-FFF2-40B4-BE49-F238E27FC236}">
                  <a16:creationId xmlns:a16="http://schemas.microsoft.com/office/drawing/2014/main" id="{3A84A62E-D171-83FF-4F61-405B6E6E770F}"/>
                </a:ext>
              </a:extLst>
            </p:cNvPr>
            <p:cNvSpPr/>
            <p:nvPr/>
          </p:nvSpPr>
          <p:spPr>
            <a:xfrm>
              <a:off x="2812014" y="5195991"/>
              <a:ext cx="51156" cy="50977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3" y="72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2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2"/>
                  </a:cubicBezTo>
                  <a:close/>
                  <a:moveTo>
                    <a:pt x="143" y="72"/>
                  </a:moveTo>
                  <a:cubicBezTo>
                    <a:pt x="143" y="72"/>
                    <a:pt x="143" y="72"/>
                    <a:pt x="143" y="7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240;p34">
              <a:extLst>
                <a:ext uri="{FF2B5EF4-FFF2-40B4-BE49-F238E27FC236}">
                  <a16:creationId xmlns:a16="http://schemas.microsoft.com/office/drawing/2014/main" id="{E81ECD5E-86AE-8A9B-248B-7D548DBEC013}"/>
                </a:ext>
              </a:extLst>
            </p:cNvPr>
            <p:cNvSpPr/>
            <p:nvPr/>
          </p:nvSpPr>
          <p:spPr>
            <a:xfrm>
              <a:off x="2536450" y="5071577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70"/>
                    <a:pt x="276" y="170"/>
                    <a:pt x="276" y="170"/>
                  </a:cubicBezTo>
                  <a:cubicBezTo>
                    <a:pt x="276" y="181"/>
                    <a:pt x="267" y="191"/>
                    <a:pt x="255" y="191"/>
                  </a:cubicBezTo>
                  <a:cubicBezTo>
                    <a:pt x="212" y="191"/>
                    <a:pt x="212" y="191"/>
                    <a:pt x="212" y="191"/>
                  </a:cubicBezTo>
                  <a:cubicBezTo>
                    <a:pt x="200" y="191"/>
                    <a:pt x="191" y="200"/>
                    <a:pt x="191" y="212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67"/>
                    <a:pt x="181" y="276"/>
                    <a:pt x="170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7"/>
                    <a:pt x="86" y="255"/>
                  </a:cubicBezTo>
                  <a:cubicBezTo>
                    <a:pt x="86" y="212"/>
                    <a:pt x="86" y="212"/>
                    <a:pt x="86" y="212"/>
                  </a:cubicBezTo>
                  <a:cubicBezTo>
                    <a:pt x="86" y="200"/>
                    <a:pt x="76" y="191"/>
                    <a:pt x="65" y="191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10" y="191"/>
                    <a:pt x="0" y="181"/>
                    <a:pt x="0" y="17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6"/>
                    <a:pt x="21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76" y="86"/>
                    <a:pt x="86" y="76"/>
                    <a:pt x="86" y="65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10"/>
                    <a:pt x="95" y="0"/>
                    <a:pt x="107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1" y="0"/>
                    <a:pt x="191" y="10"/>
                    <a:pt x="191" y="21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1" y="76"/>
                    <a:pt x="200" y="86"/>
                    <a:pt x="212" y="86"/>
                  </a:cubicBezTo>
                  <a:cubicBezTo>
                    <a:pt x="255" y="86"/>
                    <a:pt x="255" y="86"/>
                    <a:pt x="255" y="86"/>
                  </a:cubicBezTo>
                  <a:cubicBezTo>
                    <a:pt x="267" y="86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241;p34">
              <a:extLst>
                <a:ext uri="{FF2B5EF4-FFF2-40B4-BE49-F238E27FC236}">
                  <a16:creationId xmlns:a16="http://schemas.microsoft.com/office/drawing/2014/main" id="{6C31FD91-C687-066D-92B7-B708E40E3649}"/>
                </a:ext>
              </a:extLst>
            </p:cNvPr>
            <p:cNvSpPr/>
            <p:nvPr/>
          </p:nvSpPr>
          <p:spPr>
            <a:xfrm>
              <a:off x="2878855" y="5063022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82DBB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242;p34">
              <a:extLst>
                <a:ext uri="{FF2B5EF4-FFF2-40B4-BE49-F238E27FC236}">
                  <a16:creationId xmlns:a16="http://schemas.microsoft.com/office/drawing/2014/main" id="{4D0F6D4E-F3F5-5418-B023-F3C9496E502E}"/>
                </a:ext>
              </a:extLst>
            </p:cNvPr>
            <p:cNvSpPr/>
            <p:nvPr/>
          </p:nvSpPr>
          <p:spPr>
            <a:xfrm>
              <a:off x="2919850" y="510544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1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243;p34">
              <a:extLst>
                <a:ext uri="{FF2B5EF4-FFF2-40B4-BE49-F238E27FC236}">
                  <a16:creationId xmlns:a16="http://schemas.microsoft.com/office/drawing/2014/main" id="{07D8AB50-B8F1-AF87-DA9D-FAEC3D773484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58D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244;p34">
              <a:extLst>
                <a:ext uri="{FF2B5EF4-FFF2-40B4-BE49-F238E27FC236}">
                  <a16:creationId xmlns:a16="http://schemas.microsoft.com/office/drawing/2014/main" id="{77143C3F-C2BE-F58C-5B61-62A96B43AB27}"/>
                </a:ext>
              </a:extLst>
            </p:cNvPr>
            <p:cNvSpPr/>
            <p:nvPr/>
          </p:nvSpPr>
          <p:spPr>
            <a:xfrm>
              <a:off x="2837324" y="5103305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245;p34">
              <a:extLst>
                <a:ext uri="{FF2B5EF4-FFF2-40B4-BE49-F238E27FC236}">
                  <a16:creationId xmlns:a16="http://schemas.microsoft.com/office/drawing/2014/main" id="{9FA94E3A-5F53-ED00-32FC-B30124F1DA97}"/>
                </a:ext>
              </a:extLst>
            </p:cNvPr>
            <p:cNvSpPr/>
            <p:nvPr/>
          </p:nvSpPr>
          <p:spPr>
            <a:xfrm>
              <a:off x="2879211" y="5063022"/>
              <a:ext cx="32084" cy="31727"/>
            </a:xfrm>
            <a:custGeom>
              <a:avLst/>
              <a:gdLst/>
              <a:ahLst/>
              <a:cxnLst/>
              <a:rect l="l" t="t" r="r" b="b"/>
              <a:pathLst>
                <a:path w="90" h="89" extrusionOk="0">
                  <a:moveTo>
                    <a:pt x="90" y="44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lose/>
                  <a:moveTo>
                    <a:pt x="90" y="44"/>
                  </a:moveTo>
                  <a:cubicBezTo>
                    <a:pt x="90" y="44"/>
                    <a:pt x="90" y="44"/>
                    <a:pt x="90" y="44"/>
                  </a:cubicBezTo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246;p34">
              <a:extLst>
                <a:ext uri="{FF2B5EF4-FFF2-40B4-BE49-F238E27FC236}">
                  <a16:creationId xmlns:a16="http://schemas.microsoft.com/office/drawing/2014/main" id="{AB884A16-1550-7CA1-ECFE-1CAA62B6A8F5}"/>
                </a:ext>
              </a:extLst>
            </p:cNvPr>
            <p:cNvSpPr/>
            <p:nvPr/>
          </p:nvSpPr>
          <p:spPr>
            <a:xfrm>
              <a:off x="2920207" y="51050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247;p34">
              <a:extLst>
                <a:ext uri="{FF2B5EF4-FFF2-40B4-BE49-F238E27FC236}">
                  <a16:creationId xmlns:a16="http://schemas.microsoft.com/office/drawing/2014/main" id="{0D1AB684-F26E-6FA4-2162-74DB67C1ADDF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248;p34">
              <a:extLst>
                <a:ext uri="{FF2B5EF4-FFF2-40B4-BE49-F238E27FC236}">
                  <a16:creationId xmlns:a16="http://schemas.microsoft.com/office/drawing/2014/main" id="{9320509C-D042-4BB6-518F-3A22B812E6FA}"/>
                </a:ext>
              </a:extLst>
            </p:cNvPr>
            <p:cNvSpPr/>
            <p:nvPr/>
          </p:nvSpPr>
          <p:spPr>
            <a:xfrm>
              <a:off x="2609530" y="5189218"/>
              <a:ext cx="64524" cy="64524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90" y="0"/>
                  </a:moveTo>
                  <a:cubicBezTo>
                    <a:pt x="41" y="0"/>
                    <a:pt x="0" y="41"/>
                    <a:pt x="0" y="90"/>
                  </a:cubicBezTo>
                  <a:cubicBezTo>
                    <a:pt x="0" y="140"/>
                    <a:pt x="41" y="181"/>
                    <a:pt x="90" y="181"/>
                  </a:cubicBezTo>
                  <a:cubicBezTo>
                    <a:pt x="140" y="181"/>
                    <a:pt x="181" y="140"/>
                    <a:pt x="181" y="90"/>
                  </a:cubicBezTo>
                  <a:cubicBezTo>
                    <a:pt x="181" y="41"/>
                    <a:pt x="140" y="0"/>
                    <a:pt x="90" y="0"/>
                  </a:cubicBezTo>
                  <a:close/>
                  <a:moveTo>
                    <a:pt x="90" y="136"/>
                  </a:moveTo>
                  <a:cubicBezTo>
                    <a:pt x="65" y="136"/>
                    <a:pt x="45" y="116"/>
                    <a:pt x="45" y="90"/>
                  </a:cubicBezTo>
                  <a:cubicBezTo>
                    <a:pt x="45" y="65"/>
                    <a:pt x="65" y="45"/>
                    <a:pt x="90" y="45"/>
                  </a:cubicBezTo>
                  <a:cubicBezTo>
                    <a:pt x="115" y="45"/>
                    <a:pt x="136" y="65"/>
                    <a:pt x="136" y="90"/>
                  </a:cubicBezTo>
                  <a:cubicBezTo>
                    <a:pt x="136" y="116"/>
                    <a:pt x="115" y="136"/>
                    <a:pt x="90" y="136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249;p34">
              <a:extLst>
                <a:ext uri="{FF2B5EF4-FFF2-40B4-BE49-F238E27FC236}">
                  <a16:creationId xmlns:a16="http://schemas.microsoft.com/office/drawing/2014/main" id="{E1F65390-9620-C3FC-92D2-D49574FDB42A}"/>
                </a:ext>
              </a:extLst>
            </p:cNvPr>
            <p:cNvSpPr/>
            <p:nvPr/>
          </p:nvSpPr>
          <p:spPr>
            <a:xfrm>
              <a:off x="2804171" y="5187792"/>
              <a:ext cx="67197" cy="67376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0"/>
                  </a:moveTo>
                  <a:cubicBezTo>
                    <a:pt x="42" y="0"/>
                    <a:pt x="0" y="43"/>
                    <a:pt x="0" y="94"/>
                  </a:cubicBezTo>
                  <a:cubicBezTo>
                    <a:pt x="0" y="146"/>
                    <a:pt x="42" y="189"/>
                    <a:pt x="94" y="189"/>
                  </a:cubicBezTo>
                  <a:cubicBezTo>
                    <a:pt x="146" y="189"/>
                    <a:pt x="188" y="146"/>
                    <a:pt x="188" y="94"/>
                  </a:cubicBezTo>
                  <a:cubicBezTo>
                    <a:pt x="188" y="43"/>
                    <a:pt x="146" y="0"/>
                    <a:pt x="94" y="0"/>
                  </a:cubicBezTo>
                  <a:close/>
                  <a:moveTo>
                    <a:pt x="94" y="144"/>
                  </a:moveTo>
                  <a:cubicBezTo>
                    <a:pt x="67" y="144"/>
                    <a:pt x="45" y="122"/>
                    <a:pt x="45" y="94"/>
                  </a:cubicBezTo>
                  <a:cubicBezTo>
                    <a:pt x="45" y="67"/>
                    <a:pt x="67" y="45"/>
                    <a:pt x="94" y="45"/>
                  </a:cubicBezTo>
                  <a:cubicBezTo>
                    <a:pt x="121" y="45"/>
                    <a:pt x="143" y="67"/>
                    <a:pt x="143" y="94"/>
                  </a:cubicBezTo>
                  <a:cubicBezTo>
                    <a:pt x="143" y="122"/>
                    <a:pt x="121" y="144"/>
                    <a:pt x="94" y="144"/>
                  </a:cubicBezTo>
                  <a:close/>
                  <a:moveTo>
                    <a:pt x="94" y="144"/>
                  </a:moveTo>
                  <a:cubicBezTo>
                    <a:pt x="94" y="144"/>
                    <a:pt x="94" y="144"/>
                    <a:pt x="94" y="14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250;p34">
              <a:extLst>
                <a:ext uri="{FF2B5EF4-FFF2-40B4-BE49-F238E27FC236}">
                  <a16:creationId xmlns:a16="http://schemas.microsoft.com/office/drawing/2014/main" id="{6C8E912D-346D-E8FB-35EF-57B2A46655CB}"/>
                </a:ext>
              </a:extLst>
            </p:cNvPr>
            <p:cNvSpPr/>
            <p:nvPr/>
          </p:nvSpPr>
          <p:spPr>
            <a:xfrm>
              <a:off x="2465153" y="4968553"/>
              <a:ext cx="549164" cy="363258"/>
            </a:xfrm>
            <a:custGeom>
              <a:avLst/>
              <a:gdLst/>
              <a:ahLst/>
              <a:cxnLst/>
              <a:rect l="l" t="t" r="r" b="b"/>
              <a:pathLst>
                <a:path w="1540" h="1019" extrusionOk="0">
                  <a:moveTo>
                    <a:pt x="1538" y="925"/>
                  </a:moveTo>
                  <a:cubicBezTo>
                    <a:pt x="1490" y="432"/>
                    <a:pt x="1490" y="432"/>
                    <a:pt x="1490" y="432"/>
                  </a:cubicBezTo>
                  <a:cubicBezTo>
                    <a:pt x="1490" y="328"/>
                    <a:pt x="1433" y="237"/>
                    <a:pt x="1349" y="188"/>
                  </a:cubicBezTo>
                  <a:cubicBezTo>
                    <a:pt x="1349" y="122"/>
                    <a:pt x="1349" y="122"/>
                    <a:pt x="1349" y="122"/>
                  </a:cubicBezTo>
                  <a:cubicBezTo>
                    <a:pt x="1349" y="100"/>
                    <a:pt x="1333" y="81"/>
                    <a:pt x="1311" y="78"/>
                  </a:cubicBezTo>
                  <a:cubicBezTo>
                    <a:pt x="1311" y="48"/>
                    <a:pt x="1311" y="48"/>
                    <a:pt x="1311" y="48"/>
                  </a:cubicBezTo>
                  <a:cubicBezTo>
                    <a:pt x="1311" y="21"/>
                    <a:pt x="1290" y="0"/>
                    <a:pt x="1263" y="0"/>
                  </a:cubicBezTo>
                  <a:cubicBezTo>
                    <a:pt x="1152" y="0"/>
                    <a:pt x="1152" y="0"/>
                    <a:pt x="1152" y="0"/>
                  </a:cubicBezTo>
                  <a:cubicBezTo>
                    <a:pt x="1125" y="0"/>
                    <a:pt x="1104" y="21"/>
                    <a:pt x="1104" y="48"/>
                  </a:cubicBezTo>
                  <a:cubicBezTo>
                    <a:pt x="1104" y="78"/>
                    <a:pt x="1104" y="78"/>
                    <a:pt x="1104" y="78"/>
                  </a:cubicBezTo>
                  <a:cubicBezTo>
                    <a:pt x="1082" y="81"/>
                    <a:pt x="1066" y="100"/>
                    <a:pt x="1066" y="122"/>
                  </a:cubicBezTo>
                  <a:cubicBezTo>
                    <a:pt x="1066" y="188"/>
                    <a:pt x="1066" y="188"/>
                    <a:pt x="1066" y="188"/>
                  </a:cubicBezTo>
                  <a:cubicBezTo>
                    <a:pt x="1040" y="203"/>
                    <a:pt x="1017" y="222"/>
                    <a:pt x="997" y="244"/>
                  </a:cubicBezTo>
                  <a:cubicBezTo>
                    <a:pt x="741" y="244"/>
                    <a:pt x="741" y="244"/>
                    <a:pt x="741" y="244"/>
                  </a:cubicBezTo>
                  <a:cubicBezTo>
                    <a:pt x="728" y="244"/>
                    <a:pt x="718" y="254"/>
                    <a:pt x="718" y="267"/>
                  </a:cubicBezTo>
                  <a:cubicBezTo>
                    <a:pt x="718" y="279"/>
                    <a:pt x="728" y="289"/>
                    <a:pt x="741" y="289"/>
                  </a:cubicBezTo>
                  <a:cubicBezTo>
                    <a:pt x="964" y="289"/>
                    <a:pt x="964" y="289"/>
                    <a:pt x="964" y="289"/>
                  </a:cubicBezTo>
                  <a:cubicBezTo>
                    <a:pt x="939" y="331"/>
                    <a:pt x="925" y="380"/>
                    <a:pt x="925" y="433"/>
                  </a:cubicBezTo>
                  <a:cubicBezTo>
                    <a:pt x="925" y="476"/>
                    <a:pt x="934" y="519"/>
                    <a:pt x="953" y="557"/>
                  </a:cubicBezTo>
                  <a:cubicBezTo>
                    <a:pt x="911" y="582"/>
                    <a:pt x="882" y="623"/>
                    <a:pt x="871" y="670"/>
                  </a:cubicBezTo>
                  <a:cubicBezTo>
                    <a:pt x="668" y="670"/>
                    <a:pt x="668" y="670"/>
                    <a:pt x="668" y="670"/>
                  </a:cubicBezTo>
                  <a:cubicBezTo>
                    <a:pt x="658" y="623"/>
                    <a:pt x="628" y="582"/>
                    <a:pt x="587" y="557"/>
                  </a:cubicBezTo>
                  <a:cubicBezTo>
                    <a:pt x="606" y="519"/>
                    <a:pt x="615" y="477"/>
                    <a:pt x="615" y="433"/>
                  </a:cubicBezTo>
                  <a:cubicBezTo>
                    <a:pt x="615" y="380"/>
                    <a:pt x="601" y="331"/>
                    <a:pt x="576" y="289"/>
                  </a:cubicBezTo>
                  <a:cubicBezTo>
                    <a:pt x="651" y="289"/>
                    <a:pt x="651" y="289"/>
                    <a:pt x="651" y="289"/>
                  </a:cubicBezTo>
                  <a:cubicBezTo>
                    <a:pt x="663" y="289"/>
                    <a:pt x="673" y="279"/>
                    <a:pt x="673" y="267"/>
                  </a:cubicBezTo>
                  <a:cubicBezTo>
                    <a:pt x="673" y="254"/>
                    <a:pt x="663" y="244"/>
                    <a:pt x="651" y="244"/>
                  </a:cubicBezTo>
                  <a:cubicBezTo>
                    <a:pt x="543" y="244"/>
                    <a:pt x="543" y="244"/>
                    <a:pt x="543" y="244"/>
                  </a:cubicBezTo>
                  <a:cubicBezTo>
                    <a:pt x="523" y="222"/>
                    <a:pt x="500" y="203"/>
                    <a:pt x="474" y="188"/>
                  </a:cubicBezTo>
                  <a:cubicBezTo>
                    <a:pt x="474" y="122"/>
                    <a:pt x="474" y="122"/>
                    <a:pt x="474" y="122"/>
                  </a:cubicBezTo>
                  <a:cubicBezTo>
                    <a:pt x="474" y="100"/>
                    <a:pt x="458" y="81"/>
                    <a:pt x="437" y="78"/>
                  </a:cubicBezTo>
                  <a:cubicBezTo>
                    <a:pt x="437" y="48"/>
                    <a:pt x="437" y="48"/>
                    <a:pt x="437" y="48"/>
                  </a:cubicBezTo>
                  <a:cubicBezTo>
                    <a:pt x="437" y="21"/>
                    <a:pt x="415" y="0"/>
                    <a:pt x="38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50" y="0"/>
                    <a:pt x="229" y="21"/>
                    <a:pt x="229" y="48"/>
                  </a:cubicBezTo>
                  <a:cubicBezTo>
                    <a:pt x="229" y="78"/>
                    <a:pt x="229" y="78"/>
                    <a:pt x="229" y="78"/>
                  </a:cubicBezTo>
                  <a:cubicBezTo>
                    <a:pt x="207" y="81"/>
                    <a:pt x="191" y="100"/>
                    <a:pt x="191" y="122"/>
                  </a:cubicBezTo>
                  <a:cubicBezTo>
                    <a:pt x="191" y="188"/>
                    <a:pt x="191" y="188"/>
                    <a:pt x="191" y="188"/>
                  </a:cubicBezTo>
                  <a:cubicBezTo>
                    <a:pt x="107" y="237"/>
                    <a:pt x="50" y="328"/>
                    <a:pt x="50" y="432"/>
                  </a:cubicBezTo>
                  <a:cubicBezTo>
                    <a:pt x="2" y="925"/>
                    <a:pt x="2" y="925"/>
                    <a:pt x="2" y="925"/>
                  </a:cubicBezTo>
                  <a:cubicBezTo>
                    <a:pt x="0" y="949"/>
                    <a:pt x="8" y="973"/>
                    <a:pt x="24" y="991"/>
                  </a:cubicBezTo>
                  <a:cubicBezTo>
                    <a:pt x="41" y="1009"/>
                    <a:pt x="64" y="1019"/>
                    <a:pt x="88" y="1019"/>
                  </a:cubicBezTo>
                  <a:cubicBezTo>
                    <a:pt x="163" y="1019"/>
                    <a:pt x="163" y="1019"/>
                    <a:pt x="163" y="1019"/>
                  </a:cubicBezTo>
                  <a:cubicBezTo>
                    <a:pt x="190" y="1019"/>
                    <a:pt x="215" y="1007"/>
                    <a:pt x="231" y="986"/>
                  </a:cubicBezTo>
                  <a:cubicBezTo>
                    <a:pt x="359" y="823"/>
                    <a:pt x="359" y="823"/>
                    <a:pt x="359" y="823"/>
                  </a:cubicBezTo>
                  <a:cubicBezTo>
                    <a:pt x="391" y="862"/>
                    <a:pt x="441" y="887"/>
                    <a:pt x="495" y="887"/>
                  </a:cubicBezTo>
                  <a:cubicBezTo>
                    <a:pt x="591" y="887"/>
                    <a:pt x="670" y="810"/>
                    <a:pt x="673" y="715"/>
                  </a:cubicBezTo>
                  <a:cubicBezTo>
                    <a:pt x="867" y="715"/>
                    <a:pt x="867" y="715"/>
                    <a:pt x="867" y="715"/>
                  </a:cubicBezTo>
                  <a:cubicBezTo>
                    <a:pt x="870" y="810"/>
                    <a:pt x="948" y="887"/>
                    <a:pt x="1044" y="887"/>
                  </a:cubicBezTo>
                  <a:cubicBezTo>
                    <a:pt x="1099" y="887"/>
                    <a:pt x="1148" y="862"/>
                    <a:pt x="1181" y="822"/>
                  </a:cubicBezTo>
                  <a:cubicBezTo>
                    <a:pt x="1309" y="986"/>
                    <a:pt x="1309" y="986"/>
                    <a:pt x="1309" y="986"/>
                  </a:cubicBezTo>
                  <a:cubicBezTo>
                    <a:pt x="1325" y="1007"/>
                    <a:pt x="1350" y="1019"/>
                    <a:pt x="1377" y="1019"/>
                  </a:cubicBezTo>
                  <a:cubicBezTo>
                    <a:pt x="1452" y="1019"/>
                    <a:pt x="1452" y="1019"/>
                    <a:pt x="1452" y="1019"/>
                  </a:cubicBezTo>
                  <a:cubicBezTo>
                    <a:pt x="1476" y="1019"/>
                    <a:pt x="1499" y="1009"/>
                    <a:pt x="1516" y="991"/>
                  </a:cubicBezTo>
                  <a:cubicBezTo>
                    <a:pt x="1532" y="973"/>
                    <a:pt x="1540" y="949"/>
                    <a:pt x="1538" y="925"/>
                  </a:cubicBezTo>
                  <a:close/>
                  <a:moveTo>
                    <a:pt x="1149" y="48"/>
                  </a:moveTo>
                  <a:cubicBezTo>
                    <a:pt x="1149" y="46"/>
                    <a:pt x="1150" y="45"/>
                    <a:pt x="1152" y="45"/>
                  </a:cubicBezTo>
                  <a:cubicBezTo>
                    <a:pt x="1263" y="45"/>
                    <a:pt x="1263" y="45"/>
                    <a:pt x="1263" y="45"/>
                  </a:cubicBezTo>
                  <a:cubicBezTo>
                    <a:pt x="1265" y="45"/>
                    <a:pt x="1266" y="46"/>
                    <a:pt x="1266" y="48"/>
                  </a:cubicBezTo>
                  <a:cubicBezTo>
                    <a:pt x="1266" y="78"/>
                    <a:pt x="1266" y="78"/>
                    <a:pt x="1266" y="78"/>
                  </a:cubicBezTo>
                  <a:cubicBezTo>
                    <a:pt x="1149" y="78"/>
                    <a:pt x="1149" y="78"/>
                    <a:pt x="1149" y="78"/>
                  </a:cubicBezTo>
                  <a:lnTo>
                    <a:pt x="1149" y="48"/>
                  </a:lnTo>
                  <a:close/>
                  <a:moveTo>
                    <a:pt x="1111" y="123"/>
                  </a:moveTo>
                  <a:cubicBezTo>
                    <a:pt x="1304" y="123"/>
                    <a:pt x="1304" y="123"/>
                    <a:pt x="1304" y="123"/>
                  </a:cubicBezTo>
                  <a:cubicBezTo>
                    <a:pt x="1304" y="167"/>
                    <a:pt x="1304" y="167"/>
                    <a:pt x="1304" y="167"/>
                  </a:cubicBezTo>
                  <a:cubicBezTo>
                    <a:pt x="1274" y="156"/>
                    <a:pt x="1241" y="150"/>
                    <a:pt x="1207" y="150"/>
                  </a:cubicBezTo>
                  <a:cubicBezTo>
                    <a:pt x="1173" y="150"/>
                    <a:pt x="1141" y="156"/>
                    <a:pt x="1111" y="167"/>
                  </a:cubicBezTo>
                  <a:lnTo>
                    <a:pt x="1111" y="123"/>
                  </a:lnTo>
                  <a:close/>
                  <a:moveTo>
                    <a:pt x="274" y="48"/>
                  </a:moveTo>
                  <a:cubicBezTo>
                    <a:pt x="274" y="46"/>
                    <a:pt x="275" y="45"/>
                    <a:pt x="277" y="45"/>
                  </a:cubicBezTo>
                  <a:cubicBezTo>
                    <a:pt x="388" y="45"/>
                    <a:pt x="388" y="45"/>
                    <a:pt x="388" y="45"/>
                  </a:cubicBezTo>
                  <a:cubicBezTo>
                    <a:pt x="390" y="45"/>
                    <a:pt x="392" y="46"/>
                    <a:pt x="392" y="48"/>
                  </a:cubicBezTo>
                  <a:cubicBezTo>
                    <a:pt x="392" y="78"/>
                    <a:pt x="392" y="78"/>
                    <a:pt x="392" y="78"/>
                  </a:cubicBezTo>
                  <a:cubicBezTo>
                    <a:pt x="274" y="78"/>
                    <a:pt x="274" y="78"/>
                    <a:pt x="274" y="78"/>
                  </a:cubicBezTo>
                  <a:lnTo>
                    <a:pt x="274" y="48"/>
                  </a:lnTo>
                  <a:close/>
                  <a:moveTo>
                    <a:pt x="236" y="123"/>
                  </a:moveTo>
                  <a:cubicBezTo>
                    <a:pt x="430" y="123"/>
                    <a:pt x="430" y="123"/>
                    <a:pt x="430" y="123"/>
                  </a:cubicBezTo>
                  <a:cubicBezTo>
                    <a:pt x="430" y="167"/>
                    <a:pt x="430" y="167"/>
                    <a:pt x="430" y="167"/>
                  </a:cubicBezTo>
                  <a:cubicBezTo>
                    <a:pt x="399" y="156"/>
                    <a:pt x="367" y="150"/>
                    <a:pt x="333" y="150"/>
                  </a:cubicBezTo>
                  <a:cubicBezTo>
                    <a:pt x="299" y="150"/>
                    <a:pt x="266" y="156"/>
                    <a:pt x="236" y="167"/>
                  </a:cubicBezTo>
                  <a:cubicBezTo>
                    <a:pt x="236" y="123"/>
                    <a:pt x="236" y="123"/>
                    <a:pt x="236" y="123"/>
                  </a:cubicBezTo>
                  <a:close/>
                  <a:moveTo>
                    <a:pt x="196" y="959"/>
                  </a:moveTo>
                  <a:cubicBezTo>
                    <a:pt x="188" y="969"/>
                    <a:pt x="176" y="974"/>
                    <a:pt x="163" y="974"/>
                  </a:cubicBezTo>
                  <a:cubicBezTo>
                    <a:pt x="88" y="974"/>
                    <a:pt x="88" y="974"/>
                    <a:pt x="88" y="974"/>
                  </a:cubicBezTo>
                  <a:cubicBezTo>
                    <a:pt x="76" y="974"/>
                    <a:pt x="66" y="970"/>
                    <a:pt x="58" y="961"/>
                  </a:cubicBezTo>
                  <a:cubicBezTo>
                    <a:pt x="50" y="952"/>
                    <a:pt x="46" y="941"/>
                    <a:pt x="47" y="929"/>
                  </a:cubicBezTo>
                  <a:cubicBezTo>
                    <a:pt x="82" y="564"/>
                    <a:pt x="82" y="564"/>
                    <a:pt x="82" y="564"/>
                  </a:cubicBezTo>
                  <a:cubicBezTo>
                    <a:pt x="128" y="650"/>
                    <a:pt x="216" y="710"/>
                    <a:pt x="318" y="715"/>
                  </a:cubicBezTo>
                  <a:cubicBezTo>
                    <a:pt x="319" y="739"/>
                    <a:pt x="324" y="762"/>
                    <a:pt x="334" y="782"/>
                  </a:cubicBezTo>
                  <a:lnTo>
                    <a:pt x="196" y="959"/>
                  </a:lnTo>
                  <a:close/>
                  <a:moveTo>
                    <a:pt x="495" y="842"/>
                  </a:moveTo>
                  <a:cubicBezTo>
                    <a:pt x="424" y="842"/>
                    <a:pt x="366" y="785"/>
                    <a:pt x="363" y="714"/>
                  </a:cubicBezTo>
                  <a:cubicBezTo>
                    <a:pt x="367" y="714"/>
                    <a:pt x="371" y="713"/>
                    <a:pt x="375" y="712"/>
                  </a:cubicBezTo>
                  <a:cubicBezTo>
                    <a:pt x="388" y="711"/>
                    <a:pt x="396" y="699"/>
                    <a:pt x="394" y="687"/>
                  </a:cubicBezTo>
                  <a:cubicBezTo>
                    <a:pt x="392" y="675"/>
                    <a:pt x="381" y="666"/>
                    <a:pt x="369" y="668"/>
                  </a:cubicBezTo>
                  <a:cubicBezTo>
                    <a:pt x="357" y="670"/>
                    <a:pt x="345" y="671"/>
                    <a:pt x="333" y="671"/>
                  </a:cubicBezTo>
                  <a:cubicBezTo>
                    <a:pt x="202" y="671"/>
                    <a:pt x="95" y="564"/>
                    <a:pt x="95" y="433"/>
                  </a:cubicBezTo>
                  <a:cubicBezTo>
                    <a:pt x="95" y="302"/>
                    <a:pt x="202" y="195"/>
                    <a:pt x="333" y="195"/>
                  </a:cubicBezTo>
                  <a:cubicBezTo>
                    <a:pt x="464" y="195"/>
                    <a:pt x="571" y="302"/>
                    <a:pt x="571" y="433"/>
                  </a:cubicBezTo>
                  <a:cubicBezTo>
                    <a:pt x="571" y="486"/>
                    <a:pt x="553" y="537"/>
                    <a:pt x="521" y="579"/>
                  </a:cubicBezTo>
                  <a:cubicBezTo>
                    <a:pt x="513" y="588"/>
                    <a:pt x="515" y="603"/>
                    <a:pt x="525" y="610"/>
                  </a:cubicBezTo>
                  <a:cubicBezTo>
                    <a:pt x="534" y="618"/>
                    <a:pt x="549" y="616"/>
                    <a:pt x="556" y="606"/>
                  </a:cubicBezTo>
                  <a:cubicBezTo>
                    <a:pt x="559" y="603"/>
                    <a:pt x="561" y="599"/>
                    <a:pt x="564" y="596"/>
                  </a:cubicBezTo>
                  <a:cubicBezTo>
                    <a:pt x="603" y="620"/>
                    <a:pt x="628" y="663"/>
                    <a:pt x="628" y="709"/>
                  </a:cubicBezTo>
                  <a:cubicBezTo>
                    <a:pt x="628" y="783"/>
                    <a:pt x="568" y="842"/>
                    <a:pt x="495" y="842"/>
                  </a:cubicBezTo>
                  <a:close/>
                  <a:moveTo>
                    <a:pt x="1044" y="842"/>
                  </a:moveTo>
                  <a:cubicBezTo>
                    <a:pt x="971" y="842"/>
                    <a:pt x="912" y="782"/>
                    <a:pt x="912" y="709"/>
                  </a:cubicBezTo>
                  <a:cubicBezTo>
                    <a:pt x="912" y="662"/>
                    <a:pt x="937" y="619"/>
                    <a:pt x="976" y="596"/>
                  </a:cubicBezTo>
                  <a:cubicBezTo>
                    <a:pt x="979" y="599"/>
                    <a:pt x="981" y="603"/>
                    <a:pt x="984" y="606"/>
                  </a:cubicBezTo>
                  <a:cubicBezTo>
                    <a:pt x="988" y="612"/>
                    <a:pt x="995" y="615"/>
                    <a:pt x="1002" y="615"/>
                  </a:cubicBezTo>
                  <a:cubicBezTo>
                    <a:pt x="1006" y="615"/>
                    <a:pt x="1011" y="613"/>
                    <a:pt x="1015" y="610"/>
                  </a:cubicBezTo>
                  <a:cubicBezTo>
                    <a:pt x="1025" y="603"/>
                    <a:pt x="1027" y="588"/>
                    <a:pt x="1019" y="579"/>
                  </a:cubicBezTo>
                  <a:cubicBezTo>
                    <a:pt x="1014" y="571"/>
                    <a:pt x="1008" y="563"/>
                    <a:pt x="1003" y="555"/>
                  </a:cubicBezTo>
                  <a:cubicBezTo>
                    <a:pt x="1003" y="555"/>
                    <a:pt x="1003" y="555"/>
                    <a:pt x="1003" y="555"/>
                  </a:cubicBezTo>
                  <a:cubicBezTo>
                    <a:pt x="981" y="518"/>
                    <a:pt x="970" y="476"/>
                    <a:pt x="970" y="433"/>
                  </a:cubicBezTo>
                  <a:cubicBezTo>
                    <a:pt x="970" y="302"/>
                    <a:pt x="1076" y="195"/>
                    <a:pt x="1207" y="195"/>
                  </a:cubicBezTo>
                  <a:cubicBezTo>
                    <a:pt x="1339" y="195"/>
                    <a:pt x="1445" y="302"/>
                    <a:pt x="1445" y="433"/>
                  </a:cubicBezTo>
                  <a:cubicBezTo>
                    <a:pt x="1445" y="564"/>
                    <a:pt x="1339" y="671"/>
                    <a:pt x="1207" y="671"/>
                  </a:cubicBezTo>
                  <a:cubicBezTo>
                    <a:pt x="1205" y="671"/>
                    <a:pt x="1202" y="671"/>
                    <a:pt x="1199" y="671"/>
                  </a:cubicBezTo>
                  <a:cubicBezTo>
                    <a:pt x="1199" y="671"/>
                    <a:pt x="1199" y="671"/>
                    <a:pt x="1199" y="671"/>
                  </a:cubicBezTo>
                  <a:cubicBezTo>
                    <a:pt x="1190" y="670"/>
                    <a:pt x="1180" y="669"/>
                    <a:pt x="1171" y="668"/>
                  </a:cubicBezTo>
                  <a:cubicBezTo>
                    <a:pt x="1159" y="666"/>
                    <a:pt x="1148" y="675"/>
                    <a:pt x="1146" y="687"/>
                  </a:cubicBezTo>
                  <a:cubicBezTo>
                    <a:pt x="1144" y="699"/>
                    <a:pt x="1152" y="711"/>
                    <a:pt x="1165" y="712"/>
                  </a:cubicBezTo>
                  <a:cubicBezTo>
                    <a:pt x="1168" y="713"/>
                    <a:pt x="1172" y="714"/>
                    <a:pt x="1176" y="714"/>
                  </a:cubicBezTo>
                  <a:cubicBezTo>
                    <a:pt x="1174" y="785"/>
                    <a:pt x="1116" y="842"/>
                    <a:pt x="1044" y="842"/>
                  </a:cubicBezTo>
                  <a:close/>
                  <a:moveTo>
                    <a:pt x="1482" y="961"/>
                  </a:moveTo>
                  <a:cubicBezTo>
                    <a:pt x="1474" y="970"/>
                    <a:pt x="1464" y="974"/>
                    <a:pt x="1452" y="974"/>
                  </a:cubicBezTo>
                  <a:cubicBezTo>
                    <a:pt x="1377" y="974"/>
                    <a:pt x="1377" y="974"/>
                    <a:pt x="1377" y="974"/>
                  </a:cubicBezTo>
                  <a:cubicBezTo>
                    <a:pt x="1364" y="974"/>
                    <a:pt x="1352" y="969"/>
                    <a:pt x="1344" y="959"/>
                  </a:cubicBezTo>
                  <a:cubicBezTo>
                    <a:pt x="1206" y="782"/>
                    <a:pt x="1206" y="782"/>
                    <a:pt x="1206" y="782"/>
                  </a:cubicBezTo>
                  <a:cubicBezTo>
                    <a:pt x="1215" y="761"/>
                    <a:pt x="1221" y="739"/>
                    <a:pt x="1221" y="715"/>
                  </a:cubicBezTo>
                  <a:cubicBezTo>
                    <a:pt x="1324" y="710"/>
                    <a:pt x="1412" y="650"/>
                    <a:pt x="1458" y="564"/>
                  </a:cubicBezTo>
                  <a:cubicBezTo>
                    <a:pt x="1493" y="929"/>
                    <a:pt x="1493" y="929"/>
                    <a:pt x="1493" y="929"/>
                  </a:cubicBezTo>
                  <a:cubicBezTo>
                    <a:pt x="1494" y="941"/>
                    <a:pt x="1490" y="952"/>
                    <a:pt x="1482" y="961"/>
                  </a:cubicBezTo>
                  <a:close/>
                  <a:moveTo>
                    <a:pt x="1482" y="961"/>
                  </a:moveTo>
                  <a:cubicBezTo>
                    <a:pt x="1482" y="961"/>
                    <a:pt x="1482" y="961"/>
                    <a:pt x="1482" y="96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251;p34">
              <a:extLst>
                <a:ext uri="{FF2B5EF4-FFF2-40B4-BE49-F238E27FC236}">
                  <a16:creationId xmlns:a16="http://schemas.microsoft.com/office/drawing/2014/main" id="{67B03317-1611-0261-B56A-20B5C6616CA1}"/>
                </a:ext>
              </a:extLst>
            </p:cNvPr>
            <p:cNvSpPr/>
            <p:nvPr/>
          </p:nvSpPr>
          <p:spPr>
            <a:xfrm>
              <a:off x="2694730" y="5109008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7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lose/>
                  <a:moveTo>
                    <a:pt x="78" y="0"/>
                  </a:move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252;p34">
              <a:extLst>
                <a:ext uri="{FF2B5EF4-FFF2-40B4-BE49-F238E27FC236}">
                  <a16:creationId xmlns:a16="http://schemas.microsoft.com/office/drawing/2014/main" id="{0F245C72-7011-E516-EB73-BA36D3E1478D}"/>
                </a:ext>
              </a:extLst>
            </p:cNvPr>
            <p:cNvSpPr/>
            <p:nvPr/>
          </p:nvSpPr>
          <p:spPr>
            <a:xfrm>
              <a:off x="2723605" y="5163551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0" y="12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253;p34">
              <a:extLst>
                <a:ext uri="{FF2B5EF4-FFF2-40B4-BE49-F238E27FC236}">
                  <a16:creationId xmlns:a16="http://schemas.microsoft.com/office/drawing/2014/main" id="{9FB4FCE9-93D1-D102-0652-8DCED094BF06}"/>
                </a:ext>
              </a:extLst>
            </p:cNvPr>
            <p:cNvSpPr/>
            <p:nvPr/>
          </p:nvSpPr>
          <p:spPr>
            <a:xfrm>
              <a:off x="2758897" y="5105444"/>
              <a:ext cx="27806" cy="24954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18" y="67"/>
                  </a:moveTo>
                  <a:cubicBezTo>
                    <a:pt x="67" y="47"/>
                    <a:pt x="67" y="47"/>
                    <a:pt x="67" y="47"/>
                  </a:cubicBezTo>
                  <a:cubicBezTo>
                    <a:pt x="78" y="43"/>
                    <a:pt x="78" y="27"/>
                    <a:pt x="67" y="2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0" y="0"/>
                    <a:pt x="0" y="6"/>
                    <a:pt x="0" y="1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4"/>
                    <a:pt x="10" y="70"/>
                    <a:pt x="18" y="67"/>
                  </a:cubicBezTo>
                  <a:close/>
                  <a:moveTo>
                    <a:pt x="18" y="67"/>
                  </a:moveTo>
                  <a:cubicBezTo>
                    <a:pt x="18" y="67"/>
                    <a:pt x="18" y="67"/>
                    <a:pt x="18" y="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254;p34">
              <a:extLst>
                <a:ext uri="{FF2B5EF4-FFF2-40B4-BE49-F238E27FC236}">
                  <a16:creationId xmlns:a16="http://schemas.microsoft.com/office/drawing/2014/main" id="{3807A56E-5F19-E837-F56F-02ACEF50E840}"/>
                </a:ext>
              </a:extLst>
            </p:cNvPr>
            <p:cNvSpPr/>
            <p:nvPr/>
          </p:nvSpPr>
          <p:spPr>
            <a:xfrm>
              <a:off x="2528608" y="5063735"/>
              <a:ext cx="114432" cy="114432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235" y="235"/>
                  </a:moveTo>
                  <a:cubicBezTo>
                    <a:pt x="277" y="235"/>
                    <a:pt x="277" y="235"/>
                    <a:pt x="277" y="235"/>
                  </a:cubicBezTo>
                  <a:cubicBezTo>
                    <a:pt x="301" y="235"/>
                    <a:pt x="321" y="216"/>
                    <a:pt x="321" y="192"/>
                  </a:cubicBezTo>
                  <a:cubicBezTo>
                    <a:pt x="321" y="129"/>
                    <a:pt x="321" y="129"/>
                    <a:pt x="321" y="129"/>
                  </a:cubicBezTo>
                  <a:cubicBezTo>
                    <a:pt x="321" y="105"/>
                    <a:pt x="301" y="85"/>
                    <a:pt x="277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43"/>
                    <a:pt x="235" y="43"/>
                    <a:pt x="235" y="43"/>
                  </a:cubicBezTo>
                  <a:cubicBezTo>
                    <a:pt x="235" y="19"/>
                    <a:pt x="216" y="0"/>
                    <a:pt x="192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05" y="0"/>
                    <a:pt x="85" y="19"/>
                    <a:pt x="85" y="43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105"/>
                    <a:pt x="0" y="12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16"/>
                    <a:pt x="19" y="235"/>
                    <a:pt x="43" y="235"/>
                  </a:cubicBezTo>
                  <a:cubicBezTo>
                    <a:pt x="85" y="235"/>
                    <a:pt x="85" y="235"/>
                    <a:pt x="85" y="235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85" y="301"/>
                    <a:pt x="105" y="321"/>
                    <a:pt x="129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216" y="321"/>
                    <a:pt x="235" y="301"/>
                    <a:pt x="235" y="277"/>
                  </a:cubicBezTo>
                  <a:lnTo>
                    <a:pt x="235" y="235"/>
                  </a:lnTo>
                  <a:close/>
                  <a:moveTo>
                    <a:pt x="190" y="234"/>
                  </a:moveTo>
                  <a:cubicBezTo>
                    <a:pt x="190" y="276"/>
                    <a:pt x="190" y="276"/>
                    <a:pt x="190" y="276"/>
                  </a:cubicBezTo>
                  <a:cubicBezTo>
                    <a:pt x="130" y="276"/>
                    <a:pt x="130" y="276"/>
                    <a:pt x="130" y="276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0" y="210"/>
                    <a:pt x="111" y="190"/>
                    <a:pt x="87" y="190"/>
                  </a:cubicBezTo>
                  <a:cubicBezTo>
                    <a:pt x="45" y="190"/>
                    <a:pt x="45" y="190"/>
                    <a:pt x="45" y="19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111" y="130"/>
                    <a:pt x="130" y="111"/>
                    <a:pt x="130" y="87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90" y="45"/>
                    <a:pt x="190" y="45"/>
                    <a:pt x="190" y="45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111"/>
                    <a:pt x="210" y="130"/>
                    <a:pt x="234" y="130"/>
                  </a:cubicBezTo>
                  <a:cubicBezTo>
                    <a:pt x="276" y="130"/>
                    <a:pt x="276" y="130"/>
                    <a:pt x="276" y="13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10" y="190"/>
                    <a:pt x="190" y="210"/>
                    <a:pt x="190" y="234"/>
                  </a:cubicBezTo>
                  <a:close/>
                  <a:moveTo>
                    <a:pt x="190" y="234"/>
                  </a:moveTo>
                  <a:cubicBezTo>
                    <a:pt x="190" y="234"/>
                    <a:pt x="190" y="234"/>
                    <a:pt x="190" y="2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255;p34">
              <a:extLst>
                <a:ext uri="{FF2B5EF4-FFF2-40B4-BE49-F238E27FC236}">
                  <a16:creationId xmlns:a16="http://schemas.microsoft.com/office/drawing/2014/main" id="{1DE7591E-CC69-3202-3312-F7B0A517C526}"/>
                </a:ext>
              </a:extLst>
            </p:cNvPr>
            <p:cNvSpPr/>
            <p:nvPr/>
          </p:nvSpPr>
          <p:spPr>
            <a:xfrm>
              <a:off x="2871368" y="5055536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1"/>
                    <a:pt x="105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256;p34">
              <a:extLst>
                <a:ext uri="{FF2B5EF4-FFF2-40B4-BE49-F238E27FC236}">
                  <a16:creationId xmlns:a16="http://schemas.microsoft.com/office/drawing/2014/main" id="{29D7F4F6-B7FB-FA36-52B7-C3C2AE2BF401}"/>
                </a:ext>
              </a:extLst>
            </p:cNvPr>
            <p:cNvSpPr/>
            <p:nvPr/>
          </p:nvSpPr>
          <p:spPr>
            <a:xfrm>
              <a:off x="2912008" y="509724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0" y="68"/>
                  </a:move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0"/>
                    <a:pt x="104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257;p34">
              <a:extLst>
                <a:ext uri="{FF2B5EF4-FFF2-40B4-BE49-F238E27FC236}">
                  <a16:creationId xmlns:a16="http://schemas.microsoft.com/office/drawing/2014/main" id="{E7C7D2F0-0CCB-984F-B456-84E4BFA445DB}"/>
                </a:ext>
              </a:extLst>
            </p:cNvPr>
            <p:cNvSpPr/>
            <p:nvPr/>
          </p:nvSpPr>
          <p:spPr>
            <a:xfrm>
              <a:off x="2870299" y="513788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258;p34">
              <a:extLst>
                <a:ext uri="{FF2B5EF4-FFF2-40B4-BE49-F238E27FC236}">
                  <a16:creationId xmlns:a16="http://schemas.microsoft.com/office/drawing/2014/main" id="{8C621F83-F2B9-71EC-1A74-7A1C3741A528}"/>
                </a:ext>
              </a:extLst>
            </p:cNvPr>
            <p:cNvSpPr/>
            <p:nvPr/>
          </p:nvSpPr>
          <p:spPr>
            <a:xfrm>
              <a:off x="2829481" y="5096175"/>
              <a:ext cx="48304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361;p35">
            <a:extLst>
              <a:ext uri="{FF2B5EF4-FFF2-40B4-BE49-F238E27FC236}">
                <a16:creationId xmlns:a16="http://schemas.microsoft.com/office/drawing/2014/main" id="{9728BD12-8764-BF6E-F968-403CBDD78E79}"/>
              </a:ext>
            </a:extLst>
          </p:cNvPr>
          <p:cNvGrpSpPr/>
          <p:nvPr/>
        </p:nvGrpSpPr>
        <p:grpSpPr>
          <a:xfrm>
            <a:off x="4682837" y="2383915"/>
            <a:ext cx="213752" cy="349763"/>
            <a:chOff x="1447239" y="4176598"/>
            <a:chExt cx="308209" cy="520905"/>
          </a:xfrm>
        </p:grpSpPr>
        <p:sp>
          <p:nvSpPr>
            <p:cNvPr id="101" name="Google Shape;1362;p35">
              <a:extLst>
                <a:ext uri="{FF2B5EF4-FFF2-40B4-BE49-F238E27FC236}">
                  <a16:creationId xmlns:a16="http://schemas.microsoft.com/office/drawing/2014/main" id="{DCAE0A46-CAF8-ABE7-827A-F4995667F112}"/>
                </a:ext>
              </a:extLst>
            </p:cNvPr>
            <p:cNvSpPr/>
            <p:nvPr/>
          </p:nvSpPr>
          <p:spPr>
            <a:xfrm>
              <a:off x="1507871" y="4290217"/>
              <a:ext cx="73668" cy="126169"/>
            </a:xfrm>
            <a:custGeom>
              <a:avLst/>
              <a:gdLst/>
              <a:ahLst/>
              <a:cxnLst/>
              <a:rect l="l" t="t" r="r" b="b"/>
              <a:pathLst>
                <a:path w="4462" h="7642" extrusionOk="0">
                  <a:moveTo>
                    <a:pt x="1" y="1"/>
                  </a:moveTo>
                  <a:lnTo>
                    <a:pt x="1" y="7641"/>
                  </a:lnTo>
                  <a:lnTo>
                    <a:pt x="1563" y="7641"/>
                  </a:lnTo>
                  <a:cubicBezTo>
                    <a:pt x="3165" y="7641"/>
                    <a:pt x="4462" y="6350"/>
                    <a:pt x="4462" y="4748"/>
                  </a:cubicBezTo>
                  <a:lnTo>
                    <a:pt x="4462" y="2899"/>
                  </a:lnTo>
                  <a:cubicBezTo>
                    <a:pt x="4462" y="2096"/>
                    <a:pt x="4132" y="1376"/>
                    <a:pt x="3619" y="844"/>
                  </a:cubicBezTo>
                  <a:cubicBezTo>
                    <a:pt x="3082" y="331"/>
                    <a:pt x="2367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363;p35">
              <a:extLst>
                <a:ext uri="{FF2B5EF4-FFF2-40B4-BE49-F238E27FC236}">
                  <a16:creationId xmlns:a16="http://schemas.microsoft.com/office/drawing/2014/main" id="{BBB885CA-DA7E-9E55-76CA-AA067A08D131}"/>
                </a:ext>
              </a:extLst>
            </p:cNvPr>
            <p:cNvSpPr/>
            <p:nvPr/>
          </p:nvSpPr>
          <p:spPr>
            <a:xfrm>
              <a:off x="1668304" y="4184408"/>
              <a:ext cx="73585" cy="126169"/>
            </a:xfrm>
            <a:custGeom>
              <a:avLst/>
              <a:gdLst/>
              <a:ahLst/>
              <a:cxnLst/>
              <a:rect l="l" t="t" r="r" b="b"/>
              <a:pathLst>
                <a:path w="4457" h="7642" extrusionOk="0">
                  <a:moveTo>
                    <a:pt x="0" y="1"/>
                  </a:moveTo>
                  <a:lnTo>
                    <a:pt x="0" y="7641"/>
                  </a:lnTo>
                  <a:lnTo>
                    <a:pt x="1563" y="7641"/>
                  </a:lnTo>
                  <a:cubicBezTo>
                    <a:pt x="3165" y="7641"/>
                    <a:pt x="4457" y="6350"/>
                    <a:pt x="4457" y="4748"/>
                  </a:cubicBezTo>
                  <a:lnTo>
                    <a:pt x="4457" y="2899"/>
                  </a:lnTo>
                  <a:cubicBezTo>
                    <a:pt x="4457" y="2096"/>
                    <a:pt x="4151" y="1376"/>
                    <a:pt x="3619" y="844"/>
                  </a:cubicBezTo>
                  <a:cubicBezTo>
                    <a:pt x="3101" y="331"/>
                    <a:pt x="2362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364;p35">
              <a:extLst>
                <a:ext uri="{FF2B5EF4-FFF2-40B4-BE49-F238E27FC236}">
                  <a16:creationId xmlns:a16="http://schemas.microsoft.com/office/drawing/2014/main" id="{D5EE6E9F-F133-0208-77B8-226D56FDEA1F}"/>
                </a:ext>
              </a:extLst>
            </p:cNvPr>
            <p:cNvSpPr/>
            <p:nvPr/>
          </p:nvSpPr>
          <p:spPr>
            <a:xfrm>
              <a:off x="1620848" y="4184408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1" y="1297"/>
                    <a:pt x="1" y="2899"/>
                  </a:cubicBezTo>
                  <a:lnTo>
                    <a:pt x="1" y="4748"/>
                  </a:lnTo>
                  <a:cubicBezTo>
                    <a:pt x="1" y="6350"/>
                    <a:pt x="1292" y="7641"/>
                    <a:pt x="2894" y="7641"/>
                  </a:cubicBezTo>
                  <a:cubicBezTo>
                    <a:pt x="4477" y="7641"/>
                    <a:pt x="5793" y="6350"/>
                    <a:pt x="5793" y="4748"/>
                  </a:cubicBezTo>
                  <a:lnTo>
                    <a:pt x="5793" y="2899"/>
                  </a:lnTo>
                  <a:cubicBezTo>
                    <a:pt x="5793" y="2096"/>
                    <a:pt x="5462" y="1376"/>
                    <a:pt x="4930" y="844"/>
                  </a:cubicBezTo>
                  <a:cubicBezTo>
                    <a:pt x="4417" y="331"/>
                    <a:pt x="3698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365;p35">
              <a:extLst>
                <a:ext uri="{FF2B5EF4-FFF2-40B4-BE49-F238E27FC236}">
                  <a16:creationId xmlns:a16="http://schemas.microsoft.com/office/drawing/2014/main" id="{CFC3CA49-C688-1882-E5F0-1BC278049DA9}"/>
                </a:ext>
              </a:extLst>
            </p:cNvPr>
            <p:cNvSpPr/>
            <p:nvPr/>
          </p:nvSpPr>
          <p:spPr>
            <a:xfrm>
              <a:off x="1460102" y="4290217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0" y="1297"/>
                    <a:pt x="0" y="2899"/>
                  </a:cubicBezTo>
                  <a:lnTo>
                    <a:pt x="0" y="4748"/>
                  </a:lnTo>
                  <a:cubicBezTo>
                    <a:pt x="0" y="6350"/>
                    <a:pt x="1292" y="7641"/>
                    <a:pt x="2894" y="7641"/>
                  </a:cubicBezTo>
                  <a:cubicBezTo>
                    <a:pt x="4476" y="7641"/>
                    <a:pt x="5792" y="6350"/>
                    <a:pt x="5792" y="4748"/>
                  </a:cubicBezTo>
                  <a:lnTo>
                    <a:pt x="5792" y="2899"/>
                  </a:lnTo>
                  <a:cubicBezTo>
                    <a:pt x="5792" y="2096"/>
                    <a:pt x="5462" y="1376"/>
                    <a:pt x="4930" y="844"/>
                  </a:cubicBezTo>
                  <a:cubicBezTo>
                    <a:pt x="4417" y="331"/>
                    <a:pt x="3697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366;p35">
              <a:extLst>
                <a:ext uri="{FF2B5EF4-FFF2-40B4-BE49-F238E27FC236}">
                  <a16:creationId xmlns:a16="http://schemas.microsoft.com/office/drawing/2014/main" id="{11C15FE2-E7A4-A078-F919-168F7DE45BD0}"/>
                </a:ext>
              </a:extLst>
            </p:cNvPr>
            <p:cNvSpPr/>
            <p:nvPr/>
          </p:nvSpPr>
          <p:spPr>
            <a:xfrm>
              <a:off x="1454966" y="4440807"/>
              <a:ext cx="293003" cy="249284"/>
            </a:xfrm>
            <a:custGeom>
              <a:avLst/>
              <a:gdLst/>
              <a:ahLst/>
              <a:cxnLst/>
              <a:rect l="l" t="t" r="r" b="b"/>
              <a:pathLst>
                <a:path w="17747" h="15099" extrusionOk="0">
                  <a:moveTo>
                    <a:pt x="1110" y="0"/>
                  </a:moveTo>
                  <a:cubicBezTo>
                    <a:pt x="494" y="0"/>
                    <a:pt x="1" y="493"/>
                    <a:pt x="1" y="1129"/>
                  </a:cubicBezTo>
                  <a:lnTo>
                    <a:pt x="1" y="13965"/>
                  </a:lnTo>
                  <a:cubicBezTo>
                    <a:pt x="1" y="14581"/>
                    <a:pt x="494" y="15099"/>
                    <a:pt x="1110" y="15099"/>
                  </a:cubicBezTo>
                  <a:lnTo>
                    <a:pt x="16617" y="15099"/>
                  </a:lnTo>
                  <a:cubicBezTo>
                    <a:pt x="17234" y="15099"/>
                    <a:pt x="17746" y="14581"/>
                    <a:pt x="17746" y="13965"/>
                  </a:cubicBezTo>
                  <a:lnTo>
                    <a:pt x="17746" y="1129"/>
                  </a:lnTo>
                  <a:cubicBezTo>
                    <a:pt x="17746" y="493"/>
                    <a:pt x="17234" y="0"/>
                    <a:pt x="1661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367;p35">
              <a:extLst>
                <a:ext uri="{FF2B5EF4-FFF2-40B4-BE49-F238E27FC236}">
                  <a16:creationId xmlns:a16="http://schemas.microsoft.com/office/drawing/2014/main" id="{4CB7A959-CAB4-1D8D-8F42-E3E338C0AA8D}"/>
                </a:ext>
              </a:extLst>
            </p:cNvPr>
            <p:cNvSpPr/>
            <p:nvPr/>
          </p:nvSpPr>
          <p:spPr>
            <a:xfrm>
              <a:off x="1485497" y="4471321"/>
              <a:ext cx="231949" cy="188264"/>
            </a:xfrm>
            <a:custGeom>
              <a:avLst/>
              <a:gdLst/>
              <a:ahLst/>
              <a:cxnLst/>
              <a:rect l="l" t="t" r="r" b="b"/>
              <a:pathLst>
                <a:path w="14049" h="11403" extrusionOk="0">
                  <a:moveTo>
                    <a:pt x="370" y="1"/>
                  </a:moveTo>
                  <a:cubicBezTo>
                    <a:pt x="168" y="1"/>
                    <a:pt x="0" y="163"/>
                    <a:pt x="0" y="370"/>
                  </a:cubicBezTo>
                  <a:lnTo>
                    <a:pt x="0" y="11033"/>
                  </a:lnTo>
                  <a:cubicBezTo>
                    <a:pt x="0" y="11235"/>
                    <a:pt x="168" y="11402"/>
                    <a:pt x="370" y="11402"/>
                  </a:cubicBezTo>
                  <a:lnTo>
                    <a:pt x="13679" y="11402"/>
                  </a:lnTo>
                  <a:cubicBezTo>
                    <a:pt x="13886" y="11402"/>
                    <a:pt x="14049" y="11235"/>
                    <a:pt x="14049" y="11033"/>
                  </a:cubicBezTo>
                  <a:lnTo>
                    <a:pt x="14049" y="370"/>
                  </a:lnTo>
                  <a:cubicBezTo>
                    <a:pt x="14049" y="163"/>
                    <a:pt x="13886" y="1"/>
                    <a:pt x="1367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368;p35">
              <a:extLst>
                <a:ext uri="{FF2B5EF4-FFF2-40B4-BE49-F238E27FC236}">
                  <a16:creationId xmlns:a16="http://schemas.microsoft.com/office/drawing/2014/main" id="{FB31E4A7-6E20-787A-B937-11E9667155FF}"/>
                </a:ext>
              </a:extLst>
            </p:cNvPr>
            <p:cNvSpPr/>
            <p:nvPr/>
          </p:nvSpPr>
          <p:spPr>
            <a:xfrm>
              <a:off x="1553049" y="4496799"/>
              <a:ext cx="103782" cy="98977"/>
            </a:xfrm>
            <a:custGeom>
              <a:avLst/>
              <a:gdLst/>
              <a:ahLst/>
              <a:cxnLst/>
              <a:rect l="l" t="t" r="r" b="b"/>
              <a:pathLst>
                <a:path w="6286" h="5995" extrusionOk="0">
                  <a:moveTo>
                    <a:pt x="715" y="1"/>
                  </a:moveTo>
                  <a:cubicBezTo>
                    <a:pt x="326" y="1"/>
                    <a:pt x="1" y="326"/>
                    <a:pt x="1" y="715"/>
                  </a:cubicBezTo>
                  <a:lnTo>
                    <a:pt x="1" y="2524"/>
                  </a:lnTo>
                  <a:cubicBezTo>
                    <a:pt x="1" y="2628"/>
                    <a:pt x="79" y="2712"/>
                    <a:pt x="183" y="2712"/>
                  </a:cubicBezTo>
                  <a:lnTo>
                    <a:pt x="1253" y="2712"/>
                  </a:lnTo>
                  <a:cubicBezTo>
                    <a:pt x="1356" y="2712"/>
                    <a:pt x="1435" y="2628"/>
                    <a:pt x="1435" y="2524"/>
                  </a:cubicBezTo>
                  <a:lnTo>
                    <a:pt x="1435" y="1435"/>
                  </a:lnTo>
                  <a:lnTo>
                    <a:pt x="4846" y="1435"/>
                  </a:lnTo>
                  <a:lnTo>
                    <a:pt x="4846" y="3160"/>
                  </a:lnTo>
                  <a:lnTo>
                    <a:pt x="2648" y="4333"/>
                  </a:lnTo>
                  <a:cubicBezTo>
                    <a:pt x="2401" y="4457"/>
                    <a:pt x="2258" y="4703"/>
                    <a:pt x="2258" y="4969"/>
                  </a:cubicBezTo>
                  <a:lnTo>
                    <a:pt x="2258" y="5793"/>
                  </a:lnTo>
                  <a:cubicBezTo>
                    <a:pt x="2258" y="5891"/>
                    <a:pt x="2342" y="5995"/>
                    <a:pt x="2441" y="5995"/>
                  </a:cubicBezTo>
                  <a:lnTo>
                    <a:pt x="3510" y="5995"/>
                  </a:lnTo>
                  <a:cubicBezTo>
                    <a:pt x="3614" y="5995"/>
                    <a:pt x="3698" y="5891"/>
                    <a:pt x="3698" y="5793"/>
                  </a:cubicBezTo>
                  <a:lnTo>
                    <a:pt x="3698" y="5398"/>
                  </a:lnTo>
                  <a:lnTo>
                    <a:pt x="5916" y="4230"/>
                  </a:lnTo>
                  <a:cubicBezTo>
                    <a:pt x="6138" y="4107"/>
                    <a:pt x="6285" y="3860"/>
                    <a:pt x="6285" y="3594"/>
                  </a:cubicBezTo>
                  <a:lnTo>
                    <a:pt x="6285" y="715"/>
                  </a:lnTo>
                  <a:cubicBezTo>
                    <a:pt x="6285" y="326"/>
                    <a:pt x="5955" y="1"/>
                    <a:pt x="556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369;p35">
              <a:extLst>
                <a:ext uri="{FF2B5EF4-FFF2-40B4-BE49-F238E27FC236}">
                  <a16:creationId xmlns:a16="http://schemas.microsoft.com/office/drawing/2014/main" id="{266561E8-FC3A-A76E-5D4D-D8C280C8ED14}"/>
                </a:ext>
              </a:extLst>
            </p:cNvPr>
            <p:cNvSpPr/>
            <p:nvPr/>
          </p:nvSpPr>
          <p:spPr>
            <a:xfrm>
              <a:off x="1590333" y="4616131"/>
              <a:ext cx="23774" cy="24418"/>
            </a:xfrm>
            <a:custGeom>
              <a:avLst/>
              <a:gdLst/>
              <a:ahLst/>
              <a:cxnLst/>
              <a:rect l="l" t="t" r="r" b="b"/>
              <a:pathLst>
                <a:path w="1440" h="1479" extrusionOk="0">
                  <a:moveTo>
                    <a:pt x="266" y="0"/>
                  </a:moveTo>
                  <a:cubicBezTo>
                    <a:pt x="123" y="0"/>
                    <a:pt x="0" y="123"/>
                    <a:pt x="0" y="266"/>
                  </a:cubicBezTo>
                  <a:lnTo>
                    <a:pt x="0" y="1213"/>
                  </a:lnTo>
                  <a:cubicBezTo>
                    <a:pt x="0" y="1375"/>
                    <a:pt x="123" y="1479"/>
                    <a:pt x="266" y="1479"/>
                  </a:cubicBezTo>
                  <a:lnTo>
                    <a:pt x="1168" y="1479"/>
                  </a:lnTo>
                  <a:cubicBezTo>
                    <a:pt x="1316" y="1479"/>
                    <a:pt x="1440" y="1375"/>
                    <a:pt x="1440" y="1213"/>
                  </a:cubicBezTo>
                  <a:lnTo>
                    <a:pt x="1440" y="266"/>
                  </a:lnTo>
                  <a:cubicBezTo>
                    <a:pt x="1440" y="123"/>
                    <a:pt x="1316" y="0"/>
                    <a:pt x="11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370;p35">
              <a:extLst>
                <a:ext uri="{FF2B5EF4-FFF2-40B4-BE49-F238E27FC236}">
                  <a16:creationId xmlns:a16="http://schemas.microsoft.com/office/drawing/2014/main" id="{B2913E04-5526-2B68-5399-36818E5350CE}"/>
                </a:ext>
              </a:extLst>
            </p:cNvPr>
            <p:cNvSpPr/>
            <p:nvPr/>
          </p:nvSpPr>
          <p:spPr>
            <a:xfrm>
              <a:off x="1493638" y="4322135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0" y="390"/>
                    <a:pt x="0" y="863"/>
                  </a:cubicBezTo>
                  <a:lnTo>
                    <a:pt x="0" y="3017"/>
                  </a:lnTo>
                  <a:cubicBezTo>
                    <a:pt x="0" y="3510"/>
                    <a:pt x="370" y="3880"/>
                    <a:pt x="863" y="3880"/>
                  </a:cubicBezTo>
                  <a:cubicBezTo>
                    <a:pt x="1336" y="3880"/>
                    <a:pt x="1725" y="3510"/>
                    <a:pt x="1725" y="3017"/>
                  </a:cubicBezTo>
                  <a:lnTo>
                    <a:pt x="1725" y="863"/>
                  </a:lnTo>
                  <a:cubicBezTo>
                    <a:pt x="1725" y="636"/>
                    <a:pt x="1627" y="409"/>
                    <a:pt x="1459" y="266"/>
                  </a:cubicBezTo>
                  <a:cubicBezTo>
                    <a:pt x="1316" y="104"/>
                    <a:pt x="1089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371;p35">
              <a:extLst>
                <a:ext uri="{FF2B5EF4-FFF2-40B4-BE49-F238E27FC236}">
                  <a16:creationId xmlns:a16="http://schemas.microsoft.com/office/drawing/2014/main" id="{5CAFA10F-F266-D4FF-1F10-B21392E9F4DF}"/>
                </a:ext>
              </a:extLst>
            </p:cNvPr>
            <p:cNvSpPr/>
            <p:nvPr/>
          </p:nvSpPr>
          <p:spPr>
            <a:xfrm>
              <a:off x="1654384" y="4216326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1" y="390"/>
                    <a:pt x="1" y="863"/>
                  </a:cubicBezTo>
                  <a:lnTo>
                    <a:pt x="1" y="3017"/>
                  </a:lnTo>
                  <a:cubicBezTo>
                    <a:pt x="1" y="3510"/>
                    <a:pt x="370" y="3879"/>
                    <a:pt x="863" y="3879"/>
                  </a:cubicBezTo>
                  <a:cubicBezTo>
                    <a:pt x="1336" y="3879"/>
                    <a:pt x="1726" y="3510"/>
                    <a:pt x="1726" y="3017"/>
                  </a:cubicBezTo>
                  <a:lnTo>
                    <a:pt x="1726" y="863"/>
                  </a:lnTo>
                  <a:cubicBezTo>
                    <a:pt x="1726" y="636"/>
                    <a:pt x="1627" y="409"/>
                    <a:pt x="1460" y="266"/>
                  </a:cubicBezTo>
                  <a:cubicBezTo>
                    <a:pt x="1317" y="104"/>
                    <a:pt x="1090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372;p35">
              <a:extLst>
                <a:ext uri="{FF2B5EF4-FFF2-40B4-BE49-F238E27FC236}">
                  <a16:creationId xmlns:a16="http://schemas.microsoft.com/office/drawing/2014/main" id="{5DEB35B2-BF3E-08DF-D6A2-2B23A6E47FBB}"/>
                </a:ext>
              </a:extLst>
            </p:cNvPr>
            <p:cNvSpPr/>
            <p:nvPr/>
          </p:nvSpPr>
          <p:spPr>
            <a:xfrm>
              <a:off x="1480445" y="4202109"/>
              <a:ext cx="54945" cy="53261"/>
            </a:xfrm>
            <a:custGeom>
              <a:avLst/>
              <a:gdLst/>
              <a:ahLst/>
              <a:cxnLst/>
              <a:rect l="l" t="t" r="r" b="b"/>
              <a:pathLst>
                <a:path w="3328" h="3226" extrusionOk="0">
                  <a:moveTo>
                    <a:pt x="1694" y="0"/>
                  </a:moveTo>
                  <a:cubicBezTo>
                    <a:pt x="1632" y="0"/>
                    <a:pt x="1569" y="31"/>
                    <a:pt x="1538" y="102"/>
                  </a:cubicBezTo>
                  <a:cubicBezTo>
                    <a:pt x="1233" y="738"/>
                    <a:pt x="760" y="1211"/>
                    <a:pt x="124" y="1517"/>
                  </a:cubicBezTo>
                  <a:cubicBezTo>
                    <a:pt x="1" y="1581"/>
                    <a:pt x="1" y="1763"/>
                    <a:pt x="143" y="1827"/>
                  </a:cubicBezTo>
                  <a:cubicBezTo>
                    <a:pt x="824" y="2074"/>
                    <a:pt x="1292" y="2483"/>
                    <a:pt x="1538" y="3119"/>
                  </a:cubicBezTo>
                  <a:cubicBezTo>
                    <a:pt x="1571" y="3190"/>
                    <a:pt x="1638" y="3226"/>
                    <a:pt x="1705" y="3226"/>
                  </a:cubicBezTo>
                  <a:cubicBezTo>
                    <a:pt x="1773" y="3226"/>
                    <a:pt x="1839" y="3190"/>
                    <a:pt x="1869" y="3119"/>
                  </a:cubicBezTo>
                  <a:cubicBezTo>
                    <a:pt x="2115" y="2419"/>
                    <a:pt x="2549" y="1990"/>
                    <a:pt x="3165" y="1783"/>
                  </a:cubicBezTo>
                  <a:cubicBezTo>
                    <a:pt x="3308" y="1743"/>
                    <a:pt x="3328" y="1536"/>
                    <a:pt x="3205" y="1477"/>
                  </a:cubicBezTo>
                  <a:cubicBezTo>
                    <a:pt x="2569" y="1167"/>
                    <a:pt x="2115" y="718"/>
                    <a:pt x="1849" y="102"/>
                  </a:cubicBezTo>
                  <a:cubicBezTo>
                    <a:pt x="1828" y="38"/>
                    <a:pt x="1762" y="0"/>
                    <a:pt x="169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373;p35">
              <a:extLst>
                <a:ext uri="{FF2B5EF4-FFF2-40B4-BE49-F238E27FC236}">
                  <a16:creationId xmlns:a16="http://schemas.microsoft.com/office/drawing/2014/main" id="{0A22AC6F-C7A8-F6FA-2394-F0740A983A9A}"/>
                </a:ext>
              </a:extLst>
            </p:cNvPr>
            <p:cNvSpPr/>
            <p:nvPr/>
          </p:nvSpPr>
          <p:spPr>
            <a:xfrm>
              <a:off x="1485894" y="4314639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2" y="927"/>
                  </a:moveTo>
                  <a:cubicBezTo>
                    <a:pt x="1539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9" y="3885"/>
                    <a:pt x="1332" y="3885"/>
                  </a:cubicBezTo>
                  <a:cubicBezTo>
                    <a:pt x="1110" y="3885"/>
                    <a:pt x="923" y="3698"/>
                    <a:pt x="923" y="3471"/>
                  </a:cubicBezTo>
                  <a:lnTo>
                    <a:pt x="923" y="1317"/>
                  </a:lnTo>
                  <a:cubicBezTo>
                    <a:pt x="923" y="1110"/>
                    <a:pt x="1110" y="927"/>
                    <a:pt x="1332" y="927"/>
                  </a:cubicBezTo>
                  <a:close/>
                  <a:moveTo>
                    <a:pt x="1332" y="1"/>
                  </a:moveTo>
                  <a:cubicBezTo>
                    <a:pt x="592" y="1"/>
                    <a:pt x="1" y="597"/>
                    <a:pt x="1" y="1317"/>
                  </a:cubicBezTo>
                  <a:lnTo>
                    <a:pt x="1" y="3471"/>
                  </a:lnTo>
                  <a:cubicBezTo>
                    <a:pt x="1" y="4210"/>
                    <a:pt x="592" y="4807"/>
                    <a:pt x="1332" y="4807"/>
                  </a:cubicBezTo>
                  <a:cubicBezTo>
                    <a:pt x="2051" y="4807"/>
                    <a:pt x="2648" y="4210"/>
                    <a:pt x="2648" y="3471"/>
                  </a:cubicBezTo>
                  <a:lnTo>
                    <a:pt x="2648" y="1317"/>
                  </a:lnTo>
                  <a:cubicBezTo>
                    <a:pt x="2648" y="597"/>
                    <a:pt x="2051" y="1"/>
                    <a:pt x="13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374;p35">
              <a:extLst>
                <a:ext uri="{FF2B5EF4-FFF2-40B4-BE49-F238E27FC236}">
                  <a16:creationId xmlns:a16="http://schemas.microsoft.com/office/drawing/2014/main" id="{F0DE6C3E-CBA1-9419-2917-5E59AA393ECE}"/>
                </a:ext>
              </a:extLst>
            </p:cNvPr>
            <p:cNvSpPr/>
            <p:nvPr/>
          </p:nvSpPr>
          <p:spPr>
            <a:xfrm>
              <a:off x="1646657" y="4208830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1" y="927"/>
                  </a:moveTo>
                  <a:cubicBezTo>
                    <a:pt x="1538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8" y="3885"/>
                    <a:pt x="1331" y="3885"/>
                  </a:cubicBezTo>
                  <a:cubicBezTo>
                    <a:pt x="1109" y="3885"/>
                    <a:pt x="922" y="3698"/>
                    <a:pt x="922" y="3471"/>
                  </a:cubicBezTo>
                  <a:lnTo>
                    <a:pt x="922" y="1317"/>
                  </a:lnTo>
                  <a:cubicBezTo>
                    <a:pt x="922" y="1110"/>
                    <a:pt x="1109" y="927"/>
                    <a:pt x="1331" y="927"/>
                  </a:cubicBezTo>
                  <a:close/>
                  <a:moveTo>
                    <a:pt x="1331" y="1"/>
                  </a:moveTo>
                  <a:cubicBezTo>
                    <a:pt x="592" y="1"/>
                    <a:pt x="0" y="597"/>
                    <a:pt x="0" y="1317"/>
                  </a:cubicBezTo>
                  <a:lnTo>
                    <a:pt x="0" y="3471"/>
                  </a:lnTo>
                  <a:cubicBezTo>
                    <a:pt x="0" y="4210"/>
                    <a:pt x="592" y="4807"/>
                    <a:pt x="1331" y="4807"/>
                  </a:cubicBezTo>
                  <a:cubicBezTo>
                    <a:pt x="2051" y="4807"/>
                    <a:pt x="2647" y="4210"/>
                    <a:pt x="2647" y="3471"/>
                  </a:cubicBezTo>
                  <a:lnTo>
                    <a:pt x="2647" y="1317"/>
                  </a:lnTo>
                  <a:cubicBezTo>
                    <a:pt x="2647" y="597"/>
                    <a:pt x="2051" y="1"/>
                    <a:pt x="13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375;p35">
              <a:extLst>
                <a:ext uri="{FF2B5EF4-FFF2-40B4-BE49-F238E27FC236}">
                  <a16:creationId xmlns:a16="http://schemas.microsoft.com/office/drawing/2014/main" id="{40B75512-19C4-98EB-37D1-EAE8CE3A01B6}"/>
                </a:ext>
              </a:extLst>
            </p:cNvPr>
            <p:cNvSpPr/>
            <p:nvPr/>
          </p:nvSpPr>
          <p:spPr>
            <a:xfrm>
              <a:off x="1447239" y="4432980"/>
              <a:ext cx="308209" cy="264523"/>
            </a:xfrm>
            <a:custGeom>
              <a:avLst/>
              <a:gdLst/>
              <a:ahLst/>
              <a:cxnLst/>
              <a:rect l="l" t="t" r="r" b="b"/>
              <a:pathLst>
                <a:path w="18668" h="16022" extrusionOk="0">
                  <a:moveTo>
                    <a:pt x="17085" y="928"/>
                  </a:moveTo>
                  <a:cubicBezTo>
                    <a:pt x="17455" y="928"/>
                    <a:pt x="17746" y="1233"/>
                    <a:pt x="17746" y="1603"/>
                  </a:cubicBezTo>
                  <a:lnTo>
                    <a:pt x="17746" y="14439"/>
                  </a:lnTo>
                  <a:cubicBezTo>
                    <a:pt x="17746" y="14809"/>
                    <a:pt x="17455" y="15100"/>
                    <a:pt x="17085" y="15100"/>
                  </a:cubicBezTo>
                  <a:lnTo>
                    <a:pt x="1578" y="15100"/>
                  </a:lnTo>
                  <a:cubicBezTo>
                    <a:pt x="1208" y="15100"/>
                    <a:pt x="922" y="14809"/>
                    <a:pt x="922" y="14439"/>
                  </a:cubicBezTo>
                  <a:lnTo>
                    <a:pt x="922" y="1603"/>
                  </a:lnTo>
                  <a:cubicBezTo>
                    <a:pt x="922" y="1233"/>
                    <a:pt x="1208" y="928"/>
                    <a:pt x="1578" y="928"/>
                  </a:cubicBezTo>
                  <a:close/>
                  <a:moveTo>
                    <a:pt x="1578" y="1"/>
                  </a:moveTo>
                  <a:cubicBezTo>
                    <a:pt x="715" y="1"/>
                    <a:pt x="0" y="721"/>
                    <a:pt x="0" y="1603"/>
                  </a:cubicBezTo>
                  <a:lnTo>
                    <a:pt x="0" y="14439"/>
                  </a:lnTo>
                  <a:cubicBezTo>
                    <a:pt x="0" y="15326"/>
                    <a:pt x="715" y="16021"/>
                    <a:pt x="1578" y="16021"/>
                  </a:cubicBezTo>
                  <a:lnTo>
                    <a:pt x="17085" y="16021"/>
                  </a:lnTo>
                  <a:cubicBezTo>
                    <a:pt x="17948" y="16021"/>
                    <a:pt x="18668" y="15326"/>
                    <a:pt x="18668" y="14439"/>
                  </a:cubicBezTo>
                  <a:lnTo>
                    <a:pt x="18668" y="1603"/>
                  </a:lnTo>
                  <a:cubicBezTo>
                    <a:pt x="18668" y="721"/>
                    <a:pt x="17948" y="1"/>
                    <a:pt x="1708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376;p35">
              <a:extLst>
                <a:ext uri="{FF2B5EF4-FFF2-40B4-BE49-F238E27FC236}">
                  <a16:creationId xmlns:a16="http://schemas.microsoft.com/office/drawing/2014/main" id="{77949981-942B-6855-6CA7-9A1AA4D9878B}"/>
                </a:ext>
              </a:extLst>
            </p:cNvPr>
            <p:cNvSpPr/>
            <p:nvPr/>
          </p:nvSpPr>
          <p:spPr>
            <a:xfrm>
              <a:off x="1477753" y="4463511"/>
              <a:ext cx="247188" cy="203469"/>
            </a:xfrm>
            <a:custGeom>
              <a:avLst/>
              <a:gdLst/>
              <a:ahLst/>
              <a:cxnLst/>
              <a:rect l="l" t="t" r="r" b="b"/>
              <a:pathLst>
                <a:path w="14972" h="12324" extrusionOk="0">
                  <a:moveTo>
                    <a:pt x="469" y="1"/>
                  </a:moveTo>
                  <a:cubicBezTo>
                    <a:pt x="203" y="1"/>
                    <a:pt x="1" y="208"/>
                    <a:pt x="1" y="474"/>
                  </a:cubicBezTo>
                  <a:lnTo>
                    <a:pt x="1" y="7621"/>
                  </a:lnTo>
                  <a:cubicBezTo>
                    <a:pt x="1" y="7868"/>
                    <a:pt x="203" y="8075"/>
                    <a:pt x="469" y="8075"/>
                  </a:cubicBezTo>
                  <a:cubicBezTo>
                    <a:pt x="716" y="8075"/>
                    <a:pt x="923" y="7868"/>
                    <a:pt x="923" y="7621"/>
                  </a:cubicBezTo>
                  <a:lnTo>
                    <a:pt x="923" y="927"/>
                  </a:lnTo>
                  <a:lnTo>
                    <a:pt x="14050" y="927"/>
                  </a:lnTo>
                  <a:lnTo>
                    <a:pt x="14050" y="11402"/>
                  </a:lnTo>
                  <a:lnTo>
                    <a:pt x="923" y="11402"/>
                  </a:lnTo>
                  <a:lnTo>
                    <a:pt x="923" y="9470"/>
                  </a:lnTo>
                  <a:cubicBezTo>
                    <a:pt x="923" y="9204"/>
                    <a:pt x="716" y="8997"/>
                    <a:pt x="469" y="8997"/>
                  </a:cubicBezTo>
                  <a:cubicBezTo>
                    <a:pt x="203" y="8997"/>
                    <a:pt x="1" y="9204"/>
                    <a:pt x="1" y="9470"/>
                  </a:cubicBezTo>
                  <a:lnTo>
                    <a:pt x="1" y="11875"/>
                  </a:lnTo>
                  <a:cubicBezTo>
                    <a:pt x="1" y="12122"/>
                    <a:pt x="203" y="12324"/>
                    <a:pt x="469" y="12324"/>
                  </a:cubicBezTo>
                  <a:lnTo>
                    <a:pt x="14518" y="12324"/>
                  </a:lnTo>
                  <a:cubicBezTo>
                    <a:pt x="14764" y="12324"/>
                    <a:pt x="14971" y="12122"/>
                    <a:pt x="14971" y="11875"/>
                  </a:cubicBezTo>
                  <a:lnTo>
                    <a:pt x="14971" y="474"/>
                  </a:lnTo>
                  <a:cubicBezTo>
                    <a:pt x="14971" y="208"/>
                    <a:pt x="14764" y="1"/>
                    <a:pt x="14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377;p35">
              <a:extLst>
                <a:ext uri="{FF2B5EF4-FFF2-40B4-BE49-F238E27FC236}">
                  <a16:creationId xmlns:a16="http://schemas.microsoft.com/office/drawing/2014/main" id="{8D424AF7-5841-95E5-F83F-D30A4889ECE1}"/>
                </a:ext>
              </a:extLst>
            </p:cNvPr>
            <p:cNvSpPr/>
            <p:nvPr/>
          </p:nvSpPr>
          <p:spPr>
            <a:xfrm>
              <a:off x="1685312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378;p35">
              <a:extLst>
                <a:ext uri="{FF2B5EF4-FFF2-40B4-BE49-F238E27FC236}">
                  <a16:creationId xmlns:a16="http://schemas.microsoft.com/office/drawing/2014/main" id="{528C052D-4E6D-17ED-1AC6-24FB252F7F65}"/>
                </a:ext>
              </a:extLst>
            </p:cNvPr>
            <p:cNvSpPr/>
            <p:nvPr/>
          </p:nvSpPr>
          <p:spPr>
            <a:xfrm>
              <a:off x="1501118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379;p35">
              <a:extLst>
                <a:ext uri="{FF2B5EF4-FFF2-40B4-BE49-F238E27FC236}">
                  <a16:creationId xmlns:a16="http://schemas.microsoft.com/office/drawing/2014/main" id="{F56060E3-8DAC-6C57-E424-7771CC72DC40}"/>
                </a:ext>
              </a:extLst>
            </p:cNvPr>
            <p:cNvSpPr/>
            <p:nvPr/>
          </p:nvSpPr>
          <p:spPr>
            <a:xfrm>
              <a:off x="1685312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380;p35">
              <a:extLst>
                <a:ext uri="{FF2B5EF4-FFF2-40B4-BE49-F238E27FC236}">
                  <a16:creationId xmlns:a16="http://schemas.microsoft.com/office/drawing/2014/main" id="{ADBA03F0-1134-001D-88DC-E4FDFDEFE78A}"/>
                </a:ext>
              </a:extLst>
            </p:cNvPr>
            <p:cNvSpPr/>
            <p:nvPr/>
          </p:nvSpPr>
          <p:spPr>
            <a:xfrm>
              <a:off x="1501118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381;p35">
              <a:extLst>
                <a:ext uri="{FF2B5EF4-FFF2-40B4-BE49-F238E27FC236}">
                  <a16:creationId xmlns:a16="http://schemas.microsoft.com/office/drawing/2014/main" id="{2C8D5A9F-884F-D7FA-6882-30EBFDF131FB}"/>
                </a:ext>
              </a:extLst>
            </p:cNvPr>
            <p:cNvSpPr/>
            <p:nvPr/>
          </p:nvSpPr>
          <p:spPr>
            <a:xfrm>
              <a:off x="1545569" y="4489319"/>
              <a:ext cx="118988" cy="113952"/>
            </a:xfrm>
            <a:custGeom>
              <a:avLst/>
              <a:gdLst/>
              <a:ahLst/>
              <a:cxnLst/>
              <a:rect l="l" t="t" r="r" b="b"/>
              <a:pathLst>
                <a:path w="7207" h="6902" extrusionOk="0">
                  <a:moveTo>
                    <a:pt x="6019" y="922"/>
                  </a:moveTo>
                  <a:cubicBezTo>
                    <a:pt x="6162" y="922"/>
                    <a:pt x="6285" y="1025"/>
                    <a:pt x="6285" y="1168"/>
                  </a:cubicBezTo>
                  <a:lnTo>
                    <a:pt x="6285" y="4047"/>
                  </a:lnTo>
                  <a:cubicBezTo>
                    <a:pt x="6285" y="4126"/>
                    <a:pt x="6221" y="4229"/>
                    <a:pt x="6142" y="4274"/>
                  </a:cubicBezTo>
                  <a:lnTo>
                    <a:pt x="3924" y="5442"/>
                  </a:lnTo>
                  <a:cubicBezTo>
                    <a:pt x="3781" y="5526"/>
                    <a:pt x="3677" y="5689"/>
                    <a:pt x="3677" y="5851"/>
                  </a:cubicBezTo>
                  <a:lnTo>
                    <a:pt x="3677" y="5974"/>
                  </a:lnTo>
                  <a:lnTo>
                    <a:pt x="3184" y="5974"/>
                  </a:lnTo>
                  <a:lnTo>
                    <a:pt x="3184" y="5422"/>
                  </a:lnTo>
                  <a:cubicBezTo>
                    <a:pt x="3184" y="5319"/>
                    <a:pt x="3224" y="5235"/>
                    <a:pt x="3308" y="5196"/>
                  </a:cubicBezTo>
                  <a:lnTo>
                    <a:pt x="5526" y="4027"/>
                  </a:lnTo>
                  <a:cubicBezTo>
                    <a:pt x="5669" y="3944"/>
                    <a:pt x="5772" y="3781"/>
                    <a:pt x="5772" y="3613"/>
                  </a:cubicBezTo>
                  <a:lnTo>
                    <a:pt x="5772" y="1888"/>
                  </a:lnTo>
                  <a:cubicBezTo>
                    <a:pt x="5772" y="1642"/>
                    <a:pt x="5565" y="1439"/>
                    <a:pt x="5299" y="1439"/>
                  </a:cubicBezTo>
                  <a:lnTo>
                    <a:pt x="1888" y="1439"/>
                  </a:lnTo>
                  <a:cubicBezTo>
                    <a:pt x="1622" y="1439"/>
                    <a:pt x="1415" y="1642"/>
                    <a:pt x="1415" y="1888"/>
                  </a:cubicBezTo>
                  <a:lnTo>
                    <a:pt x="1415" y="2692"/>
                  </a:lnTo>
                  <a:lnTo>
                    <a:pt x="922" y="2692"/>
                  </a:lnTo>
                  <a:lnTo>
                    <a:pt x="922" y="1168"/>
                  </a:lnTo>
                  <a:cubicBezTo>
                    <a:pt x="922" y="1025"/>
                    <a:pt x="1025" y="922"/>
                    <a:pt x="1168" y="922"/>
                  </a:cubicBezTo>
                  <a:close/>
                  <a:moveTo>
                    <a:pt x="1168" y="0"/>
                  </a:moveTo>
                  <a:cubicBezTo>
                    <a:pt x="513" y="0"/>
                    <a:pt x="0" y="532"/>
                    <a:pt x="0" y="1168"/>
                  </a:cubicBezTo>
                  <a:lnTo>
                    <a:pt x="0" y="2977"/>
                  </a:lnTo>
                  <a:cubicBezTo>
                    <a:pt x="0" y="3327"/>
                    <a:pt x="286" y="3613"/>
                    <a:pt x="636" y="3613"/>
                  </a:cubicBezTo>
                  <a:lnTo>
                    <a:pt x="1706" y="3613"/>
                  </a:lnTo>
                  <a:cubicBezTo>
                    <a:pt x="2056" y="3613"/>
                    <a:pt x="2341" y="3327"/>
                    <a:pt x="2341" y="2977"/>
                  </a:cubicBezTo>
                  <a:lnTo>
                    <a:pt x="2341" y="2361"/>
                  </a:lnTo>
                  <a:lnTo>
                    <a:pt x="4846" y="2361"/>
                  </a:lnTo>
                  <a:lnTo>
                    <a:pt x="4846" y="3327"/>
                  </a:lnTo>
                  <a:lnTo>
                    <a:pt x="2874" y="4372"/>
                  </a:lnTo>
                  <a:cubicBezTo>
                    <a:pt x="2484" y="4579"/>
                    <a:pt x="2258" y="4989"/>
                    <a:pt x="2258" y="5422"/>
                  </a:cubicBezTo>
                  <a:lnTo>
                    <a:pt x="2258" y="6246"/>
                  </a:lnTo>
                  <a:cubicBezTo>
                    <a:pt x="2258" y="6615"/>
                    <a:pt x="2548" y="6901"/>
                    <a:pt x="2894" y="6901"/>
                  </a:cubicBezTo>
                  <a:lnTo>
                    <a:pt x="3963" y="6901"/>
                  </a:lnTo>
                  <a:cubicBezTo>
                    <a:pt x="4313" y="6901"/>
                    <a:pt x="4599" y="6615"/>
                    <a:pt x="4599" y="6246"/>
                  </a:cubicBezTo>
                  <a:lnTo>
                    <a:pt x="4599" y="6122"/>
                  </a:lnTo>
                  <a:lnTo>
                    <a:pt x="6571" y="5072"/>
                  </a:lnTo>
                  <a:cubicBezTo>
                    <a:pt x="6960" y="4865"/>
                    <a:pt x="7207" y="4476"/>
                    <a:pt x="7207" y="4047"/>
                  </a:cubicBezTo>
                  <a:lnTo>
                    <a:pt x="7207" y="1168"/>
                  </a:lnTo>
                  <a:cubicBezTo>
                    <a:pt x="7207" y="532"/>
                    <a:pt x="6674" y="0"/>
                    <a:pt x="6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382;p35">
              <a:extLst>
                <a:ext uri="{FF2B5EF4-FFF2-40B4-BE49-F238E27FC236}">
                  <a16:creationId xmlns:a16="http://schemas.microsoft.com/office/drawing/2014/main" id="{FEBFA257-78A7-7E14-7E8F-6B02029DEF47}"/>
                </a:ext>
              </a:extLst>
            </p:cNvPr>
            <p:cNvSpPr/>
            <p:nvPr/>
          </p:nvSpPr>
          <p:spPr>
            <a:xfrm>
              <a:off x="1582837" y="4608718"/>
              <a:ext cx="38683" cy="39657"/>
            </a:xfrm>
            <a:custGeom>
              <a:avLst/>
              <a:gdLst/>
              <a:ahLst/>
              <a:cxnLst/>
              <a:rect l="l" t="t" r="r" b="b"/>
              <a:pathLst>
                <a:path w="2343" h="2402" extrusionOk="0">
                  <a:moveTo>
                    <a:pt x="1420" y="922"/>
                  </a:moveTo>
                  <a:lnTo>
                    <a:pt x="1420" y="1479"/>
                  </a:lnTo>
                  <a:lnTo>
                    <a:pt x="927" y="1479"/>
                  </a:lnTo>
                  <a:lnTo>
                    <a:pt x="927" y="922"/>
                  </a:lnTo>
                  <a:close/>
                  <a:moveTo>
                    <a:pt x="720" y="0"/>
                  </a:moveTo>
                  <a:cubicBezTo>
                    <a:pt x="331" y="0"/>
                    <a:pt x="1" y="326"/>
                    <a:pt x="1" y="715"/>
                  </a:cubicBezTo>
                  <a:lnTo>
                    <a:pt x="1" y="1662"/>
                  </a:lnTo>
                  <a:cubicBezTo>
                    <a:pt x="1" y="2071"/>
                    <a:pt x="331" y="2401"/>
                    <a:pt x="720" y="2401"/>
                  </a:cubicBezTo>
                  <a:lnTo>
                    <a:pt x="1622" y="2401"/>
                  </a:lnTo>
                  <a:cubicBezTo>
                    <a:pt x="2017" y="2401"/>
                    <a:pt x="2342" y="2071"/>
                    <a:pt x="2342" y="1662"/>
                  </a:cubicBezTo>
                  <a:lnTo>
                    <a:pt x="2342" y="715"/>
                  </a:lnTo>
                  <a:cubicBezTo>
                    <a:pt x="2342" y="326"/>
                    <a:pt x="2017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383;p35">
              <a:extLst>
                <a:ext uri="{FF2B5EF4-FFF2-40B4-BE49-F238E27FC236}">
                  <a16:creationId xmlns:a16="http://schemas.microsoft.com/office/drawing/2014/main" id="{E302041A-CB6F-42C0-4477-014E1496B03A}"/>
                </a:ext>
              </a:extLst>
            </p:cNvPr>
            <p:cNvSpPr/>
            <p:nvPr/>
          </p:nvSpPr>
          <p:spPr>
            <a:xfrm>
              <a:off x="1452275" y="4282407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5857" y="1130"/>
                  </a:moveTo>
                  <a:lnTo>
                    <a:pt x="5857" y="1130"/>
                  </a:lnTo>
                  <a:cubicBezTo>
                    <a:pt x="6739" y="1499"/>
                    <a:pt x="7336" y="2362"/>
                    <a:pt x="7336" y="3372"/>
                  </a:cubicBezTo>
                  <a:lnTo>
                    <a:pt x="7336" y="5221"/>
                  </a:lnTo>
                  <a:cubicBezTo>
                    <a:pt x="7336" y="6226"/>
                    <a:pt x="6739" y="7089"/>
                    <a:pt x="5857" y="7459"/>
                  </a:cubicBezTo>
                  <a:cubicBezTo>
                    <a:pt x="6389" y="6862"/>
                    <a:pt x="6720" y="6084"/>
                    <a:pt x="6720" y="5221"/>
                  </a:cubicBezTo>
                  <a:lnTo>
                    <a:pt x="6720" y="3372"/>
                  </a:lnTo>
                  <a:cubicBezTo>
                    <a:pt x="6720" y="2510"/>
                    <a:pt x="6389" y="1726"/>
                    <a:pt x="5857" y="1130"/>
                  </a:cubicBezTo>
                  <a:close/>
                  <a:moveTo>
                    <a:pt x="3368" y="927"/>
                  </a:moveTo>
                  <a:cubicBezTo>
                    <a:pt x="4704" y="927"/>
                    <a:pt x="5793" y="2037"/>
                    <a:pt x="5793" y="3372"/>
                  </a:cubicBezTo>
                  <a:lnTo>
                    <a:pt x="5793" y="5221"/>
                  </a:lnTo>
                  <a:cubicBezTo>
                    <a:pt x="5793" y="6552"/>
                    <a:pt x="4704" y="7641"/>
                    <a:pt x="3368" y="7641"/>
                  </a:cubicBezTo>
                  <a:cubicBezTo>
                    <a:pt x="2012" y="7641"/>
                    <a:pt x="928" y="6552"/>
                    <a:pt x="928" y="5221"/>
                  </a:cubicBezTo>
                  <a:lnTo>
                    <a:pt x="928" y="3372"/>
                  </a:lnTo>
                  <a:cubicBezTo>
                    <a:pt x="928" y="2037"/>
                    <a:pt x="2012" y="927"/>
                    <a:pt x="3368" y="927"/>
                  </a:cubicBezTo>
                  <a:close/>
                  <a:moveTo>
                    <a:pt x="3368" y="1"/>
                  </a:moveTo>
                  <a:cubicBezTo>
                    <a:pt x="1499" y="1"/>
                    <a:pt x="1" y="1524"/>
                    <a:pt x="1" y="3372"/>
                  </a:cubicBezTo>
                  <a:lnTo>
                    <a:pt x="1" y="5221"/>
                  </a:lnTo>
                  <a:cubicBezTo>
                    <a:pt x="1" y="7069"/>
                    <a:pt x="1499" y="8568"/>
                    <a:pt x="3368" y="8568"/>
                  </a:cubicBezTo>
                  <a:lnTo>
                    <a:pt x="4911" y="8568"/>
                  </a:lnTo>
                  <a:cubicBezTo>
                    <a:pt x="6759" y="8568"/>
                    <a:pt x="8258" y="7069"/>
                    <a:pt x="8258" y="5221"/>
                  </a:cubicBezTo>
                  <a:lnTo>
                    <a:pt x="8258" y="3372"/>
                  </a:lnTo>
                  <a:cubicBezTo>
                    <a:pt x="8258" y="1524"/>
                    <a:pt x="6759" y="1"/>
                    <a:pt x="4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384;p35">
              <a:extLst>
                <a:ext uri="{FF2B5EF4-FFF2-40B4-BE49-F238E27FC236}">
                  <a16:creationId xmlns:a16="http://schemas.microsoft.com/office/drawing/2014/main" id="{4D3E2502-9197-71F6-CC27-0C29B2FB2703}"/>
                </a:ext>
              </a:extLst>
            </p:cNvPr>
            <p:cNvSpPr/>
            <p:nvPr/>
          </p:nvSpPr>
          <p:spPr>
            <a:xfrm>
              <a:off x="1613038" y="4176598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3367" y="927"/>
                  </a:moveTo>
                  <a:cubicBezTo>
                    <a:pt x="4560" y="927"/>
                    <a:pt x="5585" y="1829"/>
                    <a:pt x="5773" y="3003"/>
                  </a:cubicBezTo>
                  <a:cubicBezTo>
                    <a:pt x="5808" y="3242"/>
                    <a:pt x="5995" y="3398"/>
                    <a:pt x="6212" y="3398"/>
                  </a:cubicBezTo>
                  <a:cubicBezTo>
                    <a:pt x="6236" y="3398"/>
                    <a:pt x="6261" y="3396"/>
                    <a:pt x="6285" y="3392"/>
                  </a:cubicBezTo>
                  <a:cubicBezTo>
                    <a:pt x="6552" y="3348"/>
                    <a:pt x="6719" y="3126"/>
                    <a:pt x="6675" y="2879"/>
                  </a:cubicBezTo>
                  <a:cubicBezTo>
                    <a:pt x="6571" y="2199"/>
                    <a:pt x="6285" y="1603"/>
                    <a:pt x="5857" y="1129"/>
                  </a:cubicBezTo>
                  <a:lnTo>
                    <a:pt x="5857" y="1129"/>
                  </a:lnTo>
                  <a:cubicBezTo>
                    <a:pt x="6719" y="1499"/>
                    <a:pt x="7335" y="2362"/>
                    <a:pt x="7335" y="3372"/>
                  </a:cubicBezTo>
                  <a:lnTo>
                    <a:pt x="7335" y="5221"/>
                  </a:lnTo>
                  <a:cubicBezTo>
                    <a:pt x="7335" y="6226"/>
                    <a:pt x="6739" y="7089"/>
                    <a:pt x="5857" y="7459"/>
                  </a:cubicBezTo>
                  <a:cubicBezTo>
                    <a:pt x="6389" y="6862"/>
                    <a:pt x="6719" y="6083"/>
                    <a:pt x="6719" y="5221"/>
                  </a:cubicBezTo>
                  <a:lnTo>
                    <a:pt x="6719" y="4787"/>
                  </a:lnTo>
                  <a:cubicBezTo>
                    <a:pt x="6719" y="4521"/>
                    <a:pt x="6512" y="4314"/>
                    <a:pt x="6266" y="4314"/>
                  </a:cubicBezTo>
                  <a:cubicBezTo>
                    <a:pt x="5999" y="4314"/>
                    <a:pt x="5792" y="4521"/>
                    <a:pt x="5792" y="4787"/>
                  </a:cubicBezTo>
                  <a:lnTo>
                    <a:pt x="5792" y="5221"/>
                  </a:lnTo>
                  <a:cubicBezTo>
                    <a:pt x="5792" y="6552"/>
                    <a:pt x="4703" y="7641"/>
                    <a:pt x="3367" y="7641"/>
                  </a:cubicBezTo>
                  <a:cubicBezTo>
                    <a:pt x="2012" y="7641"/>
                    <a:pt x="927" y="6552"/>
                    <a:pt x="927" y="5221"/>
                  </a:cubicBezTo>
                  <a:lnTo>
                    <a:pt x="927" y="3372"/>
                  </a:lnTo>
                  <a:cubicBezTo>
                    <a:pt x="927" y="2036"/>
                    <a:pt x="2012" y="927"/>
                    <a:pt x="3367" y="927"/>
                  </a:cubicBezTo>
                  <a:close/>
                  <a:moveTo>
                    <a:pt x="3367" y="1"/>
                  </a:moveTo>
                  <a:cubicBezTo>
                    <a:pt x="1499" y="1"/>
                    <a:pt x="0" y="1524"/>
                    <a:pt x="0" y="3372"/>
                  </a:cubicBezTo>
                  <a:lnTo>
                    <a:pt x="0" y="5221"/>
                  </a:lnTo>
                  <a:cubicBezTo>
                    <a:pt x="0" y="7069"/>
                    <a:pt x="1499" y="8568"/>
                    <a:pt x="3367" y="8568"/>
                  </a:cubicBezTo>
                  <a:lnTo>
                    <a:pt x="4910" y="8568"/>
                  </a:lnTo>
                  <a:cubicBezTo>
                    <a:pt x="6759" y="8568"/>
                    <a:pt x="8257" y="7069"/>
                    <a:pt x="8257" y="5221"/>
                  </a:cubicBezTo>
                  <a:lnTo>
                    <a:pt x="8257" y="3372"/>
                  </a:lnTo>
                  <a:cubicBezTo>
                    <a:pt x="8257" y="1524"/>
                    <a:pt x="6759" y="1"/>
                    <a:pt x="491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385;p35">
              <a:extLst>
                <a:ext uri="{FF2B5EF4-FFF2-40B4-BE49-F238E27FC236}">
                  <a16:creationId xmlns:a16="http://schemas.microsoft.com/office/drawing/2014/main" id="{2640D15F-30CD-CADE-209D-B72F4EE3277A}"/>
                </a:ext>
              </a:extLst>
            </p:cNvPr>
            <p:cNvSpPr/>
            <p:nvPr/>
          </p:nvSpPr>
          <p:spPr>
            <a:xfrm>
              <a:off x="1472965" y="4194563"/>
              <a:ext cx="69507" cy="68566"/>
            </a:xfrm>
            <a:custGeom>
              <a:avLst/>
              <a:gdLst/>
              <a:ahLst/>
              <a:cxnLst/>
              <a:rect l="l" t="t" r="r" b="b"/>
              <a:pathLst>
                <a:path w="4210" h="4153" extrusionOk="0">
                  <a:moveTo>
                    <a:pt x="2139" y="1234"/>
                  </a:moveTo>
                  <a:cubicBezTo>
                    <a:pt x="2341" y="1545"/>
                    <a:pt x="2608" y="1811"/>
                    <a:pt x="2938" y="2057"/>
                  </a:cubicBezTo>
                  <a:cubicBezTo>
                    <a:pt x="2608" y="2240"/>
                    <a:pt x="2341" y="2506"/>
                    <a:pt x="2139" y="2856"/>
                  </a:cubicBezTo>
                  <a:cubicBezTo>
                    <a:pt x="1913" y="2550"/>
                    <a:pt x="1622" y="2284"/>
                    <a:pt x="1277" y="2097"/>
                  </a:cubicBezTo>
                  <a:cubicBezTo>
                    <a:pt x="1622" y="1850"/>
                    <a:pt x="1913" y="1565"/>
                    <a:pt x="2139" y="1234"/>
                  </a:cubicBezTo>
                  <a:close/>
                  <a:moveTo>
                    <a:pt x="2114" y="0"/>
                  </a:moveTo>
                  <a:cubicBezTo>
                    <a:pt x="1885" y="0"/>
                    <a:pt x="1679" y="139"/>
                    <a:pt x="1582" y="352"/>
                  </a:cubicBezTo>
                  <a:cubicBezTo>
                    <a:pt x="1316" y="884"/>
                    <a:pt x="927" y="1274"/>
                    <a:pt x="370" y="1545"/>
                  </a:cubicBezTo>
                  <a:cubicBezTo>
                    <a:pt x="143" y="1668"/>
                    <a:pt x="0" y="1890"/>
                    <a:pt x="20" y="2161"/>
                  </a:cubicBezTo>
                  <a:cubicBezTo>
                    <a:pt x="44" y="2407"/>
                    <a:pt x="207" y="2629"/>
                    <a:pt x="454" y="2713"/>
                  </a:cubicBezTo>
                  <a:cubicBezTo>
                    <a:pt x="1006" y="2920"/>
                    <a:pt x="1375" y="3245"/>
                    <a:pt x="1582" y="3763"/>
                  </a:cubicBezTo>
                  <a:cubicBezTo>
                    <a:pt x="1666" y="3985"/>
                    <a:pt x="1893" y="4152"/>
                    <a:pt x="2159" y="4152"/>
                  </a:cubicBezTo>
                  <a:lnTo>
                    <a:pt x="2179" y="4152"/>
                  </a:lnTo>
                  <a:cubicBezTo>
                    <a:pt x="2445" y="4152"/>
                    <a:pt x="2672" y="3985"/>
                    <a:pt x="2756" y="3719"/>
                  </a:cubicBezTo>
                  <a:cubicBezTo>
                    <a:pt x="2958" y="3167"/>
                    <a:pt x="3268" y="2836"/>
                    <a:pt x="3761" y="2693"/>
                  </a:cubicBezTo>
                  <a:cubicBezTo>
                    <a:pt x="4008" y="2610"/>
                    <a:pt x="4170" y="2407"/>
                    <a:pt x="4190" y="2136"/>
                  </a:cubicBezTo>
                  <a:cubicBezTo>
                    <a:pt x="4210" y="1870"/>
                    <a:pt x="4086" y="1624"/>
                    <a:pt x="3840" y="1520"/>
                  </a:cubicBezTo>
                  <a:cubicBezTo>
                    <a:pt x="3308" y="1254"/>
                    <a:pt x="2938" y="884"/>
                    <a:pt x="2731" y="391"/>
                  </a:cubicBezTo>
                  <a:cubicBezTo>
                    <a:pt x="2632" y="145"/>
                    <a:pt x="2406" y="2"/>
                    <a:pt x="2159" y="2"/>
                  </a:cubicBezTo>
                  <a:cubicBezTo>
                    <a:pt x="2144" y="1"/>
                    <a:pt x="2129" y="0"/>
                    <a:pt x="211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758;p37">
            <a:extLst>
              <a:ext uri="{FF2B5EF4-FFF2-40B4-BE49-F238E27FC236}">
                <a16:creationId xmlns:a16="http://schemas.microsoft.com/office/drawing/2014/main" id="{3838AC4F-B0C8-D7AF-3B7F-492A07577E80}"/>
              </a:ext>
            </a:extLst>
          </p:cNvPr>
          <p:cNvGrpSpPr/>
          <p:nvPr/>
        </p:nvGrpSpPr>
        <p:grpSpPr>
          <a:xfrm>
            <a:off x="4066750" y="3686629"/>
            <a:ext cx="290071" cy="251521"/>
            <a:chOff x="7894199" y="1494187"/>
            <a:chExt cx="564964" cy="412696"/>
          </a:xfrm>
        </p:grpSpPr>
        <p:sp>
          <p:nvSpPr>
            <p:cNvPr id="126" name="Google Shape;1759;p37">
              <a:extLst>
                <a:ext uri="{FF2B5EF4-FFF2-40B4-BE49-F238E27FC236}">
                  <a16:creationId xmlns:a16="http://schemas.microsoft.com/office/drawing/2014/main" id="{16C6D8FC-C8A5-9D5F-6FFC-AA2E22D89CC5}"/>
                </a:ext>
              </a:extLst>
            </p:cNvPr>
            <p:cNvSpPr/>
            <p:nvPr/>
          </p:nvSpPr>
          <p:spPr>
            <a:xfrm>
              <a:off x="8136952" y="1502317"/>
              <a:ext cx="252729" cy="142311"/>
            </a:xfrm>
            <a:custGeom>
              <a:avLst/>
              <a:gdLst/>
              <a:ahLst/>
              <a:cxnLst/>
              <a:rect l="l" t="t" r="r" b="b"/>
              <a:pathLst>
                <a:path w="14113" h="7947" extrusionOk="0">
                  <a:moveTo>
                    <a:pt x="5053" y="0"/>
                  </a:moveTo>
                  <a:cubicBezTo>
                    <a:pt x="3431" y="0"/>
                    <a:pt x="1972" y="740"/>
                    <a:pt x="986" y="1888"/>
                  </a:cubicBezTo>
                  <a:lnTo>
                    <a:pt x="927" y="1952"/>
                  </a:lnTo>
                  <a:cubicBezTo>
                    <a:pt x="330" y="2711"/>
                    <a:pt x="0" y="3653"/>
                    <a:pt x="0" y="4619"/>
                  </a:cubicBezTo>
                  <a:lnTo>
                    <a:pt x="0" y="6058"/>
                  </a:lnTo>
                  <a:cubicBezTo>
                    <a:pt x="0" y="7103"/>
                    <a:pt x="843" y="7946"/>
                    <a:pt x="1888" y="7946"/>
                  </a:cubicBezTo>
                  <a:lnTo>
                    <a:pt x="8976" y="7946"/>
                  </a:lnTo>
                  <a:cubicBezTo>
                    <a:pt x="9696" y="7946"/>
                    <a:pt x="10312" y="7394"/>
                    <a:pt x="10332" y="6674"/>
                  </a:cubicBezTo>
                  <a:cubicBezTo>
                    <a:pt x="10352" y="5915"/>
                    <a:pt x="9755" y="5299"/>
                    <a:pt x="8996" y="5299"/>
                  </a:cubicBezTo>
                  <a:lnTo>
                    <a:pt x="11195" y="5299"/>
                  </a:lnTo>
                  <a:cubicBezTo>
                    <a:pt x="11914" y="5299"/>
                    <a:pt x="12531" y="4742"/>
                    <a:pt x="12550" y="4022"/>
                  </a:cubicBezTo>
                  <a:cubicBezTo>
                    <a:pt x="12570" y="3263"/>
                    <a:pt x="11974" y="2647"/>
                    <a:pt x="11214" y="2647"/>
                  </a:cubicBezTo>
                  <a:lnTo>
                    <a:pt x="12733" y="2647"/>
                  </a:lnTo>
                  <a:cubicBezTo>
                    <a:pt x="13452" y="2647"/>
                    <a:pt x="14069" y="2095"/>
                    <a:pt x="14088" y="1375"/>
                  </a:cubicBezTo>
                  <a:cubicBezTo>
                    <a:pt x="14113" y="616"/>
                    <a:pt x="13516" y="0"/>
                    <a:pt x="12757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760;p37">
              <a:extLst>
                <a:ext uri="{FF2B5EF4-FFF2-40B4-BE49-F238E27FC236}">
                  <a16:creationId xmlns:a16="http://schemas.microsoft.com/office/drawing/2014/main" id="{FC8669B9-E491-9827-21CB-EB7B3B77890B}"/>
                </a:ext>
              </a:extLst>
            </p:cNvPr>
            <p:cNvSpPr/>
            <p:nvPr/>
          </p:nvSpPr>
          <p:spPr>
            <a:xfrm>
              <a:off x="7902669" y="1586177"/>
              <a:ext cx="354962" cy="312235"/>
            </a:xfrm>
            <a:custGeom>
              <a:avLst/>
              <a:gdLst/>
              <a:ahLst/>
              <a:cxnLst/>
              <a:rect l="l" t="t" r="r" b="b"/>
              <a:pathLst>
                <a:path w="19822" h="17436" extrusionOk="0">
                  <a:moveTo>
                    <a:pt x="7148" y="0"/>
                  </a:moveTo>
                  <a:cubicBezTo>
                    <a:pt x="3185" y="0"/>
                    <a:pt x="1" y="3204"/>
                    <a:pt x="1" y="7148"/>
                  </a:cubicBezTo>
                  <a:cubicBezTo>
                    <a:pt x="1" y="9918"/>
                    <a:pt x="1563" y="12323"/>
                    <a:pt x="3880" y="13511"/>
                  </a:cubicBezTo>
                  <a:lnTo>
                    <a:pt x="3880" y="15197"/>
                  </a:lnTo>
                  <a:cubicBezTo>
                    <a:pt x="3880" y="16430"/>
                    <a:pt x="4866" y="17435"/>
                    <a:pt x="6098" y="17435"/>
                  </a:cubicBezTo>
                  <a:lnTo>
                    <a:pt x="10086" y="17435"/>
                  </a:lnTo>
                  <a:cubicBezTo>
                    <a:pt x="11318" y="17435"/>
                    <a:pt x="12324" y="16430"/>
                    <a:pt x="12324" y="15197"/>
                  </a:cubicBezTo>
                  <a:lnTo>
                    <a:pt x="12324" y="14295"/>
                  </a:lnTo>
                  <a:lnTo>
                    <a:pt x="12694" y="14295"/>
                  </a:lnTo>
                  <a:cubicBezTo>
                    <a:pt x="16371" y="14295"/>
                    <a:pt x="19388" y="11520"/>
                    <a:pt x="19777" y="7946"/>
                  </a:cubicBezTo>
                  <a:lnTo>
                    <a:pt x="19822" y="7946"/>
                  </a:lnTo>
                  <a:lnTo>
                    <a:pt x="17682" y="2647"/>
                  </a:lnTo>
                  <a:cubicBezTo>
                    <a:pt x="17682" y="2647"/>
                    <a:pt x="17603" y="2297"/>
                    <a:pt x="17500" y="1868"/>
                  </a:cubicBezTo>
                  <a:cubicBezTo>
                    <a:pt x="16248" y="720"/>
                    <a:pt x="14542" y="0"/>
                    <a:pt x="12694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761;p37">
              <a:extLst>
                <a:ext uri="{FF2B5EF4-FFF2-40B4-BE49-F238E27FC236}">
                  <a16:creationId xmlns:a16="http://schemas.microsoft.com/office/drawing/2014/main" id="{ECA788CE-9648-27FB-5BFA-7D82BA5BF0CE}"/>
                </a:ext>
              </a:extLst>
            </p:cNvPr>
            <p:cNvSpPr/>
            <p:nvPr/>
          </p:nvSpPr>
          <p:spPr>
            <a:xfrm>
              <a:off x="8198733" y="1586177"/>
              <a:ext cx="252746" cy="142311"/>
            </a:xfrm>
            <a:custGeom>
              <a:avLst/>
              <a:gdLst/>
              <a:ahLst/>
              <a:cxnLst/>
              <a:rect l="l" t="t" r="r" b="b"/>
              <a:pathLst>
                <a:path w="14114" h="7947" extrusionOk="0">
                  <a:moveTo>
                    <a:pt x="5053" y="0"/>
                  </a:moveTo>
                  <a:cubicBezTo>
                    <a:pt x="3412" y="0"/>
                    <a:pt x="1972" y="739"/>
                    <a:pt x="987" y="1888"/>
                  </a:cubicBezTo>
                  <a:lnTo>
                    <a:pt x="927" y="1952"/>
                  </a:lnTo>
                  <a:cubicBezTo>
                    <a:pt x="311" y="2711"/>
                    <a:pt x="1" y="3653"/>
                    <a:pt x="1" y="4619"/>
                  </a:cubicBezTo>
                  <a:lnTo>
                    <a:pt x="1" y="6058"/>
                  </a:lnTo>
                  <a:cubicBezTo>
                    <a:pt x="1" y="7103"/>
                    <a:pt x="844" y="7946"/>
                    <a:pt x="1889" y="7946"/>
                  </a:cubicBezTo>
                  <a:lnTo>
                    <a:pt x="8957" y="7946"/>
                  </a:lnTo>
                  <a:cubicBezTo>
                    <a:pt x="9677" y="7946"/>
                    <a:pt x="10293" y="7394"/>
                    <a:pt x="10313" y="6674"/>
                  </a:cubicBezTo>
                  <a:cubicBezTo>
                    <a:pt x="10352" y="5915"/>
                    <a:pt x="9736" y="5299"/>
                    <a:pt x="8997" y="5299"/>
                  </a:cubicBezTo>
                  <a:lnTo>
                    <a:pt x="11176" y="5299"/>
                  </a:lnTo>
                  <a:cubicBezTo>
                    <a:pt x="11895" y="5299"/>
                    <a:pt x="12511" y="4742"/>
                    <a:pt x="12531" y="4022"/>
                  </a:cubicBezTo>
                  <a:cubicBezTo>
                    <a:pt x="12571" y="3263"/>
                    <a:pt x="11954" y="2647"/>
                    <a:pt x="11215" y="2647"/>
                  </a:cubicBezTo>
                  <a:lnTo>
                    <a:pt x="12713" y="2647"/>
                  </a:lnTo>
                  <a:cubicBezTo>
                    <a:pt x="13433" y="2647"/>
                    <a:pt x="14049" y="2095"/>
                    <a:pt x="14069" y="1375"/>
                  </a:cubicBezTo>
                  <a:cubicBezTo>
                    <a:pt x="14113" y="616"/>
                    <a:pt x="13497" y="0"/>
                    <a:pt x="12758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762;p37">
              <a:extLst>
                <a:ext uri="{FF2B5EF4-FFF2-40B4-BE49-F238E27FC236}">
                  <a16:creationId xmlns:a16="http://schemas.microsoft.com/office/drawing/2014/main" id="{7F8A749C-02E1-A5CA-D0FA-9058D40BDC3E}"/>
                </a:ext>
              </a:extLst>
            </p:cNvPr>
            <p:cNvSpPr/>
            <p:nvPr/>
          </p:nvSpPr>
          <p:spPr>
            <a:xfrm>
              <a:off x="7934634" y="1651216"/>
              <a:ext cx="81658" cy="81676"/>
            </a:xfrm>
            <a:custGeom>
              <a:avLst/>
              <a:gdLst/>
              <a:ahLst/>
              <a:cxnLst/>
              <a:rect l="l" t="t" r="r" b="b"/>
              <a:pathLst>
                <a:path w="4560" h="4561" extrusionOk="0">
                  <a:moveTo>
                    <a:pt x="2282" y="1"/>
                  </a:moveTo>
                  <a:cubicBezTo>
                    <a:pt x="1011" y="1"/>
                    <a:pt x="0" y="1031"/>
                    <a:pt x="0" y="2283"/>
                  </a:cubicBezTo>
                  <a:cubicBezTo>
                    <a:pt x="0" y="3535"/>
                    <a:pt x="1011" y="4561"/>
                    <a:pt x="2282" y="4561"/>
                  </a:cubicBezTo>
                  <a:cubicBezTo>
                    <a:pt x="3534" y="4561"/>
                    <a:pt x="4560" y="3535"/>
                    <a:pt x="4560" y="2283"/>
                  </a:cubicBezTo>
                  <a:cubicBezTo>
                    <a:pt x="4560" y="1031"/>
                    <a:pt x="3534" y="1"/>
                    <a:pt x="228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763;p37">
              <a:extLst>
                <a:ext uri="{FF2B5EF4-FFF2-40B4-BE49-F238E27FC236}">
                  <a16:creationId xmlns:a16="http://schemas.microsoft.com/office/drawing/2014/main" id="{F4795111-2F49-36BE-25F4-D27E0FB48982}"/>
                </a:ext>
              </a:extLst>
            </p:cNvPr>
            <p:cNvSpPr/>
            <p:nvPr/>
          </p:nvSpPr>
          <p:spPr>
            <a:xfrm>
              <a:off x="8064821" y="1651216"/>
              <a:ext cx="81676" cy="81676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3" y="1"/>
                  </a:moveTo>
                  <a:cubicBezTo>
                    <a:pt x="1011" y="1"/>
                    <a:pt x="1" y="1031"/>
                    <a:pt x="1" y="2283"/>
                  </a:cubicBezTo>
                  <a:cubicBezTo>
                    <a:pt x="1" y="3535"/>
                    <a:pt x="1011" y="4561"/>
                    <a:pt x="2283" y="4561"/>
                  </a:cubicBezTo>
                  <a:cubicBezTo>
                    <a:pt x="3535" y="4561"/>
                    <a:pt x="4560" y="3535"/>
                    <a:pt x="4560" y="2283"/>
                  </a:cubicBezTo>
                  <a:cubicBezTo>
                    <a:pt x="4560" y="1031"/>
                    <a:pt x="3535" y="1"/>
                    <a:pt x="228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764;p37">
              <a:extLst>
                <a:ext uri="{FF2B5EF4-FFF2-40B4-BE49-F238E27FC236}">
                  <a16:creationId xmlns:a16="http://schemas.microsoft.com/office/drawing/2014/main" id="{9EE0B4D7-242D-0A5D-DE39-71745CEF8046}"/>
                </a:ext>
              </a:extLst>
            </p:cNvPr>
            <p:cNvSpPr/>
            <p:nvPr/>
          </p:nvSpPr>
          <p:spPr>
            <a:xfrm>
              <a:off x="7926236" y="1643194"/>
              <a:ext cx="98187" cy="98169"/>
            </a:xfrm>
            <a:custGeom>
              <a:avLst/>
              <a:gdLst/>
              <a:ahLst/>
              <a:cxnLst/>
              <a:rect l="l" t="t" r="r" b="b"/>
              <a:pathLst>
                <a:path w="5483" h="5482" extrusionOk="0">
                  <a:moveTo>
                    <a:pt x="2751" y="922"/>
                  </a:moveTo>
                  <a:cubicBezTo>
                    <a:pt x="3737" y="922"/>
                    <a:pt x="4560" y="1726"/>
                    <a:pt x="4560" y="2731"/>
                  </a:cubicBezTo>
                  <a:cubicBezTo>
                    <a:pt x="4560" y="3737"/>
                    <a:pt x="3737" y="4560"/>
                    <a:pt x="2751" y="4560"/>
                  </a:cubicBezTo>
                  <a:cubicBezTo>
                    <a:pt x="1746" y="4560"/>
                    <a:pt x="923" y="3737"/>
                    <a:pt x="923" y="2731"/>
                  </a:cubicBezTo>
                  <a:cubicBezTo>
                    <a:pt x="923" y="1726"/>
                    <a:pt x="1746" y="922"/>
                    <a:pt x="2751" y="922"/>
                  </a:cubicBezTo>
                  <a:close/>
                  <a:moveTo>
                    <a:pt x="2751" y="0"/>
                  </a:moveTo>
                  <a:cubicBezTo>
                    <a:pt x="1233" y="0"/>
                    <a:pt x="1" y="1208"/>
                    <a:pt x="1" y="2731"/>
                  </a:cubicBezTo>
                  <a:cubicBezTo>
                    <a:pt x="1" y="4249"/>
                    <a:pt x="1233" y="5482"/>
                    <a:pt x="2751" y="5482"/>
                  </a:cubicBezTo>
                  <a:cubicBezTo>
                    <a:pt x="4250" y="5482"/>
                    <a:pt x="5482" y="4249"/>
                    <a:pt x="5482" y="2731"/>
                  </a:cubicBezTo>
                  <a:cubicBezTo>
                    <a:pt x="5482" y="1208"/>
                    <a:pt x="4250" y="0"/>
                    <a:pt x="27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765;p37">
              <a:extLst>
                <a:ext uri="{FF2B5EF4-FFF2-40B4-BE49-F238E27FC236}">
                  <a16:creationId xmlns:a16="http://schemas.microsoft.com/office/drawing/2014/main" id="{43B5FF8B-B600-264D-B342-B0751E2552B7}"/>
                </a:ext>
              </a:extLst>
            </p:cNvPr>
            <p:cNvSpPr/>
            <p:nvPr/>
          </p:nvSpPr>
          <p:spPr>
            <a:xfrm>
              <a:off x="8057497" y="1643194"/>
              <a:ext cx="98276" cy="98169"/>
            </a:xfrm>
            <a:custGeom>
              <a:avLst/>
              <a:gdLst/>
              <a:ahLst/>
              <a:cxnLst/>
              <a:rect l="l" t="t" r="r" b="b"/>
              <a:pathLst>
                <a:path w="5488" h="5482" extrusionOk="0">
                  <a:moveTo>
                    <a:pt x="2751" y="922"/>
                  </a:moveTo>
                  <a:cubicBezTo>
                    <a:pt x="3737" y="922"/>
                    <a:pt x="4560" y="1726"/>
                    <a:pt x="4560" y="2731"/>
                  </a:cubicBezTo>
                  <a:cubicBezTo>
                    <a:pt x="4560" y="3737"/>
                    <a:pt x="3737" y="4560"/>
                    <a:pt x="2751" y="4560"/>
                  </a:cubicBezTo>
                  <a:cubicBezTo>
                    <a:pt x="1746" y="4560"/>
                    <a:pt x="927" y="3737"/>
                    <a:pt x="927" y="2731"/>
                  </a:cubicBezTo>
                  <a:cubicBezTo>
                    <a:pt x="927" y="1726"/>
                    <a:pt x="1746" y="922"/>
                    <a:pt x="2751" y="922"/>
                  </a:cubicBezTo>
                  <a:close/>
                  <a:moveTo>
                    <a:pt x="2751" y="0"/>
                  </a:moveTo>
                  <a:cubicBezTo>
                    <a:pt x="1233" y="0"/>
                    <a:pt x="1" y="1208"/>
                    <a:pt x="1" y="2731"/>
                  </a:cubicBezTo>
                  <a:cubicBezTo>
                    <a:pt x="1" y="4249"/>
                    <a:pt x="1233" y="5482"/>
                    <a:pt x="2751" y="5482"/>
                  </a:cubicBezTo>
                  <a:cubicBezTo>
                    <a:pt x="4255" y="5482"/>
                    <a:pt x="5487" y="4249"/>
                    <a:pt x="5487" y="2731"/>
                  </a:cubicBezTo>
                  <a:cubicBezTo>
                    <a:pt x="5487" y="1208"/>
                    <a:pt x="4255" y="0"/>
                    <a:pt x="27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766;p37">
              <a:extLst>
                <a:ext uri="{FF2B5EF4-FFF2-40B4-BE49-F238E27FC236}">
                  <a16:creationId xmlns:a16="http://schemas.microsoft.com/office/drawing/2014/main" id="{8E171D6E-6C61-9ACD-D664-4E09326A88B8}"/>
                </a:ext>
              </a:extLst>
            </p:cNvPr>
            <p:cNvSpPr/>
            <p:nvPr/>
          </p:nvSpPr>
          <p:spPr>
            <a:xfrm>
              <a:off x="8010454" y="1752142"/>
              <a:ext cx="55531" cy="35564"/>
            </a:xfrm>
            <a:custGeom>
              <a:avLst/>
              <a:gdLst/>
              <a:ahLst/>
              <a:cxnLst/>
              <a:rect l="l" t="t" r="r" b="b"/>
              <a:pathLst>
                <a:path w="3101" h="1986" extrusionOk="0">
                  <a:moveTo>
                    <a:pt x="1551" y="0"/>
                  </a:moveTo>
                  <a:cubicBezTo>
                    <a:pt x="1432" y="0"/>
                    <a:pt x="1314" y="46"/>
                    <a:pt x="1233" y="137"/>
                  </a:cubicBezTo>
                  <a:lnTo>
                    <a:pt x="183" y="1187"/>
                  </a:lnTo>
                  <a:cubicBezTo>
                    <a:pt x="0" y="1370"/>
                    <a:pt x="0" y="1655"/>
                    <a:pt x="183" y="1843"/>
                  </a:cubicBezTo>
                  <a:cubicBezTo>
                    <a:pt x="267" y="1934"/>
                    <a:pt x="385" y="1980"/>
                    <a:pt x="503" y="1980"/>
                  </a:cubicBezTo>
                  <a:cubicBezTo>
                    <a:pt x="620" y="1980"/>
                    <a:pt x="737" y="1934"/>
                    <a:pt x="819" y="1843"/>
                  </a:cubicBezTo>
                  <a:lnTo>
                    <a:pt x="1558" y="1123"/>
                  </a:lnTo>
                  <a:lnTo>
                    <a:pt x="2278" y="1843"/>
                  </a:lnTo>
                  <a:cubicBezTo>
                    <a:pt x="2362" y="1927"/>
                    <a:pt x="2485" y="1986"/>
                    <a:pt x="2608" y="1986"/>
                  </a:cubicBezTo>
                  <a:cubicBezTo>
                    <a:pt x="2712" y="1986"/>
                    <a:pt x="2835" y="1927"/>
                    <a:pt x="2914" y="1843"/>
                  </a:cubicBezTo>
                  <a:cubicBezTo>
                    <a:pt x="3101" y="1655"/>
                    <a:pt x="3101" y="1370"/>
                    <a:pt x="2914" y="1187"/>
                  </a:cubicBezTo>
                  <a:lnTo>
                    <a:pt x="1869" y="137"/>
                  </a:lnTo>
                  <a:cubicBezTo>
                    <a:pt x="1787" y="46"/>
                    <a:pt x="1669" y="0"/>
                    <a:pt x="15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767;p37">
              <a:extLst>
                <a:ext uri="{FF2B5EF4-FFF2-40B4-BE49-F238E27FC236}">
                  <a16:creationId xmlns:a16="http://schemas.microsoft.com/office/drawing/2014/main" id="{CB9CF99C-3634-CAE9-9812-0B1CA84C2247}"/>
                </a:ext>
              </a:extLst>
            </p:cNvPr>
            <p:cNvSpPr/>
            <p:nvPr/>
          </p:nvSpPr>
          <p:spPr>
            <a:xfrm>
              <a:off x="7894199" y="1494187"/>
              <a:ext cx="564964" cy="412696"/>
            </a:xfrm>
            <a:custGeom>
              <a:avLst/>
              <a:gdLst/>
              <a:ahLst/>
              <a:cxnLst/>
              <a:rect l="l" t="t" r="r" b="b"/>
              <a:pathLst>
                <a:path w="31549" h="23046" extrusionOk="0">
                  <a:moveTo>
                    <a:pt x="18732" y="1"/>
                  </a:moveTo>
                  <a:cubicBezTo>
                    <a:pt x="17046" y="1"/>
                    <a:pt x="15444" y="720"/>
                    <a:pt x="14335" y="2012"/>
                  </a:cubicBezTo>
                  <a:cubicBezTo>
                    <a:pt x="13679" y="2776"/>
                    <a:pt x="13226" y="3698"/>
                    <a:pt x="13043" y="4684"/>
                  </a:cubicBezTo>
                  <a:lnTo>
                    <a:pt x="7621" y="4684"/>
                  </a:lnTo>
                  <a:cubicBezTo>
                    <a:pt x="3412" y="4684"/>
                    <a:pt x="0" y="8095"/>
                    <a:pt x="0" y="12285"/>
                  </a:cubicBezTo>
                  <a:cubicBezTo>
                    <a:pt x="0" y="13823"/>
                    <a:pt x="454" y="15321"/>
                    <a:pt x="1336" y="16578"/>
                  </a:cubicBezTo>
                  <a:cubicBezTo>
                    <a:pt x="1420" y="16721"/>
                    <a:pt x="1563" y="16780"/>
                    <a:pt x="1706" y="16780"/>
                  </a:cubicBezTo>
                  <a:cubicBezTo>
                    <a:pt x="1809" y="16780"/>
                    <a:pt x="1888" y="16760"/>
                    <a:pt x="1972" y="16701"/>
                  </a:cubicBezTo>
                  <a:cubicBezTo>
                    <a:pt x="2179" y="16553"/>
                    <a:pt x="2238" y="16267"/>
                    <a:pt x="2095" y="16060"/>
                  </a:cubicBezTo>
                  <a:cubicBezTo>
                    <a:pt x="1336" y="14951"/>
                    <a:pt x="927" y="13640"/>
                    <a:pt x="927" y="12285"/>
                  </a:cubicBezTo>
                  <a:cubicBezTo>
                    <a:pt x="927" y="8607"/>
                    <a:pt x="3924" y="5610"/>
                    <a:pt x="7621" y="5610"/>
                  </a:cubicBezTo>
                  <a:lnTo>
                    <a:pt x="13167" y="5610"/>
                  </a:lnTo>
                  <a:cubicBezTo>
                    <a:pt x="13763" y="5610"/>
                    <a:pt x="14379" y="5689"/>
                    <a:pt x="14951" y="5832"/>
                  </a:cubicBezTo>
                  <a:cubicBezTo>
                    <a:pt x="14999" y="5848"/>
                    <a:pt x="15047" y="5856"/>
                    <a:pt x="15094" y="5856"/>
                  </a:cubicBezTo>
                  <a:cubicBezTo>
                    <a:pt x="15288" y="5856"/>
                    <a:pt x="15460" y="5725"/>
                    <a:pt x="15528" y="5526"/>
                  </a:cubicBezTo>
                  <a:cubicBezTo>
                    <a:pt x="15592" y="5280"/>
                    <a:pt x="15444" y="5014"/>
                    <a:pt x="15198" y="4950"/>
                  </a:cubicBezTo>
                  <a:cubicBezTo>
                    <a:pt x="14808" y="4846"/>
                    <a:pt x="14399" y="4767"/>
                    <a:pt x="13990" y="4723"/>
                  </a:cubicBezTo>
                  <a:cubicBezTo>
                    <a:pt x="14153" y="3944"/>
                    <a:pt x="14522" y="3224"/>
                    <a:pt x="15035" y="2608"/>
                  </a:cubicBezTo>
                  <a:cubicBezTo>
                    <a:pt x="15962" y="1544"/>
                    <a:pt x="17317" y="927"/>
                    <a:pt x="18732" y="927"/>
                  </a:cubicBezTo>
                  <a:lnTo>
                    <a:pt x="26437" y="927"/>
                  </a:lnTo>
                  <a:cubicBezTo>
                    <a:pt x="26905" y="927"/>
                    <a:pt x="27299" y="1297"/>
                    <a:pt x="27299" y="1790"/>
                  </a:cubicBezTo>
                  <a:cubicBezTo>
                    <a:pt x="27299" y="2258"/>
                    <a:pt x="26905" y="2653"/>
                    <a:pt x="26437" y="2653"/>
                  </a:cubicBezTo>
                  <a:lnTo>
                    <a:pt x="20497" y="2653"/>
                  </a:lnTo>
                  <a:cubicBezTo>
                    <a:pt x="20230" y="2653"/>
                    <a:pt x="20028" y="2855"/>
                    <a:pt x="20028" y="3101"/>
                  </a:cubicBezTo>
                  <a:cubicBezTo>
                    <a:pt x="20028" y="3348"/>
                    <a:pt x="20230" y="3574"/>
                    <a:pt x="20497" y="3574"/>
                  </a:cubicBezTo>
                  <a:lnTo>
                    <a:pt x="24894" y="3574"/>
                  </a:lnTo>
                  <a:cubicBezTo>
                    <a:pt x="25367" y="3574"/>
                    <a:pt x="25756" y="3944"/>
                    <a:pt x="25756" y="4437"/>
                  </a:cubicBezTo>
                  <a:cubicBezTo>
                    <a:pt x="25756" y="4521"/>
                    <a:pt x="25737" y="4600"/>
                    <a:pt x="25717" y="4684"/>
                  </a:cubicBezTo>
                  <a:lnTo>
                    <a:pt x="22059" y="4684"/>
                  </a:lnTo>
                  <a:cubicBezTo>
                    <a:pt x="20497" y="4684"/>
                    <a:pt x="19043" y="5300"/>
                    <a:pt x="17953" y="6389"/>
                  </a:cubicBezTo>
                  <a:cubicBezTo>
                    <a:pt x="17662" y="6143"/>
                    <a:pt x="17357" y="5936"/>
                    <a:pt x="17046" y="5733"/>
                  </a:cubicBezTo>
                  <a:cubicBezTo>
                    <a:pt x="16974" y="5694"/>
                    <a:pt x="16895" y="5675"/>
                    <a:pt x="16817" y="5675"/>
                  </a:cubicBezTo>
                  <a:cubicBezTo>
                    <a:pt x="16653" y="5675"/>
                    <a:pt x="16494" y="5756"/>
                    <a:pt x="16410" y="5896"/>
                  </a:cubicBezTo>
                  <a:cubicBezTo>
                    <a:pt x="16267" y="6123"/>
                    <a:pt x="16351" y="6409"/>
                    <a:pt x="16578" y="6532"/>
                  </a:cubicBezTo>
                  <a:cubicBezTo>
                    <a:pt x="16844" y="6695"/>
                    <a:pt x="17110" y="6882"/>
                    <a:pt x="17357" y="7089"/>
                  </a:cubicBezTo>
                  <a:cubicBezTo>
                    <a:pt x="16824" y="7868"/>
                    <a:pt x="16533" y="8790"/>
                    <a:pt x="16533" y="9756"/>
                  </a:cubicBezTo>
                  <a:lnTo>
                    <a:pt x="16533" y="10436"/>
                  </a:lnTo>
                  <a:cubicBezTo>
                    <a:pt x="16533" y="10683"/>
                    <a:pt x="16740" y="10909"/>
                    <a:pt x="17007" y="10909"/>
                  </a:cubicBezTo>
                  <a:cubicBezTo>
                    <a:pt x="17253" y="10909"/>
                    <a:pt x="17460" y="10683"/>
                    <a:pt x="17460" y="10436"/>
                  </a:cubicBezTo>
                  <a:lnTo>
                    <a:pt x="17460" y="9756"/>
                  </a:lnTo>
                  <a:cubicBezTo>
                    <a:pt x="17460" y="8854"/>
                    <a:pt x="17766" y="7991"/>
                    <a:pt x="18343" y="7336"/>
                  </a:cubicBezTo>
                  <a:lnTo>
                    <a:pt x="18343" y="7311"/>
                  </a:lnTo>
                  <a:cubicBezTo>
                    <a:pt x="19264" y="6226"/>
                    <a:pt x="20620" y="5610"/>
                    <a:pt x="22059" y="5610"/>
                  </a:cubicBezTo>
                  <a:lnTo>
                    <a:pt x="29764" y="5610"/>
                  </a:lnTo>
                  <a:cubicBezTo>
                    <a:pt x="30232" y="5610"/>
                    <a:pt x="30626" y="5980"/>
                    <a:pt x="30626" y="6473"/>
                  </a:cubicBezTo>
                  <a:cubicBezTo>
                    <a:pt x="30626" y="6941"/>
                    <a:pt x="30232" y="7336"/>
                    <a:pt x="29764" y="7336"/>
                  </a:cubicBezTo>
                  <a:lnTo>
                    <a:pt x="24810" y="7336"/>
                  </a:lnTo>
                  <a:cubicBezTo>
                    <a:pt x="24544" y="7336"/>
                    <a:pt x="24342" y="7538"/>
                    <a:pt x="24342" y="7784"/>
                  </a:cubicBezTo>
                  <a:cubicBezTo>
                    <a:pt x="24342" y="8031"/>
                    <a:pt x="24544" y="8257"/>
                    <a:pt x="24810" y="8257"/>
                  </a:cubicBezTo>
                  <a:lnTo>
                    <a:pt x="28221" y="8257"/>
                  </a:lnTo>
                  <a:cubicBezTo>
                    <a:pt x="28694" y="8257"/>
                    <a:pt x="29084" y="8627"/>
                    <a:pt x="29084" y="9120"/>
                  </a:cubicBezTo>
                  <a:cubicBezTo>
                    <a:pt x="29084" y="9593"/>
                    <a:pt x="28694" y="9983"/>
                    <a:pt x="28221" y="9983"/>
                  </a:cubicBezTo>
                  <a:lnTo>
                    <a:pt x="23208" y="9983"/>
                  </a:lnTo>
                  <a:cubicBezTo>
                    <a:pt x="22942" y="9983"/>
                    <a:pt x="22740" y="10190"/>
                    <a:pt x="22740" y="10436"/>
                  </a:cubicBezTo>
                  <a:cubicBezTo>
                    <a:pt x="22740" y="10683"/>
                    <a:pt x="22942" y="10909"/>
                    <a:pt x="23208" y="10909"/>
                  </a:cubicBezTo>
                  <a:lnTo>
                    <a:pt x="26003" y="10909"/>
                  </a:lnTo>
                  <a:cubicBezTo>
                    <a:pt x="26476" y="10909"/>
                    <a:pt x="26865" y="11279"/>
                    <a:pt x="26865" y="11772"/>
                  </a:cubicBezTo>
                  <a:cubicBezTo>
                    <a:pt x="26865" y="12240"/>
                    <a:pt x="26476" y="12635"/>
                    <a:pt x="26003" y="12635"/>
                  </a:cubicBezTo>
                  <a:lnTo>
                    <a:pt x="18278" y="12635"/>
                  </a:lnTo>
                  <a:cubicBezTo>
                    <a:pt x="18012" y="12635"/>
                    <a:pt x="17810" y="12837"/>
                    <a:pt x="17810" y="13083"/>
                  </a:cubicBezTo>
                  <a:cubicBezTo>
                    <a:pt x="17810" y="13330"/>
                    <a:pt x="18012" y="13556"/>
                    <a:pt x="18278" y="13556"/>
                  </a:cubicBezTo>
                  <a:lnTo>
                    <a:pt x="19718" y="13556"/>
                  </a:lnTo>
                  <a:cubicBezTo>
                    <a:pt x="19121" y="16677"/>
                    <a:pt x="16391" y="18979"/>
                    <a:pt x="13167" y="18979"/>
                  </a:cubicBezTo>
                  <a:lnTo>
                    <a:pt x="11565" y="18979"/>
                  </a:lnTo>
                  <a:cubicBezTo>
                    <a:pt x="11298" y="18979"/>
                    <a:pt x="11091" y="19186"/>
                    <a:pt x="11091" y="19432"/>
                  </a:cubicBezTo>
                  <a:cubicBezTo>
                    <a:pt x="11091" y="19679"/>
                    <a:pt x="11298" y="19905"/>
                    <a:pt x="11565" y="19905"/>
                  </a:cubicBezTo>
                  <a:lnTo>
                    <a:pt x="12324" y="19905"/>
                  </a:lnTo>
                  <a:lnTo>
                    <a:pt x="12324" y="20334"/>
                  </a:lnTo>
                  <a:cubicBezTo>
                    <a:pt x="12324" y="21261"/>
                    <a:pt x="11624" y="22020"/>
                    <a:pt x="10722" y="22099"/>
                  </a:cubicBezTo>
                  <a:lnTo>
                    <a:pt x="10722" y="20970"/>
                  </a:lnTo>
                  <a:cubicBezTo>
                    <a:pt x="10722" y="20724"/>
                    <a:pt x="10515" y="20522"/>
                    <a:pt x="10268" y="20522"/>
                  </a:cubicBezTo>
                  <a:cubicBezTo>
                    <a:pt x="10002" y="20522"/>
                    <a:pt x="9800" y="20724"/>
                    <a:pt x="9800" y="20970"/>
                  </a:cubicBezTo>
                  <a:lnTo>
                    <a:pt x="9800" y="22124"/>
                  </a:lnTo>
                  <a:lnTo>
                    <a:pt x="8913" y="22124"/>
                  </a:lnTo>
                  <a:lnTo>
                    <a:pt x="8913" y="20970"/>
                  </a:lnTo>
                  <a:cubicBezTo>
                    <a:pt x="8913" y="20724"/>
                    <a:pt x="8711" y="20522"/>
                    <a:pt x="8464" y="20522"/>
                  </a:cubicBezTo>
                  <a:cubicBezTo>
                    <a:pt x="8218" y="20522"/>
                    <a:pt x="7991" y="20724"/>
                    <a:pt x="7991" y="20970"/>
                  </a:cubicBezTo>
                  <a:lnTo>
                    <a:pt x="7991" y="22124"/>
                  </a:lnTo>
                  <a:lnTo>
                    <a:pt x="7128" y="22124"/>
                  </a:lnTo>
                  <a:lnTo>
                    <a:pt x="7128" y="20970"/>
                  </a:lnTo>
                  <a:cubicBezTo>
                    <a:pt x="7128" y="20724"/>
                    <a:pt x="6921" y="20522"/>
                    <a:pt x="6655" y="20522"/>
                  </a:cubicBezTo>
                  <a:cubicBezTo>
                    <a:pt x="6409" y="20522"/>
                    <a:pt x="6202" y="20724"/>
                    <a:pt x="6202" y="20970"/>
                  </a:cubicBezTo>
                  <a:lnTo>
                    <a:pt x="6202" y="22079"/>
                  </a:lnTo>
                  <a:cubicBezTo>
                    <a:pt x="5403" y="21897"/>
                    <a:pt x="4807" y="21197"/>
                    <a:pt x="4807" y="20334"/>
                  </a:cubicBezTo>
                  <a:lnTo>
                    <a:pt x="4807" y="18648"/>
                  </a:lnTo>
                  <a:cubicBezTo>
                    <a:pt x="4807" y="18466"/>
                    <a:pt x="4703" y="18323"/>
                    <a:pt x="4560" y="18239"/>
                  </a:cubicBezTo>
                  <a:cubicBezTo>
                    <a:pt x="4087" y="17993"/>
                    <a:pt x="3658" y="17707"/>
                    <a:pt x="3244" y="17357"/>
                  </a:cubicBezTo>
                  <a:cubicBezTo>
                    <a:pt x="3161" y="17282"/>
                    <a:pt x="3055" y="17246"/>
                    <a:pt x="2948" y="17246"/>
                  </a:cubicBezTo>
                  <a:cubicBezTo>
                    <a:pt x="2821" y="17246"/>
                    <a:pt x="2690" y="17297"/>
                    <a:pt x="2588" y="17396"/>
                  </a:cubicBezTo>
                  <a:cubicBezTo>
                    <a:pt x="2426" y="17603"/>
                    <a:pt x="2445" y="17889"/>
                    <a:pt x="2652" y="18057"/>
                  </a:cubicBezTo>
                  <a:cubicBezTo>
                    <a:pt x="3022" y="18382"/>
                    <a:pt x="3451" y="18673"/>
                    <a:pt x="3885" y="18919"/>
                  </a:cubicBezTo>
                  <a:lnTo>
                    <a:pt x="3885" y="20334"/>
                  </a:lnTo>
                  <a:cubicBezTo>
                    <a:pt x="3885" y="21833"/>
                    <a:pt x="5092" y="23045"/>
                    <a:pt x="6571" y="23045"/>
                  </a:cubicBezTo>
                  <a:lnTo>
                    <a:pt x="10559" y="23045"/>
                  </a:lnTo>
                  <a:cubicBezTo>
                    <a:pt x="12038" y="23045"/>
                    <a:pt x="13251" y="21833"/>
                    <a:pt x="13251" y="20334"/>
                  </a:cubicBezTo>
                  <a:lnTo>
                    <a:pt x="13251" y="19905"/>
                  </a:lnTo>
                  <a:cubicBezTo>
                    <a:pt x="16948" y="19841"/>
                    <a:pt x="20068" y="17170"/>
                    <a:pt x="20664" y="13556"/>
                  </a:cubicBezTo>
                  <a:lnTo>
                    <a:pt x="26003" y="13556"/>
                  </a:lnTo>
                  <a:cubicBezTo>
                    <a:pt x="26989" y="13556"/>
                    <a:pt x="27792" y="12758"/>
                    <a:pt x="27792" y="11772"/>
                  </a:cubicBezTo>
                  <a:cubicBezTo>
                    <a:pt x="27792" y="11442"/>
                    <a:pt x="27708" y="11156"/>
                    <a:pt x="27565" y="10909"/>
                  </a:cubicBezTo>
                  <a:lnTo>
                    <a:pt x="28221" y="10909"/>
                  </a:lnTo>
                  <a:cubicBezTo>
                    <a:pt x="29207" y="10909"/>
                    <a:pt x="30010" y="10106"/>
                    <a:pt x="30010" y="9120"/>
                  </a:cubicBezTo>
                  <a:cubicBezTo>
                    <a:pt x="30010" y="8790"/>
                    <a:pt x="29927" y="8504"/>
                    <a:pt x="29784" y="8257"/>
                  </a:cubicBezTo>
                  <a:cubicBezTo>
                    <a:pt x="30769" y="8238"/>
                    <a:pt x="31548" y="7434"/>
                    <a:pt x="31548" y="6473"/>
                  </a:cubicBezTo>
                  <a:cubicBezTo>
                    <a:pt x="31548" y="5487"/>
                    <a:pt x="30750" y="4684"/>
                    <a:pt x="29764" y="4684"/>
                  </a:cubicBezTo>
                  <a:lnTo>
                    <a:pt x="26658" y="4684"/>
                  </a:lnTo>
                  <a:cubicBezTo>
                    <a:pt x="26683" y="4600"/>
                    <a:pt x="26683" y="4521"/>
                    <a:pt x="26683" y="4437"/>
                  </a:cubicBezTo>
                  <a:cubicBezTo>
                    <a:pt x="26683" y="4107"/>
                    <a:pt x="26599" y="3821"/>
                    <a:pt x="26456" y="3574"/>
                  </a:cubicBezTo>
                  <a:cubicBezTo>
                    <a:pt x="27442" y="3555"/>
                    <a:pt x="28221" y="2751"/>
                    <a:pt x="28221" y="1790"/>
                  </a:cubicBezTo>
                  <a:cubicBezTo>
                    <a:pt x="28221" y="804"/>
                    <a:pt x="27422" y="1"/>
                    <a:pt x="2643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46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BC836-8338-2416-ACBA-3CBAC6B3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D9366A-59A4-56EC-7A64-4A710A1ACE72}"/>
              </a:ext>
            </a:extLst>
          </p:cNvPr>
          <p:cNvSpPr txBox="1"/>
          <p:nvPr/>
        </p:nvSpPr>
        <p:spPr>
          <a:xfrm>
            <a:off x="883400" y="1290516"/>
            <a:ext cx="5103744" cy="3661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Continuous Loop: 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system runs in a continuous loop: 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Sensors continue to receive new input.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Data is sent to the laptop.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Python updates a txt file read by the Unity game code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loop ensures the player gestures are consistently updated on the game without delays.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E8F2595B-7197-8D2E-F95B-F6E0E544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4.Description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grpSp>
        <p:nvGrpSpPr>
          <p:cNvPr id="2" name="Google Shape;964;p32">
            <a:extLst>
              <a:ext uri="{FF2B5EF4-FFF2-40B4-BE49-F238E27FC236}">
                <a16:creationId xmlns:a16="http://schemas.microsoft.com/office/drawing/2014/main" id="{569DC0F2-0EFA-2D2F-AB68-1DDE64FC611C}"/>
              </a:ext>
            </a:extLst>
          </p:cNvPr>
          <p:cNvGrpSpPr/>
          <p:nvPr/>
        </p:nvGrpSpPr>
        <p:grpSpPr>
          <a:xfrm>
            <a:off x="5818024" y="1447938"/>
            <a:ext cx="2779744" cy="3028313"/>
            <a:chOff x="3186200" y="4007200"/>
            <a:chExt cx="1344300" cy="1458725"/>
          </a:xfrm>
        </p:grpSpPr>
        <p:sp>
          <p:nvSpPr>
            <p:cNvPr id="3" name="Google Shape;965;p32">
              <a:extLst>
                <a:ext uri="{FF2B5EF4-FFF2-40B4-BE49-F238E27FC236}">
                  <a16:creationId xmlns:a16="http://schemas.microsoft.com/office/drawing/2014/main" id="{1AE7DEA3-21BE-9C6B-09A2-F298D4956C82}"/>
                </a:ext>
              </a:extLst>
            </p:cNvPr>
            <p:cNvSpPr/>
            <p:nvPr/>
          </p:nvSpPr>
          <p:spPr>
            <a:xfrm>
              <a:off x="37809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0" y="491"/>
                    <a:pt x="387" y="491"/>
                  </a:cubicBezTo>
                  <a:lnTo>
                    <a:pt x="0" y="543"/>
                  </a:lnTo>
                  <a:lnTo>
                    <a:pt x="271" y="865"/>
                  </a:lnTo>
                  <a:cubicBezTo>
                    <a:pt x="323" y="865"/>
                    <a:pt x="387" y="968"/>
                    <a:pt x="387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64" y="1239"/>
                  </a:lnTo>
                  <a:lnTo>
                    <a:pt x="1238" y="1458"/>
                  </a:lnTo>
                  <a:lnTo>
                    <a:pt x="1135" y="1033"/>
                  </a:lnTo>
                  <a:cubicBezTo>
                    <a:pt x="1135" y="968"/>
                    <a:pt x="1187" y="865"/>
                    <a:pt x="1238" y="865"/>
                  </a:cubicBezTo>
                  <a:lnTo>
                    <a:pt x="1509" y="543"/>
                  </a:lnTo>
                  <a:lnTo>
                    <a:pt x="1084" y="491"/>
                  </a:lnTo>
                  <a:cubicBezTo>
                    <a:pt x="1032" y="491"/>
                    <a:pt x="968" y="439"/>
                    <a:pt x="916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66;p32">
              <a:extLst>
                <a:ext uri="{FF2B5EF4-FFF2-40B4-BE49-F238E27FC236}">
                  <a16:creationId xmlns:a16="http://schemas.microsoft.com/office/drawing/2014/main" id="{682753AB-6F72-F854-73B0-B6967F48BAC0}"/>
                </a:ext>
              </a:extLst>
            </p:cNvPr>
            <p:cNvSpPr/>
            <p:nvPr/>
          </p:nvSpPr>
          <p:spPr>
            <a:xfrm>
              <a:off x="36426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1" y="491"/>
                    <a:pt x="439" y="491"/>
                  </a:cubicBezTo>
                  <a:lnTo>
                    <a:pt x="1" y="543"/>
                  </a:lnTo>
                  <a:lnTo>
                    <a:pt x="323" y="865"/>
                  </a:lnTo>
                  <a:cubicBezTo>
                    <a:pt x="375" y="865"/>
                    <a:pt x="375" y="968"/>
                    <a:pt x="375" y="1033"/>
                  </a:cubicBezTo>
                  <a:lnTo>
                    <a:pt x="323" y="1458"/>
                  </a:lnTo>
                  <a:lnTo>
                    <a:pt x="645" y="1239"/>
                  </a:lnTo>
                  <a:lnTo>
                    <a:pt x="865" y="1239"/>
                  </a:lnTo>
                  <a:lnTo>
                    <a:pt x="1239" y="1458"/>
                  </a:lnTo>
                  <a:lnTo>
                    <a:pt x="1187" y="1033"/>
                  </a:lnTo>
                  <a:cubicBezTo>
                    <a:pt x="1187" y="968"/>
                    <a:pt x="1187" y="865"/>
                    <a:pt x="1239" y="865"/>
                  </a:cubicBezTo>
                  <a:lnTo>
                    <a:pt x="1509" y="543"/>
                  </a:lnTo>
                  <a:lnTo>
                    <a:pt x="1135" y="491"/>
                  </a:lnTo>
                  <a:cubicBezTo>
                    <a:pt x="1084" y="491"/>
                    <a:pt x="968" y="439"/>
                    <a:pt x="968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7;p32">
              <a:extLst>
                <a:ext uri="{FF2B5EF4-FFF2-40B4-BE49-F238E27FC236}">
                  <a16:creationId xmlns:a16="http://schemas.microsoft.com/office/drawing/2014/main" id="{E5FA7702-3832-6C4A-78A7-78181E60B111}"/>
                </a:ext>
              </a:extLst>
            </p:cNvPr>
            <p:cNvSpPr/>
            <p:nvPr/>
          </p:nvSpPr>
          <p:spPr>
            <a:xfrm>
              <a:off x="3574350" y="4125175"/>
              <a:ext cx="37400" cy="36475"/>
            </a:xfrm>
            <a:custGeom>
              <a:avLst/>
              <a:gdLst/>
              <a:ahLst/>
              <a:cxnLst/>
              <a:rect l="l" t="t" r="r" b="b"/>
              <a:pathLst>
                <a:path w="1496" h="1459" extrusionOk="0">
                  <a:moveTo>
                    <a:pt x="748" y="1"/>
                  </a:moveTo>
                  <a:lnTo>
                    <a:pt x="593" y="388"/>
                  </a:lnTo>
                  <a:cubicBezTo>
                    <a:pt x="529" y="439"/>
                    <a:pt x="477" y="491"/>
                    <a:pt x="426" y="491"/>
                  </a:cubicBezTo>
                  <a:lnTo>
                    <a:pt x="0" y="543"/>
                  </a:lnTo>
                  <a:lnTo>
                    <a:pt x="322" y="865"/>
                  </a:lnTo>
                  <a:cubicBezTo>
                    <a:pt x="322" y="865"/>
                    <a:pt x="374" y="968"/>
                    <a:pt x="374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51" y="1239"/>
                  </a:lnTo>
                  <a:lnTo>
                    <a:pt x="1238" y="1458"/>
                  </a:lnTo>
                  <a:lnTo>
                    <a:pt x="1173" y="1033"/>
                  </a:lnTo>
                  <a:lnTo>
                    <a:pt x="1122" y="1033"/>
                  </a:lnTo>
                  <a:cubicBezTo>
                    <a:pt x="1122" y="968"/>
                    <a:pt x="1173" y="865"/>
                    <a:pt x="1238" y="865"/>
                  </a:cubicBezTo>
                  <a:lnTo>
                    <a:pt x="1496" y="543"/>
                  </a:lnTo>
                  <a:lnTo>
                    <a:pt x="1122" y="491"/>
                  </a:lnTo>
                  <a:cubicBezTo>
                    <a:pt x="1019" y="491"/>
                    <a:pt x="967" y="439"/>
                    <a:pt x="916" y="38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68;p32">
              <a:extLst>
                <a:ext uri="{FF2B5EF4-FFF2-40B4-BE49-F238E27FC236}">
                  <a16:creationId xmlns:a16="http://schemas.microsoft.com/office/drawing/2014/main" id="{4ADD5CDF-4A66-4446-703C-D7CCB3C1A048}"/>
                </a:ext>
              </a:extLst>
            </p:cNvPr>
            <p:cNvSpPr/>
            <p:nvPr/>
          </p:nvSpPr>
          <p:spPr>
            <a:xfrm>
              <a:off x="371262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49" y="1"/>
                  </a:moveTo>
                  <a:lnTo>
                    <a:pt x="542" y="388"/>
                  </a:lnTo>
                  <a:cubicBezTo>
                    <a:pt x="542" y="439"/>
                    <a:pt x="478" y="491"/>
                    <a:pt x="375" y="491"/>
                  </a:cubicBezTo>
                  <a:lnTo>
                    <a:pt x="1" y="543"/>
                  </a:lnTo>
                  <a:lnTo>
                    <a:pt x="272" y="865"/>
                  </a:lnTo>
                  <a:cubicBezTo>
                    <a:pt x="323" y="865"/>
                    <a:pt x="323" y="968"/>
                    <a:pt x="323" y="1033"/>
                  </a:cubicBezTo>
                  <a:lnTo>
                    <a:pt x="272" y="1458"/>
                  </a:lnTo>
                  <a:lnTo>
                    <a:pt x="646" y="1239"/>
                  </a:lnTo>
                  <a:lnTo>
                    <a:pt x="865" y="1239"/>
                  </a:lnTo>
                  <a:lnTo>
                    <a:pt x="1187" y="1458"/>
                  </a:lnTo>
                  <a:lnTo>
                    <a:pt x="1123" y="1033"/>
                  </a:lnTo>
                  <a:cubicBezTo>
                    <a:pt x="1123" y="968"/>
                    <a:pt x="1123" y="865"/>
                    <a:pt x="1187" y="865"/>
                  </a:cubicBezTo>
                  <a:lnTo>
                    <a:pt x="1510" y="543"/>
                  </a:lnTo>
                  <a:lnTo>
                    <a:pt x="1071" y="491"/>
                  </a:lnTo>
                  <a:cubicBezTo>
                    <a:pt x="1020" y="491"/>
                    <a:pt x="968" y="439"/>
                    <a:pt x="916" y="388"/>
                  </a:cubicBezTo>
                  <a:lnTo>
                    <a:pt x="74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69;p32">
              <a:extLst>
                <a:ext uri="{FF2B5EF4-FFF2-40B4-BE49-F238E27FC236}">
                  <a16:creationId xmlns:a16="http://schemas.microsoft.com/office/drawing/2014/main" id="{89DBBA1B-3178-5474-DEB9-E256A8B81220}"/>
                </a:ext>
              </a:extLst>
            </p:cNvPr>
            <p:cNvSpPr/>
            <p:nvPr/>
          </p:nvSpPr>
          <p:spPr>
            <a:xfrm>
              <a:off x="3536625" y="4098425"/>
              <a:ext cx="321100" cy="95450"/>
            </a:xfrm>
            <a:custGeom>
              <a:avLst/>
              <a:gdLst/>
              <a:ahLst/>
              <a:cxnLst/>
              <a:rect l="l" t="t" r="r" b="b"/>
              <a:pathLst>
                <a:path w="12844" h="3818" extrusionOk="0">
                  <a:moveTo>
                    <a:pt x="2257" y="813"/>
                  </a:moveTo>
                  <a:cubicBezTo>
                    <a:pt x="2309" y="813"/>
                    <a:pt x="2360" y="813"/>
                    <a:pt x="2360" y="865"/>
                  </a:cubicBezTo>
                  <a:cubicBezTo>
                    <a:pt x="2425" y="865"/>
                    <a:pt x="2476" y="916"/>
                    <a:pt x="2476" y="968"/>
                  </a:cubicBezTo>
                  <a:lnTo>
                    <a:pt x="2682" y="1342"/>
                  </a:lnTo>
                  <a:lnTo>
                    <a:pt x="3069" y="1393"/>
                  </a:lnTo>
                  <a:cubicBezTo>
                    <a:pt x="3172" y="1393"/>
                    <a:pt x="3224" y="1458"/>
                    <a:pt x="3224" y="1458"/>
                  </a:cubicBezTo>
                  <a:cubicBezTo>
                    <a:pt x="3276" y="1509"/>
                    <a:pt x="3276" y="1561"/>
                    <a:pt x="3276" y="1613"/>
                  </a:cubicBezTo>
                  <a:cubicBezTo>
                    <a:pt x="3276" y="1664"/>
                    <a:pt x="3276" y="1716"/>
                    <a:pt x="3224" y="1780"/>
                  </a:cubicBezTo>
                  <a:lnTo>
                    <a:pt x="2902" y="2103"/>
                  </a:lnTo>
                  <a:lnTo>
                    <a:pt x="2953" y="2528"/>
                  </a:lnTo>
                  <a:cubicBezTo>
                    <a:pt x="2953" y="2631"/>
                    <a:pt x="2953" y="2683"/>
                    <a:pt x="2902" y="2683"/>
                  </a:cubicBezTo>
                  <a:cubicBezTo>
                    <a:pt x="2850" y="2747"/>
                    <a:pt x="2799" y="2799"/>
                    <a:pt x="2747" y="2799"/>
                  </a:cubicBezTo>
                  <a:cubicBezTo>
                    <a:pt x="2747" y="2799"/>
                    <a:pt x="2682" y="2799"/>
                    <a:pt x="2631" y="2747"/>
                  </a:cubicBezTo>
                  <a:lnTo>
                    <a:pt x="2257" y="2528"/>
                  </a:lnTo>
                  <a:lnTo>
                    <a:pt x="1883" y="2747"/>
                  </a:lnTo>
                  <a:cubicBezTo>
                    <a:pt x="1831" y="2799"/>
                    <a:pt x="1831" y="2799"/>
                    <a:pt x="1780" y="2799"/>
                  </a:cubicBezTo>
                  <a:cubicBezTo>
                    <a:pt x="1715" y="2799"/>
                    <a:pt x="1664" y="2747"/>
                    <a:pt x="1612" y="2683"/>
                  </a:cubicBezTo>
                  <a:cubicBezTo>
                    <a:pt x="1561" y="2683"/>
                    <a:pt x="1561" y="2631"/>
                    <a:pt x="1561" y="2528"/>
                  </a:cubicBezTo>
                  <a:lnTo>
                    <a:pt x="1612" y="2103"/>
                  </a:lnTo>
                  <a:lnTo>
                    <a:pt x="1290" y="1780"/>
                  </a:lnTo>
                  <a:cubicBezTo>
                    <a:pt x="1290" y="1716"/>
                    <a:pt x="1238" y="1664"/>
                    <a:pt x="1238" y="1613"/>
                  </a:cubicBezTo>
                  <a:cubicBezTo>
                    <a:pt x="1238" y="1561"/>
                    <a:pt x="1238" y="1509"/>
                    <a:pt x="1290" y="1458"/>
                  </a:cubicBezTo>
                  <a:cubicBezTo>
                    <a:pt x="1341" y="1458"/>
                    <a:pt x="1393" y="1393"/>
                    <a:pt x="1457" y="1393"/>
                  </a:cubicBezTo>
                  <a:lnTo>
                    <a:pt x="1883" y="1342"/>
                  </a:lnTo>
                  <a:lnTo>
                    <a:pt x="2038" y="968"/>
                  </a:lnTo>
                  <a:cubicBezTo>
                    <a:pt x="2102" y="916"/>
                    <a:pt x="2102" y="865"/>
                    <a:pt x="2154" y="865"/>
                  </a:cubicBezTo>
                  <a:cubicBezTo>
                    <a:pt x="2205" y="813"/>
                    <a:pt x="2205" y="813"/>
                    <a:pt x="2257" y="813"/>
                  </a:cubicBezTo>
                  <a:close/>
                  <a:moveTo>
                    <a:pt x="5003" y="813"/>
                  </a:moveTo>
                  <a:cubicBezTo>
                    <a:pt x="5055" y="813"/>
                    <a:pt x="5107" y="813"/>
                    <a:pt x="5158" y="865"/>
                  </a:cubicBezTo>
                  <a:cubicBezTo>
                    <a:pt x="5158" y="865"/>
                    <a:pt x="5210" y="916"/>
                    <a:pt x="5210" y="968"/>
                  </a:cubicBezTo>
                  <a:lnTo>
                    <a:pt x="5429" y="1342"/>
                  </a:lnTo>
                  <a:lnTo>
                    <a:pt x="5855" y="1393"/>
                  </a:lnTo>
                  <a:cubicBezTo>
                    <a:pt x="5906" y="1393"/>
                    <a:pt x="5971" y="1458"/>
                    <a:pt x="5971" y="1458"/>
                  </a:cubicBezTo>
                  <a:cubicBezTo>
                    <a:pt x="6022" y="1509"/>
                    <a:pt x="6022" y="1561"/>
                    <a:pt x="6022" y="1613"/>
                  </a:cubicBezTo>
                  <a:cubicBezTo>
                    <a:pt x="6022" y="1664"/>
                    <a:pt x="6022" y="1716"/>
                    <a:pt x="5971" y="1780"/>
                  </a:cubicBezTo>
                  <a:lnTo>
                    <a:pt x="5648" y="2103"/>
                  </a:lnTo>
                  <a:lnTo>
                    <a:pt x="5751" y="2528"/>
                  </a:lnTo>
                  <a:cubicBezTo>
                    <a:pt x="5751" y="2631"/>
                    <a:pt x="5700" y="2683"/>
                    <a:pt x="5648" y="2683"/>
                  </a:cubicBezTo>
                  <a:cubicBezTo>
                    <a:pt x="5648" y="2747"/>
                    <a:pt x="5584" y="2799"/>
                    <a:pt x="5532" y="2799"/>
                  </a:cubicBezTo>
                  <a:cubicBezTo>
                    <a:pt x="5481" y="2799"/>
                    <a:pt x="5429" y="2799"/>
                    <a:pt x="5429" y="2747"/>
                  </a:cubicBezTo>
                  <a:lnTo>
                    <a:pt x="5003" y="2528"/>
                  </a:lnTo>
                  <a:lnTo>
                    <a:pt x="4617" y="2747"/>
                  </a:lnTo>
                  <a:cubicBezTo>
                    <a:pt x="4617" y="2799"/>
                    <a:pt x="4565" y="2799"/>
                    <a:pt x="4514" y="2799"/>
                  </a:cubicBezTo>
                  <a:cubicBezTo>
                    <a:pt x="4462" y="2799"/>
                    <a:pt x="4410" y="2747"/>
                    <a:pt x="4359" y="2683"/>
                  </a:cubicBezTo>
                  <a:cubicBezTo>
                    <a:pt x="4359" y="2683"/>
                    <a:pt x="4294" y="2631"/>
                    <a:pt x="4294" y="2528"/>
                  </a:cubicBezTo>
                  <a:lnTo>
                    <a:pt x="4359" y="2103"/>
                  </a:lnTo>
                  <a:lnTo>
                    <a:pt x="4088" y="1780"/>
                  </a:lnTo>
                  <a:cubicBezTo>
                    <a:pt x="4036" y="1716"/>
                    <a:pt x="3972" y="1664"/>
                    <a:pt x="3972" y="1613"/>
                  </a:cubicBezTo>
                  <a:cubicBezTo>
                    <a:pt x="3972" y="1561"/>
                    <a:pt x="4036" y="1509"/>
                    <a:pt x="4036" y="1458"/>
                  </a:cubicBezTo>
                  <a:cubicBezTo>
                    <a:pt x="4088" y="1458"/>
                    <a:pt x="4140" y="1393"/>
                    <a:pt x="4191" y="1393"/>
                  </a:cubicBezTo>
                  <a:lnTo>
                    <a:pt x="4617" y="1342"/>
                  </a:lnTo>
                  <a:lnTo>
                    <a:pt x="4836" y="968"/>
                  </a:lnTo>
                  <a:cubicBezTo>
                    <a:pt x="4836" y="916"/>
                    <a:pt x="4887" y="865"/>
                    <a:pt x="4887" y="865"/>
                  </a:cubicBezTo>
                  <a:cubicBezTo>
                    <a:pt x="4939" y="813"/>
                    <a:pt x="5003" y="813"/>
                    <a:pt x="5003" y="813"/>
                  </a:cubicBezTo>
                  <a:close/>
                  <a:moveTo>
                    <a:pt x="7789" y="813"/>
                  </a:moveTo>
                  <a:cubicBezTo>
                    <a:pt x="7789" y="813"/>
                    <a:pt x="7840" y="813"/>
                    <a:pt x="7905" y="865"/>
                  </a:cubicBezTo>
                  <a:cubicBezTo>
                    <a:pt x="7956" y="865"/>
                    <a:pt x="7956" y="916"/>
                    <a:pt x="7956" y="968"/>
                  </a:cubicBezTo>
                  <a:lnTo>
                    <a:pt x="8163" y="1342"/>
                  </a:lnTo>
                  <a:lnTo>
                    <a:pt x="8601" y="1393"/>
                  </a:lnTo>
                  <a:cubicBezTo>
                    <a:pt x="8653" y="1393"/>
                    <a:pt x="8704" y="1458"/>
                    <a:pt x="8756" y="1458"/>
                  </a:cubicBezTo>
                  <a:cubicBezTo>
                    <a:pt x="8756" y="1509"/>
                    <a:pt x="8807" y="1561"/>
                    <a:pt x="8807" y="1613"/>
                  </a:cubicBezTo>
                  <a:cubicBezTo>
                    <a:pt x="8807" y="1664"/>
                    <a:pt x="8756" y="1716"/>
                    <a:pt x="8704" y="1780"/>
                  </a:cubicBezTo>
                  <a:lnTo>
                    <a:pt x="8433" y="2103"/>
                  </a:lnTo>
                  <a:lnTo>
                    <a:pt x="8485" y="2528"/>
                  </a:lnTo>
                  <a:cubicBezTo>
                    <a:pt x="8485" y="2631"/>
                    <a:pt x="8485" y="2683"/>
                    <a:pt x="8433" y="2683"/>
                  </a:cubicBezTo>
                  <a:cubicBezTo>
                    <a:pt x="8382" y="2747"/>
                    <a:pt x="8330" y="2799"/>
                    <a:pt x="8279" y="2799"/>
                  </a:cubicBezTo>
                  <a:cubicBezTo>
                    <a:pt x="8227" y="2799"/>
                    <a:pt x="8163" y="2799"/>
                    <a:pt x="8163" y="2747"/>
                  </a:cubicBezTo>
                  <a:lnTo>
                    <a:pt x="7789" y="2528"/>
                  </a:lnTo>
                  <a:lnTo>
                    <a:pt x="7415" y="2747"/>
                  </a:lnTo>
                  <a:cubicBezTo>
                    <a:pt x="7363" y="2799"/>
                    <a:pt x="7312" y="2799"/>
                    <a:pt x="7312" y="2799"/>
                  </a:cubicBezTo>
                  <a:cubicBezTo>
                    <a:pt x="7196" y="2799"/>
                    <a:pt x="7144" y="2747"/>
                    <a:pt x="7144" y="2683"/>
                  </a:cubicBezTo>
                  <a:cubicBezTo>
                    <a:pt x="7092" y="2683"/>
                    <a:pt x="7041" y="2631"/>
                    <a:pt x="7041" y="2528"/>
                  </a:cubicBezTo>
                  <a:lnTo>
                    <a:pt x="7144" y="2103"/>
                  </a:lnTo>
                  <a:lnTo>
                    <a:pt x="6822" y="1780"/>
                  </a:lnTo>
                  <a:cubicBezTo>
                    <a:pt x="6770" y="1716"/>
                    <a:pt x="6770" y="1664"/>
                    <a:pt x="6770" y="1613"/>
                  </a:cubicBezTo>
                  <a:cubicBezTo>
                    <a:pt x="6770" y="1561"/>
                    <a:pt x="6770" y="1509"/>
                    <a:pt x="6822" y="1458"/>
                  </a:cubicBezTo>
                  <a:cubicBezTo>
                    <a:pt x="6822" y="1458"/>
                    <a:pt x="6873" y="1393"/>
                    <a:pt x="6938" y="1393"/>
                  </a:cubicBezTo>
                  <a:lnTo>
                    <a:pt x="7363" y="1342"/>
                  </a:lnTo>
                  <a:lnTo>
                    <a:pt x="7582" y="968"/>
                  </a:lnTo>
                  <a:cubicBezTo>
                    <a:pt x="7582" y="916"/>
                    <a:pt x="7634" y="865"/>
                    <a:pt x="7686" y="865"/>
                  </a:cubicBezTo>
                  <a:cubicBezTo>
                    <a:pt x="7686" y="813"/>
                    <a:pt x="7737" y="813"/>
                    <a:pt x="7789" y="813"/>
                  </a:cubicBezTo>
                  <a:close/>
                  <a:moveTo>
                    <a:pt x="10535" y="813"/>
                  </a:moveTo>
                  <a:cubicBezTo>
                    <a:pt x="10587" y="813"/>
                    <a:pt x="10587" y="813"/>
                    <a:pt x="10638" y="865"/>
                  </a:cubicBezTo>
                  <a:cubicBezTo>
                    <a:pt x="10690" y="865"/>
                    <a:pt x="10690" y="916"/>
                    <a:pt x="10742" y="968"/>
                  </a:cubicBezTo>
                  <a:lnTo>
                    <a:pt x="10909" y="1342"/>
                  </a:lnTo>
                  <a:lnTo>
                    <a:pt x="11335" y="1393"/>
                  </a:lnTo>
                  <a:cubicBezTo>
                    <a:pt x="11386" y="1393"/>
                    <a:pt x="11451" y="1458"/>
                    <a:pt x="11502" y="1458"/>
                  </a:cubicBezTo>
                  <a:cubicBezTo>
                    <a:pt x="11554" y="1509"/>
                    <a:pt x="11554" y="1561"/>
                    <a:pt x="11554" y="1613"/>
                  </a:cubicBezTo>
                  <a:cubicBezTo>
                    <a:pt x="11554" y="1664"/>
                    <a:pt x="11554" y="1716"/>
                    <a:pt x="11502" y="1780"/>
                  </a:cubicBezTo>
                  <a:lnTo>
                    <a:pt x="11180" y="2103"/>
                  </a:lnTo>
                  <a:lnTo>
                    <a:pt x="11232" y="2528"/>
                  </a:lnTo>
                  <a:cubicBezTo>
                    <a:pt x="11232" y="2631"/>
                    <a:pt x="11232" y="2683"/>
                    <a:pt x="11180" y="2683"/>
                  </a:cubicBezTo>
                  <a:cubicBezTo>
                    <a:pt x="11128" y="2747"/>
                    <a:pt x="11064" y="2799"/>
                    <a:pt x="11012" y="2799"/>
                  </a:cubicBezTo>
                  <a:cubicBezTo>
                    <a:pt x="10961" y="2799"/>
                    <a:pt x="10961" y="2799"/>
                    <a:pt x="10909" y="2747"/>
                  </a:cubicBezTo>
                  <a:lnTo>
                    <a:pt x="10535" y="2528"/>
                  </a:lnTo>
                  <a:lnTo>
                    <a:pt x="10161" y="2747"/>
                  </a:lnTo>
                  <a:cubicBezTo>
                    <a:pt x="10097" y="2799"/>
                    <a:pt x="10045" y="2799"/>
                    <a:pt x="10045" y="2799"/>
                  </a:cubicBezTo>
                  <a:cubicBezTo>
                    <a:pt x="9994" y="2799"/>
                    <a:pt x="9942" y="2747"/>
                    <a:pt x="9891" y="2683"/>
                  </a:cubicBezTo>
                  <a:cubicBezTo>
                    <a:pt x="9839" y="2683"/>
                    <a:pt x="9839" y="2631"/>
                    <a:pt x="9839" y="2528"/>
                  </a:cubicBezTo>
                  <a:lnTo>
                    <a:pt x="9891" y="2103"/>
                  </a:lnTo>
                  <a:lnTo>
                    <a:pt x="9568" y="1780"/>
                  </a:lnTo>
                  <a:cubicBezTo>
                    <a:pt x="9517" y="1716"/>
                    <a:pt x="9517" y="1664"/>
                    <a:pt x="9517" y="1613"/>
                  </a:cubicBezTo>
                  <a:cubicBezTo>
                    <a:pt x="9517" y="1561"/>
                    <a:pt x="9517" y="1509"/>
                    <a:pt x="9568" y="1458"/>
                  </a:cubicBezTo>
                  <a:cubicBezTo>
                    <a:pt x="9620" y="1458"/>
                    <a:pt x="9620" y="1393"/>
                    <a:pt x="9723" y="1393"/>
                  </a:cubicBezTo>
                  <a:lnTo>
                    <a:pt x="10161" y="1342"/>
                  </a:lnTo>
                  <a:lnTo>
                    <a:pt x="10316" y="968"/>
                  </a:lnTo>
                  <a:cubicBezTo>
                    <a:pt x="10368" y="916"/>
                    <a:pt x="10368" y="865"/>
                    <a:pt x="10419" y="865"/>
                  </a:cubicBezTo>
                  <a:cubicBezTo>
                    <a:pt x="10419" y="813"/>
                    <a:pt x="10484" y="813"/>
                    <a:pt x="10535" y="813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3495"/>
                  </a:lnTo>
                  <a:cubicBezTo>
                    <a:pt x="0" y="3650"/>
                    <a:pt x="168" y="3818"/>
                    <a:pt x="323" y="3818"/>
                  </a:cubicBezTo>
                  <a:lnTo>
                    <a:pt x="12521" y="3818"/>
                  </a:lnTo>
                  <a:cubicBezTo>
                    <a:pt x="12676" y="3818"/>
                    <a:pt x="12843" y="3650"/>
                    <a:pt x="12843" y="3495"/>
                  </a:cubicBezTo>
                  <a:lnTo>
                    <a:pt x="12843" y="323"/>
                  </a:lnTo>
                  <a:cubicBezTo>
                    <a:pt x="12843" y="168"/>
                    <a:pt x="12676" y="1"/>
                    <a:pt x="125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0;p32">
              <a:extLst>
                <a:ext uri="{FF2B5EF4-FFF2-40B4-BE49-F238E27FC236}">
                  <a16:creationId xmlns:a16="http://schemas.microsoft.com/office/drawing/2014/main" id="{B1C491D1-5A2F-FA9E-DB7E-8FBA6322F280}"/>
                </a:ext>
              </a:extLst>
            </p:cNvPr>
            <p:cNvSpPr/>
            <p:nvPr/>
          </p:nvSpPr>
          <p:spPr>
            <a:xfrm>
              <a:off x="3529850" y="4092950"/>
              <a:ext cx="334650" cy="107700"/>
            </a:xfrm>
            <a:custGeom>
              <a:avLst/>
              <a:gdLst/>
              <a:ahLst/>
              <a:cxnLst/>
              <a:rect l="l" t="t" r="r" b="b"/>
              <a:pathLst>
                <a:path w="13386" h="4308" extrusionOk="0">
                  <a:moveTo>
                    <a:pt x="12792" y="220"/>
                  </a:moveTo>
                  <a:cubicBezTo>
                    <a:pt x="12947" y="220"/>
                    <a:pt x="13114" y="387"/>
                    <a:pt x="13114" y="542"/>
                  </a:cubicBezTo>
                  <a:lnTo>
                    <a:pt x="13114" y="3714"/>
                  </a:lnTo>
                  <a:cubicBezTo>
                    <a:pt x="13114" y="3869"/>
                    <a:pt x="12947" y="4037"/>
                    <a:pt x="12792" y="4037"/>
                  </a:cubicBezTo>
                  <a:lnTo>
                    <a:pt x="594" y="4037"/>
                  </a:lnTo>
                  <a:cubicBezTo>
                    <a:pt x="439" y="4037"/>
                    <a:pt x="271" y="3869"/>
                    <a:pt x="271" y="3714"/>
                  </a:cubicBezTo>
                  <a:lnTo>
                    <a:pt x="271" y="542"/>
                  </a:lnTo>
                  <a:cubicBezTo>
                    <a:pt x="271" y="387"/>
                    <a:pt x="439" y="220"/>
                    <a:pt x="594" y="220"/>
                  </a:cubicBezTo>
                  <a:close/>
                  <a:moveTo>
                    <a:pt x="594" y="1"/>
                  </a:moveTo>
                  <a:cubicBezTo>
                    <a:pt x="271" y="1"/>
                    <a:pt x="1" y="220"/>
                    <a:pt x="1" y="542"/>
                  </a:cubicBezTo>
                  <a:lnTo>
                    <a:pt x="1" y="3714"/>
                  </a:lnTo>
                  <a:cubicBezTo>
                    <a:pt x="1" y="4037"/>
                    <a:pt x="271" y="4307"/>
                    <a:pt x="594" y="4307"/>
                  </a:cubicBezTo>
                  <a:lnTo>
                    <a:pt x="12792" y="4307"/>
                  </a:lnTo>
                  <a:cubicBezTo>
                    <a:pt x="13114" y="4307"/>
                    <a:pt x="13385" y="4037"/>
                    <a:pt x="13385" y="3714"/>
                  </a:cubicBezTo>
                  <a:lnTo>
                    <a:pt x="13385" y="542"/>
                  </a:lnTo>
                  <a:cubicBezTo>
                    <a:pt x="13385" y="220"/>
                    <a:pt x="13114" y="1"/>
                    <a:pt x="1279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1;p32">
              <a:extLst>
                <a:ext uri="{FF2B5EF4-FFF2-40B4-BE49-F238E27FC236}">
                  <a16:creationId xmlns:a16="http://schemas.microsoft.com/office/drawing/2014/main" id="{FACBC63A-CFDC-30CE-419D-6076858E8F8F}"/>
                </a:ext>
              </a:extLst>
            </p:cNvPr>
            <p:cNvSpPr/>
            <p:nvPr/>
          </p:nvSpPr>
          <p:spPr>
            <a:xfrm>
              <a:off x="35675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7" y="645"/>
                  </a:lnTo>
                  <a:cubicBezTo>
                    <a:pt x="1238" y="696"/>
                    <a:pt x="1290" y="748"/>
                    <a:pt x="1393" y="748"/>
                  </a:cubicBezTo>
                  <a:lnTo>
                    <a:pt x="1767" y="800"/>
                  </a:lnTo>
                  <a:lnTo>
                    <a:pt x="1509" y="1122"/>
                  </a:lnTo>
                  <a:cubicBezTo>
                    <a:pt x="1444" y="1122"/>
                    <a:pt x="1393" y="1225"/>
                    <a:pt x="1393" y="1290"/>
                  </a:cubicBezTo>
                  <a:lnTo>
                    <a:pt x="1444" y="1290"/>
                  </a:lnTo>
                  <a:lnTo>
                    <a:pt x="1509" y="1715"/>
                  </a:lnTo>
                  <a:lnTo>
                    <a:pt x="1122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645" y="1290"/>
                  </a:lnTo>
                  <a:cubicBezTo>
                    <a:pt x="645" y="1225"/>
                    <a:pt x="593" y="1122"/>
                    <a:pt x="593" y="1122"/>
                  </a:cubicBezTo>
                  <a:lnTo>
                    <a:pt x="271" y="800"/>
                  </a:lnTo>
                  <a:lnTo>
                    <a:pt x="697" y="748"/>
                  </a:lnTo>
                  <a:cubicBezTo>
                    <a:pt x="748" y="748"/>
                    <a:pt x="800" y="696"/>
                    <a:pt x="864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67" y="0"/>
                    <a:pt x="916" y="52"/>
                  </a:cubicBezTo>
                  <a:cubicBezTo>
                    <a:pt x="864" y="52"/>
                    <a:pt x="864" y="103"/>
                    <a:pt x="800" y="155"/>
                  </a:cubicBezTo>
                  <a:lnTo>
                    <a:pt x="645" y="529"/>
                  </a:lnTo>
                  <a:lnTo>
                    <a:pt x="219" y="580"/>
                  </a:lnTo>
                  <a:cubicBezTo>
                    <a:pt x="155" y="580"/>
                    <a:pt x="103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52" y="903"/>
                    <a:pt x="52" y="967"/>
                  </a:cubicBezTo>
                  <a:lnTo>
                    <a:pt x="374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4" y="1870"/>
                  </a:cubicBezTo>
                  <a:cubicBezTo>
                    <a:pt x="426" y="1934"/>
                    <a:pt x="477" y="1986"/>
                    <a:pt x="542" y="1986"/>
                  </a:cubicBezTo>
                  <a:cubicBezTo>
                    <a:pt x="593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4" y="1986"/>
                    <a:pt x="1509" y="1986"/>
                    <a:pt x="1509" y="1986"/>
                  </a:cubicBezTo>
                  <a:cubicBezTo>
                    <a:pt x="1561" y="1986"/>
                    <a:pt x="1612" y="1934"/>
                    <a:pt x="1664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86" y="645"/>
                    <a:pt x="1934" y="580"/>
                    <a:pt x="1831" y="580"/>
                  </a:cubicBezTo>
                  <a:lnTo>
                    <a:pt x="1444" y="529"/>
                  </a:lnTo>
                  <a:lnTo>
                    <a:pt x="1238" y="155"/>
                  </a:lnTo>
                  <a:cubicBezTo>
                    <a:pt x="1238" y="103"/>
                    <a:pt x="1187" y="52"/>
                    <a:pt x="1122" y="52"/>
                  </a:cubicBez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2;p32">
              <a:extLst>
                <a:ext uri="{FF2B5EF4-FFF2-40B4-BE49-F238E27FC236}">
                  <a16:creationId xmlns:a16="http://schemas.microsoft.com/office/drawing/2014/main" id="{21F3F910-D3B5-40C9-2B01-C43A4C9DDFD7}"/>
                </a:ext>
              </a:extLst>
            </p:cNvPr>
            <p:cNvSpPr/>
            <p:nvPr/>
          </p:nvSpPr>
          <p:spPr>
            <a:xfrm>
              <a:off x="360527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3;p32">
              <a:extLst>
                <a:ext uri="{FF2B5EF4-FFF2-40B4-BE49-F238E27FC236}">
                  <a16:creationId xmlns:a16="http://schemas.microsoft.com/office/drawing/2014/main" id="{4F1C6205-92F3-EE34-45A7-92629FC9B856}"/>
                </a:ext>
              </a:extLst>
            </p:cNvPr>
            <p:cNvSpPr/>
            <p:nvPr/>
          </p:nvSpPr>
          <p:spPr>
            <a:xfrm>
              <a:off x="3635900" y="4118750"/>
              <a:ext cx="51300" cy="49650"/>
            </a:xfrm>
            <a:custGeom>
              <a:avLst/>
              <a:gdLst/>
              <a:ahLst/>
              <a:cxnLst/>
              <a:rect l="l" t="t" r="r" b="b"/>
              <a:pathLst>
                <a:path w="2052" h="1986" extrusionOk="0">
                  <a:moveTo>
                    <a:pt x="1032" y="258"/>
                  </a:moveTo>
                  <a:lnTo>
                    <a:pt x="1239" y="645"/>
                  </a:lnTo>
                  <a:cubicBezTo>
                    <a:pt x="1239" y="696"/>
                    <a:pt x="1355" y="748"/>
                    <a:pt x="1406" y="748"/>
                  </a:cubicBezTo>
                  <a:lnTo>
                    <a:pt x="1780" y="800"/>
                  </a:lnTo>
                  <a:lnTo>
                    <a:pt x="1510" y="1122"/>
                  </a:lnTo>
                  <a:cubicBezTo>
                    <a:pt x="1458" y="1122"/>
                    <a:pt x="1458" y="1225"/>
                    <a:pt x="1458" y="1290"/>
                  </a:cubicBezTo>
                  <a:lnTo>
                    <a:pt x="1510" y="1715"/>
                  </a:lnTo>
                  <a:lnTo>
                    <a:pt x="1136" y="1496"/>
                  </a:lnTo>
                  <a:lnTo>
                    <a:pt x="916" y="1496"/>
                  </a:lnTo>
                  <a:lnTo>
                    <a:pt x="594" y="1715"/>
                  </a:lnTo>
                  <a:lnTo>
                    <a:pt x="646" y="1290"/>
                  </a:lnTo>
                  <a:cubicBezTo>
                    <a:pt x="646" y="1225"/>
                    <a:pt x="646" y="1122"/>
                    <a:pt x="594" y="1122"/>
                  </a:cubicBezTo>
                  <a:lnTo>
                    <a:pt x="272" y="800"/>
                  </a:lnTo>
                  <a:lnTo>
                    <a:pt x="710" y="748"/>
                  </a:lnTo>
                  <a:cubicBezTo>
                    <a:pt x="762" y="748"/>
                    <a:pt x="813" y="696"/>
                    <a:pt x="865" y="645"/>
                  </a:cubicBezTo>
                  <a:lnTo>
                    <a:pt x="1032" y="258"/>
                  </a:lnTo>
                  <a:close/>
                  <a:moveTo>
                    <a:pt x="1032" y="0"/>
                  </a:moveTo>
                  <a:cubicBezTo>
                    <a:pt x="1032" y="0"/>
                    <a:pt x="968" y="0"/>
                    <a:pt x="916" y="52"/>
                  </a:cubicBezTo>
                  <a:cubicBezTo>
                    <a:pt x="916" y="52"/>
                    <a:pt x="865" y="103"/>
                    <a:pt x="865" y="155"/>
                  </a:cubicBezTo>
                  <a:lnTo>
                    <a:pt x="646" y="529"/>
                  </a:lnTo>
                  <a:lnTo>
                    <a:pt x="220" y="580"/>
                  </a:lnTo>
                  <a:cubicBezTo>
                    <a:pt x="169" y="580"/>
                    <a:pt x="117" y="645"/>
                    <a:pt x="65" y="645"/>
                  </a:cubicBezTo>
                  <a:cubicBezTo>
                    <a:pt x="65" y="696"/>
                    <a:pt x="1" y="748"/>
                    <a:pt x="1" y="800"/>
                  </a:cubicBezTo>
                  <a:cubicBezTo>
                    <a:pt x="1" y="851"/>
                    <a:pt x="65" y="903"/>
                    <a:pt x="117" y="967"/>
                  </a:cubicBezTo>
                  <a:lnTo>
                    <a:pt x="388" y="1290"/>
                  </a:lnTo>
                  <a:lnTo>
                    <a:pt x="323" y="1715"/>
                  </a:lnTo>
                  <a:cubicBezTo>
                    <a:pt x="323" y="1818"/>
                    <a:pt x="388" y="1870"/>
                    <a:pt x="388" y="1870"/>
                  </a:cubicBezTo>
                  <a:cubicBezTo>
                    <a:pt x="439" y="1934"/>
                    <a:pt x="491" y="1986"/>
                    <a:pt x="543" y="1986"/>
                  </a:cubicBezTo>
                  <a:cubicBezTo>
                    <a:pt x="594" y="1986"/>
                    <a:pt x="646" y="1986"/>
                    <a:pt x="646" y="1934"/>
                  </a:cubicBezTo>
                  <a:lnTo>
                    <a:pt x="1032" y="1715"/>
                  </a:lnTo>
                  <a:lnTo>
                    <a:pt x="1458" y="1934"/>
                  </a:lnTo>
                  <a:cubicBezTo>
                    <a:pt x="1458" y="1986"/>
                    <a:pt x="1510" y="1986"/>
                    <a:pt x="1561" y="1986"/>
                  </a:cubicBezTo>
                  <a:cubicBezTo>
                    <a:pt x="1613" y="1986"/>
                    <a:pt x="1677" y="1934"/>
                    <a:pt x="1677" y="1870"/>
                  </a:cubicBezTo>
                  <a:cubicBezTo>
                    <a:pt x="1729" y="1870"/>
                    <a:pt x="1780" y="1818"/>
                    <a:pt x="1780" y="1715"/>
                  </a:cubicBezTo>
                  <a:lnTo>
                    <a:pt x="1677" y="1290"/>
                  </a:lnTo>
                  <a:lnTo>
                    <a:pt x="2000" y="967"/>
                  </a:lnTo>
                  <a:cubicBezTo>
                    <a:pt x="2051" y="903"/>
                    <a:pt x="2051" y="851"/>
                    <a:pt x="2051" y="800"/>
                  </a:cubicBezTo>
                  <a:cubicBezTo>
                    <a:pt x="2051" y="748"/>
                    <a:pt x="2051" y="696"/>
                    <a:pt x="2000" y="645"/>
                  </a:cubicBezTo>
                  <a:cubicBezTo>
                    <a:pt x="2000" y="645"/>
                    <a:pt x="1935" y="580"/>
                    <a:pt x="1884" y="580"/>
                  </a:cubicBezTo>
                  <a:lnTo>
                    <a:pt x="1458" y="529"/>
                  </a:lnTo>
                  <a:lnTo>
                    <a:pt x="1239" y="155"/>
                  </a:lnTo>
                  <a:cubicBezTo>
                    <a:pt x="1239" y="103"/>
                    <a:pt x="1187" y="52"/>
                    <a:pt x="1187" y="52"/>
                  </a:cubicBezTo>
                  <a:cubicBezTo>
                    <a:pt x="1136" y="0"/>
                    <a:pt x="1084" y="0"/>
                    <a:pt x="103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4;p32">
              <a:extLst>
                <a:ext uri="{FF2B5EF4-FFF2-40B4-BE49-F238E27FC236}">
                  <a16:creationId xmlns:a16="http://schemas.microsoft.com/office/drawing/2014/main" id="{32545611-A04C-74BF-5F27-0BDF998A989B}"/>
                </a:ext>
              </a:extLst>
            </p:cNvPr>
            <p:cNvSpPr/>
            <p:nvPr/>
          </p:nvSpPr>
          <p:spPr>
            <a:xfrm>
              <a:off x="36736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5;p32">
              <a:extLst>
                <a:ext uri="{FF2B5EF4-FFF2-40B4-BE49-F238E27FC236}">
                  <a16:creationId xmlns:a16="http://schemas.microsoft.com/office/drawing/2014/main" id="{C821EB6B-137E-7950-5EEE-D092E10FF300}"/>
                </a:ext>
              </a:extLst>
            </p:cNvPr>
            <p:cNvSpPr/>
            <p:nvPr/>
          </p:nvSpPr>
          <p:spPr>
            <a:xfrm>
              <a:off x="37058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6" y="645"/>
                  </a:lnTo>
                  <a:cubicBezTo>
                    <a:pt x="1238" y="696"/>
                    <a:pt x="1290" y="748"/>
                    <a:pt x="1341" y="748"/>
                  </a:cubicBezTo>
                  <a:lnTo>
                    <a:pt x="1780" y="800"/>
                  </a:lnTo>
                  <a:lnTo>
                    <a:pt x="1457" y="1122"/>
                  </a:lnTo>
                  <a:cubicBezTo>
                    <a:pt x="1393" y="1122"/>
                    <a:pt x="1393" y="1225"/>
                    <a:pt x="1393" y="1290"/>
                  </a:cubicBezTo>
                  <a:lnTo>
                    <a:pt x="1457" y="1715"/>
                  </a:lnTo>
                  <a:lnTo>
                    <a:pt x="1135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593" y="1290"/>
                  </a:lnTo>
                  <a:cubicBezTo>
                    <a:pt x="593" y="1225"/>
                    <a:pt x="593" y="1122"/>
                    <a:pt x="542" y="1122"/>
                  </a:cubicBezTo>
                  <a:lnTo>
                    <a:pt x="271" y="800"/>
                  </a:lnTo>
                  <a:lnTo>
                    <a:pt x="645" y="748"/>
                  </a:lnTo>
                  <a:cubicBezTo>
                    <a:pt x="748" y="748"/>
                    <a:pt x="812" y="696"/>
                    <a:pt x="81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916" y="52"/>
                  </a:cubicBezTo>
                  <a:cubicBezTo>
                    <a:pt x="864" y="52"/>
                    <a:pt x="812" y="103"/>
                    <a:pt x="812" y="155"/>
                  </a:cubicBezTo>
                  <a:lnTo>
                    <a:pt x="593" y="529"/>
                  </a:lnTo>
                  <a:lnTo>
                    <a:pt x="168" y="580"/>
                  </a:lnTo>
                  <a:cubicBezTo>
                    <a:pt x="103" y="580"/>
                    <a:pt x="52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0" y="903"/>
                    <a:pt x="52" y="967"/>
                  </a:cubicBezTo>
                  <a:lnTo>
                    <a:pt x="374" y="1290"/>
                  </a:lnTo>
                  <a:lnTo>
                    <a:pt x="271" y="1715"/>
                  </a:lnTo>
                  <a:cubicBezTo>
                    <a:pt x="271" y="1818"/>
                    <a:pt x="322" y="1870"/>
                    <a:pt x="374" y="1870"/>
                  </a:cubicBezTo>
                  <a:cubicBezTo>
                    <a:pt x="374" y="1934"/>
                    <a:pt x="426" y="1986"/>
                    <a:pt x="542" y="1986"/>
                  </a:cubicBezTo>
                  <a:cubicBezTo>
                    <a:pt x="542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393" y="1986"/>
                    <a:pt x="1457" y="1986"/>
                    <a:pt x="1509" y="1986"/>
                  </a:cubicBezTo>
                  <a:cubicBezTo>
                    <a:pt x="1560" y="1986"/>
                    <a:pt x="1612" y="1934"/>
                    <a:pt x="1663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3" y="1290"/>
                  </a:lnTo>
                  <a:lnTo>
                    <a:pt x="1934" y="967"/>
                  </a:lnTo>
                  <a:cubicBezTo>
                    <a:pt x="1986" y="903"/>
                    <a:pt x="2037" y="851"/>
                    <a:pt x="2037" y="800"/>
                  </a:cubicBezTo>
                  <a:cubicBezTo>
                    <a:pt x="2037" y="748"/>
                    <a:pt x="1986" y="696"/>
                    <a:pt x="1986" y="645"/>
                  </a:cubicBezTo>
                  <a:cubicBezTo>
                    <a:pt x="1934" y="645"/>
                    <a:pt x="1883" y="580"/>
                    <a:pt x="1831" y="580"/>
                  </a:cubicBezTo>
                  <a:lnTo>
                    <a:pt x="1393" y="529"/>
                  </a:lnTo>
                  <a:lnTo>
                    <a:pt x="1186" y="155"/>
                  </a:lnTo>
                  <a:cubicBezTo>
                    <a:pt x="1186" y="103"/>
                    <a:pt x="1186" y="52"/>
                    <a:pt x="1135" y="52"/>
                  </a:cubicBezTo>
                  <a:cubicBezTo>
                    <a:pt x="1070" y="0"/>
                    <a:pt x="1019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6;p32">
              <a:extLst>
                <a:ext uri="{FF2B5EF4-FFF2-40B4-BE49-F238E27FC236}">
                  <a16:creationId xmlns:a16="http://schemas.microsoft.com/office/drawing/2014/main" id="{FA3F2F67-349C-83A3-6C10-51CA1E76C2BA}"/>
                </a:ext>
              </a:extLst>
            </p:cNvPr>
            <p:cNvSpPr/>
            <p:nvPr/>
          </p:nvSpPr>
          <p:spPr>
            <a:xfrm>
              <a:off x="3742300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7;p32">
              <a:extLst>
                <a:ext uri="{FF2B5EF4-FFF2-40B4-BE49-F238E27FC236}">
                  <a16:creationId xmlns:a16="http://schemas.microsoft.com/office/drawing/2014/main" id="{69E967D3-96FB-43D6-6613-B8970056FA6C}"/>
                </a:ext>
              </a:extLst>
            </p:cNvPr>
            <p:cNvSpPr/>
            <p:nvPr/>
          </p:nvSpPr>
          <p:spPr>
            <a:xfrm>
              <a:off x="377452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74" y="645"/>
                  </a:lnTo>
                  <a:cubicBezTo>
                    <a:pt x="1226" y="696"/>
                    <a:pt x="1290" y="748"/>
                    <a:pt x="1342" y="748"/>
                  </a:cubicBezTo>
                  <a:lnTo>
                    <a:pt x="1767" y="800"/>
                  </a:lnTo>
                  <a:lnTo>
                    <a:pt x="1496" y="1122"/>
                  </a:lnTo>
                  <a:cubicBezTo>
                    <a:pt x="1445" y="1122"/>
                    <a:pt x="1393" y="1225"/>
                    <a:pt x="1393" y="1290"/>
                  </a:cubicBezTo>
                  <a:lnTo>
                    <a:pt x="1496" y="1715"/>
                  </a:lnTo>
                  <a:lnTo>
                    <a:pt x="1122" y="1496"/>
                  </a:lnTo>
                  <a:lnTo>
                    <a:pt x="903" y="1496"/>
                  </a:lnTo>
                  <a:lnTo>
                    <a:pt x="529" y="1715"/>
                  </a:lnTo>
                  <a:lnTo>
                    <a:pt x="645" y="1290"/>
                  </a:lnTo>
                  <a:cubicBezTo>
                    <a:pt x="645" y="1225"/>
                    <a:pt x="581" y="1122"/>
                    <a:pt x="529" y="1122"/>
                  </a:cubicBezTo>
                  <a:lnTo>
                    <a:pt x="258" y="800"/>
                  </a:lnTo>
                  <a:lnTo>
                    <a:pt x="645" y="748"/>
                  </a:lnTo>
                  <a:cubicBezTo>
                    <a:pt x="748" y="748"/>
                    <a:pt x="800" y="696"/>
                    <a:pt x="85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8" y="0"/>
                    <a:pt x="903" y="0"/>
                    <a:pt x="903" y="52"/>
                  </a:cubicBezTo>
                  <a:cubicBezTo>
                    <a:pt x="852" y="52"/>
                    <a:pt x="852" y="103"/>
                    <a:pt x="800" y="155"/>
                  </a:cubicBezTo>
                  <a:lnTo>
                    <a:pt x="645" y="529"/>
                  </a:lnTo>
                  <a:lnTo>
                    <a:pt x="207" y="580"/>
                  </a:lnTo>
                  <a:cubicBezTo>
                    <a:pt x="104" y="580"/>
                    <a:pt x="104" y="645"/>
                    <a:pt x="52" y="645"/>
                  </a:cubicBezTo>
                  <a:cubicBezTo>
                    <a:pt x="1" y="696"/>
                    <a:pt x="1" y="748"/>
                    <a:pt x="1" y="800"/>
                  </a:cubicBezTo>
                  <a:cubicBezTo>
                    <a:pt x="1" y="851"/>
                    <a:pt x="1" y="903"/>
                    <a:pt x="52" y="967"/>
                  </a:cubicBezTo>
                  <a:lnTo>
                    <a:pt x="375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5" y="1870"/>
                  </a:cubicBezTo>
                  <a:cubicBezTo>
                    <a:pt x="426" y="1934"/>
                    <a:pt x="478" y="1986"/>
                    <a:pt x="529" y="1986"/>
                  </a:cubicBezTo>
                  <a:cubicBezTo>
                    <a:pt x="529" y="1986"/>
                    <a:pt x="581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5" y="1986"/>
                    <a:pt x="1445" y="1986"/>
                    <a:pt x="1496" y="1986"/>
                  </a:cubicBezTo>
                  <a:cubicBezTo>
                    <a:pt x="1548" y="1986"/>
                    <a:pt x="1612" y="1934"/>
                    <a:pt x="1664" y="1870"/>
                  </a:cubicBezTo>
                  <a:cubicBezTo>
                    <a:pt x="1716" y="1870"/>
                    <a:pt x="1716" y="1818"/>
                    <a:pt x="1716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35" y="645"/>
                    <a:pt x="1870" y="580"/>
                    <a:pt x="1819" y="580"/>
                  </a:cubicBezTo>
                  <a:lnTo>
                    <a:pt x="1393" y="529"/>
                  </a:lnTo>
                  <a:lnTo>
                    <a:pt x="1226" y="155"/>
                  </a:lnTo>
                  <a:cubicBezTo>
                    <a:pt x="1174" y="103"/>
                    <a:pt x="1174" y="52"/>
                    <a:pt x="1122" y="52"/>
                  </a:cubicBezTo>
                  <a:cubicBezTo>
                    <a:pt x="1071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8;p32">
              <a:extLst>
                <a:ext uri="{FF2B5EF4-FFF2-40B4-BE49-F238E27FC236}">
                  <a16:creationId xmlns:a16="http://schemas.microsoft.com/office/drawing/2014/main" id="{78A2C9E4-A48E-4223-F5DC-6D52881C05DF}"/>
                </a:ext>
              </a:extLst>
            </p:cNvPr>
            <p:cNvSpPr/>
            <p:nvPr/>
          </p:nvSpPr>
          <p:spPr>
            <a:xfrm>
              <a:off x="38119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79;p32">
              <a:extLst>
                <a:ext uri="{FF2B5EF4-FFF2-40B4-BE49-F238E27FC236}">
                  <a16:creationId xmlns:a16="http://schemas.microsoft.com/office/drawing/2014/main" id="{33B128ED-66B1-A25A-8BE1-77159D9448E5}"/>
                </a:ext>
              </a:extLst>
            </p:cNvPr>
            <p:cNvSpPr/>
            <p:nvPr/>
          </p:nvSpPr>
          <p:spPr>
            <a:xfrm>
              <a:off x="3431850" y="4122600"/>
              <a:ext cx="28400" cy="29700"/>
            </a:xfrm>
            <a:custGeom>
              <a:avLst/>
              <a:gdLst/>
              <a:ahLst/>
              <a:cxnLst/>
              <a:rect l="l" t="t" r="r" b="b"/>
              <a:pathLst>
                <a:path w="1136" h="1188" extrusionOk="0">
                  <a:moveTo>
                    <a:pt x="542" y="1"/>
                  </a:moveTo>
                  <a:cubicBezTo>
                    <a:pt x="375" y="1"/>
                    <a:pt x="271" y="52"/>
                    <a:pt x="168" y="168"/>
                  </a:cubicBezTo>
                  <a:cubicBezTo>
                    <a:pt x="52" y="272"/>
                    <a:pt x="1" y="426"/>
                    <a:pt x="1" y="594"/>
                  </a:cubicBezTo>
                  <a:cubicBezTo>
                    <a:pt x="1" y="749"/>
                    <a:pt x="52" y="916"/>
                    <a:pt x="168" y="1020"/>
                  </a:cubicBezTo>
                  <a:cubicBezTo>
                    <a:pt x="271" y="1136"/>
                    <a:pt x="375" y="1187"/>
                    <a:pt x="542" y="1187"/>
                  </a:cubicBezTo>
                  <a:cubicBezTo>
                    <a:pt x="697" y="1187"/>
                    <a:pt x="865" y="1136"/>
                    <a:pt x="968" y="1020"/>
                  </a:cubicBezTo>
                  <a:cubicBezTo>
                    <a:pt x="1071" y="916"/>
                    <a:pt x="1135" y="749"/>
                    <a:pt x="1135" y="594"/>
                  </a:cubicBezTo>
                  <a:cubicBezTo>
                    <a:pt x="1135" y="426"/>
                    <a:pt x="1071" y="272"/>
                    <a:pt x="968" y="168"/>
                  </a:cubicBezTo>
                  <a:cubicBezTo>
                    <a:pt x="865" y="52"/>
                    <a:pt x="697" y="1"/>
                    <a:pt x="542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0;p32">
              <a:extLst>
                <a:ext uri="{FF2B5EF4-FFF2-40B4-BE49-F238E27FC236}">
                  <a16:creationId xmlns:a16="http://schemas.microsoft.com/office/drawing/2014/main" id="{2AD49C39-CB7F-E931-EFE1-D36FBEDBFDC1}"/>
                </a:ext>
              </a:extLst>
            </p:cNvPr>
            <p:cNvSpPr/>
            <p:nvPr/>
          </p:nvSpPr>
          <p:spPr>
            <a:xfrm>
              <a:off x="3413150" y="4159025"/>
              <a:ext cx="65800" cy="37425"/>
            </a:xfrm>
            <a:custGeom>
              <a:avLst/>
              <a:gdLst/>
              <a:ahLst/>
              <a:cxnLst/>
              <a:rect l="l" t="t" r="r" b="b"/>
              <a:pathLst>
                <a:path w="2632" h="1497" extrusionOk="0">
                  <a:moveTo>
                    <a:pt x="1290" y="1"/>
                  </a:moveTo>
                  <a:cubicBezTo>
                    <a:pt x="697" y="1"/>
                    <a:pt x="156" y="426"/>
                    <a:pt x="1" y="1020"/>
                  </a:cubicBezTo>
                  <a:cubicBezTo>
                    <a:pt x="375" y="1342"/>
                    <a:pt x="800" y="1497"/>
                    <a:pt x="1290" y="1497"/>
                  </a:cubicBezTo>
                  <a:cubicBezTo>
                    <a:pt x="1819" y="1497"/>
                    <a:pt x="2257" y="1342"/>
                    <a:pt x="2631" y="1020"/>
                  </a:cubicBezTo>
                  <a:cubicBezTo>
                    <a:pt x="2464" y="426"/>
                    <a:pt x="1935" y="1"/>
                    <a:pt x="1290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1;p32">
              <a:extLst>
                <a:ext uri="{FF2B5EF4-FFF2-40B4-BE49-F238E27FC236}">
                  <a16:creationId xmlns:a16="http://schemas.microsoft.com/office/drawing/2014/main" id="{EE1CE524-4FE7-7E79-5544-63A8A8CDF4F1}"/>
                </a:ext>
              </a:extLst>
            </p:cNvPr>
            <p:cNvSpPr/>
            <p:nvPr/>
          </p:nvSpPr>
          <p:spPr>
            <a:xfrm>
              <a:off x="3398325" y="4102625"/>
              <a:ext cx="95450" cy="76425"/>
            </a:xfrm>
            <a:custGeom>
              <a:avLst/>
              <a:gdLst/>
              <a:ahLst/>
              <a:cxnLst/>
              <a:rect l="l" t="t" r="r" b="b"/>
              <a:pathLst>
                <a:path w="3818" h="3057" extrusionOk="0">
                  <a:moveTo>
                    <a:pt x="1883" y="0"/>
                  </a:moveTo>
                  <a:cubicBezTo>
                    <a:pt x="1393" y="0"/>
                    <a:pt x="916" y="207"/>
                    <a:pt x="594" y="529"/>
                  </a:cubicBezTo>
                  <a:cubicBezTo>
                    <a:pt x="220" y="903"/>
                    <a:pt x="1" y="1341"/>
                    <a:pt x="1" y="1870"/>
                  </a:cubicBezTo>
                  <a:cubicBezTo>
                    <a:pt x="1" y="2308"/>
                    <a:pt x="155" y="2734"/>
                    <a:pt x="426" y="3056"/>
                  </a:cubicBezTo>
                  <a:cubicBezTo>
                    <a:pt x="594" y="2579"/>
                    <a:pt x="968" y="2192"/>
                    <a:pt x="1393" y="2038"/>
                  </a:cubicBezTo>
                  <a:cubicBezTo>
                    <a:pt x="1239" y="1935"/>
                    <a:pt x="1071" y="1664"/>
                    <a:pt x="1071" y="1393"/>
                  </a:cubicBezTo>
                  <a:cubicBezTo>
                    <a:pt x="1071" y="967"/>
                    <a:pt x="1445" y="581"/>
                    <a:pt x="1883" y="581"/>
                  </a:cubicBezTo>
                  <a:cubicBezTo>
                    <a:pt x="2360" y="581"/>
                    <a:pt x="2734" y="967"/>
                    <a:pt x="2734" y="1393"/>
                  </a:cubicBezTo>
                  <a:cubicBezTo>
                    <a:pt x="2734" y="1664"/>
                    <a:pt x="2580" y="1935"/>
                    <a:pt x="2412" y="2038"/>
                  </a:cubicBezTo>
                  <a:cubicBezTo>
                    <a:pt x="2850" y="2192"/>
                    <a:pt x="3224" y="2579"/>
                    <a:pt x="3379" y="3056"/>
                  </a:cubicBezTo>
                  <a:cubicBezTo>
                    <a:pt x="3650" y="2734"/>
                    <a:pt x="3817" y="2308"/>
                    <a:pt x="3817" y="1870"/>
                  </a:cubicBezTo>
                  <a:cubicBezTo>
                    <a:pt x="3817" y="1341"/>
                    <a:pt x="3598" y="903"/>
                    <a:pt x="3224" y="529"/>
                  </a:cubicBezTo>
                  <a:cubicBezTo>
                    <a:pt x="2902" y="207"/>
                    <a:pt x="2412" y="0"/>
                    <a:pt x="1883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2;p32">
              <a:extLst>
                <a:ext uri="{FF2B5EF4-FFF2-40B4-BE49-F238E27FC236}">
                  <a16:creationId xmlns:a16="http://schemas.microsoft.com/office/drawing/2014/main" id="{62151A44-92E4-EACA-787A-8BEB52F447EA}"/>
                </a:ext>
              </a:extLst>
            </p:cNvPr>
            <p:cNvSpPr/>
            <p:nvPr/>
          </p:nvSpPr>
          <p:spPr>
            <a:xfrm>
              <a:off x="3392850" y="4095850"/>
              <a:ext cx="106075" cy="107375"/>
            </a:xfrm>
            <a:custGeom>
              <a:avLst/>
              <a:gdLst/>
              <a:ahLst/>
              <a:cxnLst/>
              <a:rect l="l" t="t" r="r" b="b"/>
              <a:pathLst>
                <a:path w="4243" h="4295" extrusionOk="0">
                  <a:moveTo>
                    <a:pt x="2102" y="1071"/>
                  </a:moveTo>
                  <a:cubicBezTo>
                    <a:pt x="2257" y="1071"/>
                    <a:pt x="2425" y="1122"/>
                    <a:pt x="2528" y="1238"/>
                  </a:cubicBezTo>
                  <a:cubicBezTo>
                    <a:pt x="2631" y="1342"/>
                    <a:pt x="2695" y="1496"/>
                    <a:pt x="2695" y="1664"/>
                  </a:cubicBezTo>
                  <a:cubicBezTo>
                    <a:pt x="2695" y="1819"/>
                    <a:pt x="2631" y="1986"/>
                    <a:pt x="2528" y="2090"/>
                  </a:cubicBezTo>
                  <a:cubicBezTo>
                    <a:pt x="2425" y="2206"/>
                    <a:pt x="2257" y="2257"/>
                    <a:pt x="2102" y="2257"/>
                  </a:cubicBezTo>
                  <a:cubicBezTo>
                    <a:pt x="1935" y="2257"/>
                    <a:pt x="1831" y="2206"/>
                    <a:pt x="1728" y="2090"/>
                  </a:cubicBezTo>
                  <a:cubicBezTo>
                    <a:pt x="1612" y="1986"/>
                    <a:pt x="1561" y="1819"/>
                    <a:pt x="1561" y="1664"/>
                  </a:cubicBezTo>
                  <a:cubicBezTo>
                    <a:pt x="1561" y="1496"/>
                    <a:pt x="1612" y="1342"/>
                    <a:pt x="1728" y="1238"/>
                  </a:cubicBezTo>
                  <a:cubicBezTo>
                    <a:pt x="1831" y="1122"/>
                    <a:pt x="1935" y="1071"/>
                    <a:pt x="2102" y="1071"/>
                  </a:cubicBezTo>
                  <a:close/>
                  <a:moveTo>
                    <a:pt x="2102" y="271"/>
                  </a:moveTo>
                  <a:cubicBezTo>
                    <a:pt x="2631" y="271"/>
                    <a:pt x="3121" y="478"/>
                    <a:pt x="3443" y="800"/>
                  </a:cubicBezTo>
                  <a:cubicBezTo>
                    <a:pt x="3817" y="1174"/>
                    <a:pt x="4036" y="1612"/>
                    <a:pt x="4036" y="2141"/>
                  </a:cubicBezTo>
                  <a:cubicBezTo>
                    <a:pt x="4036" y="2579"/>
                    <a:pt x="3869" y="3005"/>
                    <a:pt x="3598" y="3327"/>
                  </a:cubicBezTo>
                  <a:cubicBezTo>
                    <a:pt x="3443" y="2850"/>
                    <a:pt x="3069" y="2463"/>
                    <a:pt x="2631" y="2309"/>
                  </a:cubicBezTo>
                  <a:cubicBezTo>
                    <a:pt x="2799" y="2206"/>
                    <a:pt x="2953" y="1935"/>
                    <a:pt x="2953" y="1664"/>
                  </a:cubicBezTo>
                  <a:cubicBezTo>
                    <a:pt x="2953" y="1238"/>
                    <a:pt x="2579" y="852"/>
                    <a:pt x="2102" y="852"/>
                  </a:cubicBezTo>
                  <a:cubicBezTo>
                    <a:pt x="1664" y="852"/>
                    <a:pt x="1290" y="1238"/>
                    <a:pt x="1290" y="1664"/>
                  </a:cubicBezTo>
                  <a:cubicBezTo>
                    <a:pt x="1290" y="1935"/>
                    <a:pt x="1458" y="2206"/>
                    <a:pt x="1612" y="2309"/>
                  </a:cubicBezTo>
                  <a:cubicBezTo>
                    <a:pt x="1187" y="2463"/>
                    <a:pt x="813" y="2850"/>
                    <a:pt x="645" y="3327"/>
                  </a:cubicBezTo>
                  <a:cubicBezTo>
                    <a:pt x="374" y="3005"/>
                    <a:pt x="220" y="2579"/>
                    <a:pt x="220" y="2141"/>
                  </a:cubicBezTo>
                  <a:cubicBezTo>
                    <a:pt x="220" y="1612"/>
                    <a:pt x="439" y="1174"/>
                    <a:pt x="813" y="800"/>
                  </a:cubicBezTo>
                  <a:cubicBezTo>
                    <a:pt x="1135" y="478"/>
                    <a:pt x="1612" y="271"/>
                    <a:pt x="2102" y="271"/>
                  </a:cubicBezTo>
                  <a:close/>
                  <a:moveTo>
                    <a:pt x="2102" y="2528"/>
                  </a:moveTo>
                  <a:cubicBezTo>
                    <a:pt x="2747" y="2528"/>
                    <a:pt x="3276" y="2953"/>
                    <a:pt x="3443" y="3547"/>
                  </a:cubicBezTo>
                  <a:cubicBezTo>
                    <a:pt x="3069" y="3869"/>
                    <a:pt x="2631" y="4024"/>
                    <a:pt x="2102" y="4024"/>
                  </a:cubicBezTo>
                  <a:cubicBezTo>
                    <a:pt x="1612" y="4024"/>
                    <a:pt x="1187" y="3869"/>
                    <a:pt x="813" y="3547"/>
                  </a:cubicBezTo>
                  <a:cubicBezTo>
                    <a:pt x="968" y="2953"/>
                    <a:pt x="1509" y="2528"/>
                    <a:pt x="2102" y="2528"/>
                  </a:cubicBezTo>
                  <a:close/>
                  <a:moveTo>
                    <a:pt x="2102" y="1"/>
                  </a:moveTo>
                  <a:cubicBezTo>
                    <a:pt x="916" y="1"/>
                    <a:pt x="0" y="968"/>
                    <a:pt x="0" y="2141"/>
                  </a:cubicBezTo>
                  <a:cubicBezTo>
                    <a:pt x="0" y="2734"/>
                    <a:pt x="220" y="3224"/>
                    <a:pt x="542" y="3598"/>
                  </a:cubicBezTo>
                  <a:lnTo>
                    <a:pt x="594" y="3650"/>
                  </a:lnTo>
                  <a:lnTo>
                    <a:pt x="761" y="3817"/>
                  </a:lnTo>
                  <a:cubicBezTo>
                    <a:pt x="813" y="3869"/>
                    <a:pt x="864" y="3869"/>
                    <a:pt x="916" y="3921"/>
                  </a:cubicBezTo>
                  <a:cubicBezTo>
                    <a:pt x="968" y="3972"/>
                    <a:pt x="1019" y="3972"/>
                    <a:pt x="1084" y="4024"/>
                  </a:cubicBezTo>
                  <a:cubicBezTo>
                    <a:pt x="1135" y="4075"/>
                    <a:pt x="1238" y="4075"/>
                    <a:pt x="1290" y="4140"/>
                  </a:cubicBezTo>
                  <a:cubicBezTo>
                    <a:pt x="1341" y="4140"/>
                    <a:pt x="1406" y="4191"/>
                    <a:pt x="1458" y="4191"/>
                  </a:cubicBezTo>
                  <a:lnTo>
                    <a:pt x="1509" y="4191"/>
                  </a:lnTo>
                  <a:cubicBezTo>
                    <a:pt x="1561" y="4191"/>
                    <a:pt x="1612" y="4243"/>
                    <a:pt x="1664" y="4243"/>
                  </a:cubicBezTo>
                  <a:cubicBezTo>
                    <a:pt x="1728" y="4243"/>
                    <a:pt x="1780" y="4243"/>
                    <a:pt x="1831" y="4294"/>
                  </a:cubicBezTo>
                  <a:lnTo>
                    <a:pt x="2425" y="4294"/>
                  </a:lnTo>
                  <a:cubicBezTo>
                    <a:pt x="2476" y="4243"/>
                    <a:pt x="2528" y="4243"/>
                    <a:pt x="2579" y="4243"/>
                  </a:cubicBezTo>
                  <a:cubicBezTo>
                    <a:pt x="2631" y="4243"/>
                    <a:pt x="2695" y="4191"/>
                    <a:pt x="2747" y="4191"/>
                  </a:cubicBezTo>
                  <a:lnTo>
                    <a:pt x="2799" y="4191"/>
                  </a:lnTo>
                  <a:cubicBezTo>
                    <a:pt x="2850" y="4191"/>
                    <a:pt x="2902" y="4140"/>
                    <a:pt x="2953" y="4140"/>
                  </a:cubicBezTo>
                  <a:cubicBezTo>
                    <a:pt x="3018" y="4075"/>
                    <a:pt x="3121" y="4075"/>
                    <a:pt x="3172" y="4024"/>
                  </a:cubicBezTo>
                  <a:cubicBezTo>
                    <a:pt x="3224" y="3972"/>
                    <a:pt x="3276" y="3972"/>
                    <a:pt x="3340" y="3921"/>
                  </a:cubicBezTo>
                  <a:cubicBezTo>
                    <a:pt x="3392" y="3869"/>
                    <a:pt x="3443" y="3869"/>
                    <a:pt x="3495" y="3817"/>
                  </a:cubicBezTo>
                  <a:lnTo>
                    <a:pt x="3662" y="3650"/>
                  </a:lnTo>
                  <a:lnTo>
                    <a:pt x="3714" y="3598"/>
                  </a:lnTo>
                  <a:cubicBezTo>
                    <a:pt x="4036" y="3224"/>
                    <a:pt x="4243" y="2734"/>
                    <a:pt x="4243" y="2141"/>
                  </a:cubicBezTo>
                  <a:cubicBezTo>
                    <a:pt x="4243" y="968"/>
                    <a:pt x="3276" y="1"/>
                    <a:pt x="210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3;p32">
              <a:extLst>
                <a:ext uri="{FF2B5EF4-FFF2-40B4-BE49-F238E27FC236}">
                  <a16:creationId xmlns:a16="http://schemas.microsoft.com/office/drawing/2014/main" id="{CB11D5FC-5AAF-26A0-BB6A-B4844FC4931E}"/>
                </a:ext>
              </a:extLst>
            </p:cNvPr>
            <p:cNvSpPr/>
            <p:nvPr/>
          </p:nvSpPr>
          <p:spPr>
            <a:xfrm>
              <a:off x="3324500" y="42638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29" y="1"/>
                  </a:moveTo>
                  <a:lnTo>
                    <a:pt x="529" y="478"/>
                  </a:lnTo>
                  <a:cubicBezTo>
                    <a:pt x="529" y="581"/>
                    <a:pt x="478" y="645"/>
                    <a:pt x="426" y="645"/>
                  </a:cubicBezTo>
                  <a:lnTo>
                    <a:pt x="1" y="968"/>
                  </a:lnTo>
                  <a:lnTo>
                    <a:pt x="478" y="1122"/>
                  </a:lnTo>
                  <a:cubicBezTo>
                    <a:pt x="529" y="1122"/>
                    <a:pt x="594" y="1174"/>
                    <a:pt x="594" y="1226"/>
                  </a:cubicBezTo>
                  <a:lnTo>
                    <a:pt x="749" y="1716"/>
                  </a:lnTo>
                  <a:lnTo>
                    <a:pt x="1019" y="1342"/>
                  </a:lnTo>
                  <a:cubicBezTo>
                    <a:pt x="1071" y="1290"/>
                    <a:pt x="1123" y="1226"/>
                    <a:pt x="1174" y="1226"/>
                  </a:cubicBezTo>
                  <a:lnTo>
                    <a:pt x="1716" y="1226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5"/>
                  </a:lnTo>
                  <a:lnTo>
                    <a:pt x="1561" y="207"/>
                  </a:lnTo>
                  <a:lnTo>
                    <a:pt x="1071" y="323"/>
                  </a:lnTo>
                  <a:cubicBezTo>
                    <a:pt x="1071" y="375"/>
                    <a:pt x="1071" y="375"/>
                    <a:pt x="1019" y="375"/>
                  </a:cubicBezTo>
                  <a:cubicBezTo>
                    <a:pt x="968" y="375"/>
                    <a:pt x="968" y="323"/>
                    <a:pt x="916" y="323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4;p32">
              <a:extLst>
                <a:ext uri="{FF2B5EF4-FFF2-40B4-BE49-F238E27FC236}">
                  <a16:creationId xmlns:a16="http://schemas.microsoft.com/office/drawing/2014/main" id="{9CD050FF-0F14-027B-3516-61F399922F4C}"/>
                </a:ext>
              </a:extLst>
            </p:cNvPr>
            <p:cNvSpPr/>
            <p:nvPr/>
          </p:nvSpPr>
          <p:spPr>
            <a:xfrm>
              <a:off x="3316450" y="4257025"/>
              <a:ext cx="57725" cy="57725"/>
            </a:xfrm>
            <a:custGeom>
              <a:avLst/>
              <a:gdLst/>
              <a:ahLst/>
              <a:cxnLst/>
              <a:rect l="l" t="t" r="r" b="b"/>
              <a:pathLst>
                <a:path w="2309" h="2309" extrusionOk="0">
                  <a:moveTo>
                    <a:pt x="851" y="272"/>
                  </a:moveTo>
                  <a:lnTo>
                    <a:pt x="1238" y="594"/>
                  </a:lnTo>
                  <a:cubicBezTo>
                    <a:pt x="1290" y="594"/>
                    <a:pt x="1290" y="646"/>
                    <a:pt x="1341" y="646"/>
                  </a:cubicBezTo>
                  <a:cubicBezTo>
                    <a:pt x="1393" y="646"/>
                    <a:pt x="1393" y="646"/>
                    <a:pt x="1393" y="594"/>
                  </a:cubicBezTo>
                  <a:lnTo>
                    <a:pt x="1883" y="478"/>
                  </a:lnTo>
                  <a:lnTo>
                    <a:pt x="1715" y="916"/>
                  </a:lnTo>
                  <a:lnTo>
                    <a:pt x="1715" y="1020"/>
                  </a:lnTo>
                  <a:lnTo>
                    <a:pt x="1715" y="1123"/>
                  </a:lnTo>
                  <a:lnTo>
                    <a:pt x="2038" y="1497"/>
                  </a:lnTo>
                  <a:lnTo>
                    <a:pt x="1496" y="1497"/>
                  </a:lnTo>
                  <a:cubicBezTo>
                    <a:pt x="1445" y="1497"/>
                    <a:pt x="1393" y="1561"/>
                    <a:pt x="1341" y="1613"/>
                  </a:cubicBezTo>
                  <a:lnTo>
                    <a:pt x="1071" y="1987"/>
                  </a:lnTo>
                  <a:lnTo>
                    <a:pt x="916" y="1497"/>
                  </a:lnTo>
                  <a:cubicBezTo>
                    <a:pt x="916" y="1445"/>
                    <a:pt x="851" y="1393"/>
                    <a:pt x="800" y="1393"/>
                  </a:cubicBezTo>
                  <a:lnTo>
                    <a:pt x="323" y="1239"/>
                  </a:lnTo>
                  <a:lnTo>
                    <a:pt x="748" y="916"/>
                  </a:lnTo>
                  <a:cubicBezTo>
                    <a:pt x="800" y="916"/>
                    <a:pt x="851" y="852"/>
                    <a:pt x="851" y="749"/>
                  </a:cubicBezTo>
                  <a:lnTo>
                    <a:pt x="851" y="272"/>
                  </a:lnTo>
                  <a:close/>
                  <a:moveTo>
                    <a:pt x="800" y="1"/>
                  </a:moveTo>
                  <a:cubicBezTo>
                    <a:pt x="748" y="1"/>
                    <a:pt x="697" y="1"/>
                    <a:pt x="645" y="52"/>
                  </a:cubicBezTo>
                  <a:cubicBezTo>
                    <a:pt x="645" y="52"/>
                    <a:pt x="594" y="104"/>
                    <a:pt x="594" y="156"/>
                  </a:cubicBezTo>
                  <a:lnTo>
                    <a:pt x="594" y="749"/>
                  </a:lnTo>
                  <a:lnTo>
                    <a:pt x="104" y="1071"/>
                  </a:lnTo>
                  <a:cubicBezTo>
                    <a:pt x="52" y="1123"/>
                    <a:pt x="0" y="1174"/>
                    <a:pt x="0" y="1239"/>
                  </a:cubicBezTo>
                  <a:cubicBezTo>
                    <a:pt x="0" y="1290"/>
                    <a:pt x="52" y="1290"/>
                    <a:pt x="52" y="1342"/>
                  </a:cubicBezTo>
                  <a:cubicBezTo>
                    <a:pt x="104" y="1393"/>
                    <a:pt x="104" y="1393"/>
                    <a:pt x="155" y="1393"/>
                  </a:cubicBezTo>
                  <a:lnTo>
                    <a:pt x="697" y="1613"/>
                  </a:lnTo>
                  <a:lnTo>
                    <a:pt x="851" y="2141"/>
                  </a:lnTo>
                  <a:cubicBezTo>
                    <a:pt x="851" y="2206"/>
                    <a:pt x="916" y="2257"/>
                    <a:pt x="916" y="2257"/>
                  </a:cubicBezTo>
                  <a:cubicBezTo>
                    <a:pt x="967" y="2309"/>
                    <a:pt x="1019" y="2309"/>
                    <a:pt x="1071" y="2309"/>
                  </a:cubicBezTo>
                  <a:cubicBezTo>
                    <a:pt x="1122" y="2309"/>
                    <a:pt x="1174" y="2257"/>
                    <a:pt x="1174" y="2206"/>
                  </a:cubicBezTo>
                  <a:lnTo>
                    <a:pt x="1561" y="1767"/>
                  </a:lnTo>
                  <a:lnTo>
                    <a:pt x="2141" y="1767"/>
                  </a:lnTo>
                  <a:cubicBezTo>
                    <a:pt x="2205" y="1767"/>
                    <a:pt x="2257" y="1767"/>
                    <a:pt x="2257" y="1716"/>
                  </a:cubicBezTo>
                  <a:cubicBezTo>
                    <a:pt x="2309" y="1664"/>
                    <a:pt x="2309" y="1613"/>
                    <a:pt x="2309" y="1561"/>
                  </a:cubicBezTo>
                  <a:lnTo>
                    <a:pt x="2309" y="1445"/>
                  </a:lnTo>
                  <a:lnTo>
                    <a:pt x="1986" y="1020"/>
                  </a:lnTo>
                  <a:lnTo>
                    <a:pt x="2141" y="478"/>
                  </a:lnTo>
                  <a:lnTo>
                    <a:pt x="2141" y="375"/>
                  </a:lnTo>
                  <a:cubicBezTo>
                    <a:pt x="2141" y="272"/>
                    <a:pt x="2089" y="207"/>
                    <a:pt x="1986" y="207"/>
                  </a:cubicBezTo>
                  <a:lnTo>
                    <a:pt x="1935" y="207"/>
                  </a:lnTo>
                  <a:lnTo>
                    <a:pt x="1341" y="375"/>
                  </a:lnTo>
                  <a:lnTo>
                    <a:pt x="916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5;p32">
              <a:extLst>
                <a:ext uri="{FF2B5EF4-FFF2-40B4-BE49-F238E27FC236}">
                  <a16:creationId xmlns:a16="http://schemas.microsoft.com/office/drawing/2014/main" id="{74CED842-D7B2-5833-F829-7EA393CCA734}"/>
                </a:ext>
              </a:extLst>
            </p:cNvPr>
            <p:cNvSpPr/>
            <p:nvPr/>
          </p:nvSpPr>
          <p:spPr>
            <a:xfrm>
              <a:off x="3552750" y="4463675"/>
              <a:ext cx="41600" cy="43225"/>
            </a:xfrm>
            <a:custGeom>
              <a:avLst/>
              <a:gdLst/>
              <a:ahLst/>
              <a:cxnLst/>
              <a:rect l="l" t="t" r="r" b="b"/>
              <a:pathLst>
                <a:path w="1664" h="1729" extrusionOk="0">
                  <a:moveTo>
                    <a:pt x="490" y="0"/>
                  </a:moveTo>
                  <a:lnTo>
                    <a:pt x="490" y="490"/>
                  </a:lnTo>
                  <a:cubicBezTo>
                    <a:pt x="490" y="542"/>
                    <a:pt x="426" y="593"/>
                    <a:pt x="374" y="645"/>
                  </a:cubicBezTo>
                  <a:lnTo>
                    <a:pt x="0" y="916"/>
                  </a:lnTo>
                  <a:lnTo>
                    <a:pt x="490" y="1083"/>
                  </a:lnTo>
                  <a:cubicBezTo>
                    <a:pt x="542" y="1135"/>
                    <a:pt x="593" y="1187"/>
                    <a:pt x="593" y="1238"/>
                  </a:cubicBezTo>
                  <a:lnTo>
                    <a:pt x="696" y="1728"/>
                  </a:lnTo>
                  <a:lnTo>
                    <a:pt x="1019" y="1290"/>
                  </a:lnTo>
                  <a:cubicBezTo>
                    <a:pt x="1070" y="1238"/>
                    <a:pt x="1135" y="1238"/>
                    <a:pt x="1186" y="1238"/>
                  </a:cubicBezTo>
                  <a:lnTo>
                    <a:pt x="1664" y="1238"/>
                  </a:lnTo>
                  <a:lnTo>
                    <a:pt x="1393" y="864"/>
                  </a:lnTo>
                  <a:cubicBezTo>
                    <a:pt x="1393" y="813"/>
                    <a:pt x="1341" y="761"/>
                    <a:pt x="1341" y="710"/>
                  </a:cubicBezTo>
                  <a:lnTo>
                    <a:pt x="1393" y="645"/>
                  </a:lnTo>
                  <a:lnTo>
                    <a:pt x="1560" y="168"/>
                  </a:lnTo>
                  <a:lnTo>
                    <a:pt x="1070" y="323"/>
                  </a:lnTo>
                  <a:lnTo>
                    <a:pt x="916" y="323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;p32">
              <a:extLst>
                <a:ext uri="{FF2B5EF4-FFF2-40B4-BE49-F238E27FC236}">
                  <a16:creationId xmlns:a16="http://schemas.microsoft.com/office/drawing/2014/main" id="{2D5B6320-DF65-6C86-ECA7-FD49A7003161}"/>
                </a:ext>
              </a:extLst>
            </p:cNvPr>
            <p:cNvSpPr/>
            <p:nvPr/>
          </p:nvSpPr>
          <p:spPr>
            <a:xfrm>
              <a:off x="3544675" y="4455600"/>
              <a:ext cx="57725" cy="58600"/>
            </a:xfrm>
            <a:custGeom>
              <a:avLst/>
              <a:gdLst/>
              <a:ahLst/>
              <a:cxnLst/>
              <a:rect l="l" t="t" r="r" b="b"/>
              <a:pathLst>
                <a:path w="2309" h="2344" extrusionOk="0">
                  <a:moveTo>
                    <a:pt x="813" y="323"/>
                  </a:moveTo>
                  <a:lnTo>
                    <a:pt x="1239" y="646"/>
                  </a:lnTo>
                  <a:lnTo>
                    <a:pt x="1393" y="646"/>
                  </a:lnTo>
                  <a:lnTo>
                    <a:pt x="1883" y="491"/>
                  </a:lnTo>
                  <a:lnTo>
                    <a:pt x="1716" y="968"/>
                  </a:lnTo>
                  <a:lnTo>
                    <a:pt x="1664" y="1033"/>
                  </a:lnTo>
                  <a:cubicBezTo>
                    <a:pt x="1664" y="1084"/>
                    <a:pt x="1716" y="1136"/>
                    <a:pt x="1716" y="1187"/>
                  </a:cubicBezTo>
                  <a:lnTo>
                    <a:pt x="1987" y="1561"/>
                  </a:lnTo>
                  <a:lnTo>
                    <a:pt x="1509" y="1561"/>
                  </a:lnTo>
                  <a:cubicBezTo>
                    <a:pt x="1458" y="1561"/>
                    <a:pt x="1393" y="1561"/>
                    <a:pt x="1342" y="1613"/>
                  </a:cubicBezTo>
                  <a:lnTo>
                    <a:pt x="1019" y="2051"/>
                  </a:lnTo>
                  <a:lnTo>
                    <a:pt x="916" y="1561"/>
                  </a:lnTo>
                  <a:cubicBezTo>
                    <a:pt x="916" y="1510"/>
                    <a:pt x="865" y="1458"/>
                    <a:pt x="813" y="1406"/>
                  </a:cubicBezTo>
                  <a:lnTo>
                    <a:pt x="323" y="1239"/>
                  </a:lnTo>
                  <a:lnTo>
                    <a:pt x="697" y="968"/>
                  </a:lnTo>
                  <a:cubicBezTo>
                    <a:pt x="749" y="916"/>
                    <a:pt x="813" y="865"/>
                    <a:pt x="813" y="813"/>
                  </a:cubicBezTo>
                  <a:lnTo>
                    <a:pt x="813" y="323"/>
                  </a:lnTo>
                  <a:close/>
                  <a:moveTo>
                    <a:pt x="749" y="1"/>
                  </a:moveTo>
                  <a:cubicBezTo>
                    <a:pt x="697" y="1"/>
                    <a:pt x="645" y="65"/>
                    <a:pt x="645" y="65"/>
                  </a:cubicBezTo>
                  <a:cubicBezTo>
                    <a:pt x="594" y="117"/>
                    <a:pt x="594" y="169"/>
                    <a:pt x="594" y="220"/>
                  </a:cubicBezTo>
                  <a:lnTo>
                    <a:pt x="542" y="813"/>
                  </a:lnTo>
                  <a:lnTo>
                    <a:pt x="104" y="1136"/>
                  </a:lnTo>
                  <a:cubicBezTo>
                    <a:pt x="1" y="1136"/>
                    <a:pt x="1" y="1187"/>
                    <a:pt x="1" y="1290"/>
                  </a:cubicBezTo>
                  <a:cubicBezTo>
                    <a:pt x="1" y="1290"/>
                    <a:pt x="1" y="1355"/>
                    <a:pt x="52" y="1406"/>
                  </a:cubicBezTo>
                  <a:lnTo>
                    <a:pt x="104" y="1458"/>
                  </a:lnTo>
                  <a:lnTo>
                    <a:pt x="697" y="1677"/>
                  </a:lnTo>
                  <a:lnTo>
                    <a:pt x="865" y="2206"/>
                  </a:lnTo>
                  <a:cubicBezTo>
                    <a:pt x="865" y="2257"/>
                    <a:pt x="865" y="2257"/>
                    <a:pt x="916" y="2322"/>
                  </a:cubicBezTo>
                  <a:lnTo>
                    <a:pt x="1019" y="2322"/>
                  </a:lnTo>
                  <a:cubicBezTo>
                    <a:pt x="1034" y="2337"/>
                    <a:pt x="1050" y="2343"/>
                    <a:pt x="1066" y="2343"/>
                  </a:cubicBezTo>
                  <a:cubicBezTo>
                    <a:pt x="1107" y="2343"/>
                    <a:pt x="1150" y="2304"/>
                    <a:pt x="1187" y="2257"/>
                  </a:cubicBezTo>
                  <a:lnTo>
                    <a:pt x="1509" y="1780"/>
                  </a:lnTo>
                  <a:lnTo>
                    <a:pt x="2103" y="1832"/>
                  </a:lnTo>
                  <a:cubicBezTo>
                    <a:pt x="2154" y="1832"/>
                    <a:pt x="2206" y="1780"/>
                    <a:pt x="2257" y="1780"/>
                  </a:cubicBezTo>
                  <a:cubicBezTo>
                    <a:pt x="2309" y="1729"/>
                    <a:pt x="2309" y="1677"/>
                    <a:pt x="2309" y="1613"/>
                  </a:cubicBezTo>
                  <a:cubicBezTo>
                    <a:pt x="2309" y="1561"/>
                    <a:pt x="2309" y="1561"/>
                    <a:pt x="2257" y="1510"/>
                  </a:cubicBezTo>
                  <a:lnTo>
                    <a:pt x="1935" y="1033"/>
                  </a:lnTo>
                  <a:lnTo>
                    <a:pt x="2154" y="491"/>
                  </a:lnTo>
                  <a:lnTo>
                    <a:pt x="2154" y="439"/>
                  </a:lnTo>
                  <a:cubicBezTo>
                    <a:pt x="2154" y="323"/>
                    <a:pt x="2038" y="220"/>
                    <a:pt x="1935" y="220"/>
                  </a:cubicBezTo>
                  <a:lnTo>
                    <a:pt x="1883" y="220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65" y="65"/>
                    <a:pt x="813" y="1"/>
                    <a:pt x="74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;p32">
              <a:extLst>
                <a:ext uri="{FF2B5EF4-FFF2-40B4-BE49-F238E27FC236}">
                  <a16:creationId xmlns:a16="http://schemas.microsoft.com/office/drawing/2014/main" id="{4EDB05BE-BCD8-7AC5-8E79-46EF39E592C2}"/>
                </a:ext>
              </a:extLst>
            </p:cNvPr>
            <p:cNvSpPr/>
            <p:nvPr/>
          </p:nvSpPr>
          <p:spPr>
            <a:xfrm>
              <a:off x="4146525" y="4092950"/>
              <a:ext cx="41625" cy="43225"/>
            </a:xfrm>
            <a:custGeom>
              <a:avLst/>
              <a:gdLst/>
              <a:ahLst/>
              <a:cxnLst/>
              <a:rect l="l" t="t" r="r" b="b"/>
              <a:pathLst>
                <a:path w="1665" h="1729" extrusionOk="0">
                  <a:moveTo>
                    <a:pt x="478" y="1"/>
                  </a:moveTo>
                  <a:lnTo>
                    <a:pt x="478" y="491"/>
                  </a:lnTo>
                  <a:cubicBezTo>
                    <a:pt x="478" y="594"/>
                    <a:pt x="426" y="645"/>
                    <a:pt x="426" y="645"/>
                  </a:cubicBezTo>
                  <a:lnTo>
                    <a:pt x="1" y="968"/>
                  </a:lnTo>
                  <a:lnTo>
                    <a:pt x="478" y="1135"/>
                  </a:lnTo>
                  <a:cubicBezTo>
                    <a:pt x="530" y="1135"/>
                    <a:pt x="594" y="1187"/>
                    <a:pt x="594" y="1238"/>
                  </a:cubicBezTo>
                  <a:lnTo>
                    <a:pt x="697" y="1728"/>
                  </a:lnTo>
                  <a:lnTo>
                    <a:pt x="1020" y="1290"/>
                  </a:lnTo>
                  <a:cubicBezTo>
                    <a:pt x="1071" y="1290"/>
                    <a:pt x="1123" y="1238"/>
                    <a:pt x="1174" y="1238"/>
                  </a:cubicBezTo>
                  <a:lnTo>
                    <a:pt x="1664" y="1238"/>
                  </a:lnTo>
                  <a:lnTo>
                    <a:pt x="1394" y="864"/>
                  </a:lnTo>
                  <a:cubicBezTo>
                    <a:pt x="1394" y="813"/>
                    <a:pt x="1342" y="761"/>
                    <a:pt x="1342" y="761"/>
                  </a:cubicBezTo>
                  <a:cubicBezTo>
                    <a:pt x="1342" y="710"/>
                    <a:pt x="1342" y="710"/>
                    <a:pt x="1394" y="645"/>
                  </a:cubicBezTo>
                  <a:lnTo>
                    <a:pt x="1561" y="220"/>
                  </a:lnTo>
                  <a:lnTo>
                    <a:pt x="1071" y="323"/>
                  </a:lnTo>
                  <a:lnTo>
                    <a:pt x="1020" y="387"/>
                  </a:lnTo>
                  <a:cubicBezTo>
                    <a:pt x="968" y="387"/>
                    <a:pt x="916" y="323"/>
                    <a:pt x="916" y="323"/>
                  </a:cubicBezTo>
                  <a:lnTo>
                    <a:pt x="47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8;p32">
              <a:extLst>
                <a:ext uri="{FF2B5EF4-FFF2-40B4-BE49-F238E27FC236}">
                  <a16:creationId xmlns:a16="http://schemas.microsoft.com/office/drawing/2014/main" id="{FC656608-E66F-5CDA-13DD-4E7F5A50F621}"/>
                </a:ext>
              </a:extLst>
            </p:cNvPr>
            <p:cNvSpPr/>
            <p:nvPr/>
          </p:nvSpPr>
          <p:spPr>
            <a:xfrm>
              <a:off x="4138475" y="4084900"/>
              <a:ext cx="57725" cy="59325"/>
            </a:xfrm>
            <a:custGeom>
              <a:avLst/>
              <a:gdLst/>
              <a:ahLst/>
              <a:cxnLst/>
              <a:rect l="l" t="t" r="r" b="b"/>
              <a:pathLst>
                <a:path w="2309" h="2373" extrusionOk="0">
                  <a:moveTo>
                    <a:pt x="800" y="323"/>
                  </a:moveTo>
                  <a:lnTo>
                    <a:pt x="1238" y="645"/>
                  </a:lnTo>
                  <a:cubicBezTo>
                    <a:pt x="1238" y="645"/>
                    <a:pt x="1290" y="709"/>
                    <a:pt x="1342" y="709"/>
                  </a:cubicBezTo>
                  <a:lnTo>
                    <a:pt x="1393" y="645"/>
                  </a:lnTo>
                  <a:lnTo>
                    <a:pt x="1883" y="542"/>
                  </a:lnTo>
                  <a:lnTo>
                    <a:pt x="1716" y="967"/>
                  </a:lnTo>
                  <a:cubicBezTo>
                    <a:pt x="1664" y="1032"/>
                    <a:pt x="1664" y="1032"/>
                    <a:pt x="1664" y="1083"/>
                  </a:cubicBezTo>
                  <a:cubicBezTo>
                    <a:pt x="1664" y="1083"/>
                    <a:pt x="1716" y="1135"/>
                    <a:pt x="1716" y="1186"/>
                  </a:cubicBezTo>
                  <a:lnTo>
                    <a:pt x="1986" y="1560"/>
                  </a:lnTo>
                  <a:lnTo>
                    <a:pt x="1496" y="1560"/>
                  </a:lnTo>
                  <a:cubicBezTo>
                    <a:pt x="1445" y="1560"/>
                    <a:pt x="1393" y="1612"/>
                    <a:pt x="1342" y="1612"/>
                  </a:cubicBezTo>
                  <a:lnTo>
                    <a:pt x="1019" y="2050"/>
                  </a:lnTo>
                  <a:lnTo>
                    <a:pt x="916" y="1560"/>
                  </a:lnTo>
                  <a:cubicBezTo>
                    <a:pt x="916" y="1509"/>
                    <a:pt x="852" y="1457"/>
                    <a:pt x="800" y="1457"/>
                  </a:cubicBezTo>
                  <a:lnTo>
                    <a:pt x="323" y="1290"/>
                  </a:lnTo>
                  <a:lnTo>
                    <a:pt x="748" y="967"/>
                  </a:lnTo>
                  <a:cubicBezTo>
                    <a:pt x="748" y="967"/>
                    <a:pt x="800" y="916"/>
                    <a:pt x="800" y="813"/>
                  </a:cubicBezTo>
                  <a:lnTo>
                    <a:pt x="800" y="323"/>
                  </a:lnTo>
                  <a:close/>
                  <a:moveTo>
                    <a:pt x="748" y="0"/>
                  </a:moveTo>
                  <a:cubicBezTo>
                    <a:pt x="697" y="0"/>
                    <a:pt x="697" y="65"/>
                    <a:pt x="645" y="65"/>
                  </a:cubicBezTo>
                  <a:cubicBezTo>
                    <a:pt x="594" y="116"/>
                    <a:pt x="594" y="168"/>
                    <a:pt x="594" y="219"/>
                  </a:cubicBezTo>
                  <a:lnTo>
                    <a:pt x="594" y="813"/>
                  </a:lnTo>
                  <a:lnTo>
                    <a:pt x="104" y="1135"/>
                  </a:lnTo>
                  <a:cubicBezTo>
                    <a:pt x="52" y="1135"/>
                    <a:pt x="1" y="1238"/>
                    <a:pt x="1" y="1290"/>
                  </a:cubicBezTo>
                  <a:cubicBezTo>
                    <a:pt x="1" y="1354"/>
                    <a:pt x="1" y="1354"/>
                    <a:pt x="52" y="1406"/>
                  </a:cubicBezTo>
                  <a:lnTo>
                    <a:pt x="104" y="1457"/>
                  </a:lnTo>
                  <a:lnTo>
                    <a:pt x="697" y="1676"/>
                  </a:lnTo>
                  <a:lnTo>
                    <a:pt x="852" y="2205"/>
                  </a:lnTo>
                  <a:cubicBezTo>
                    <a:pt x="852" y="2257"/>
                    <a:pt x="852" y="2321"/>
                    <a:pt x="916" y="2321"/>
                  </a:cubicBezTo>
                  <a:cubicBezTo>
                    <a:pt x="968" y="2321"/>
                    <a:pt x="968" y="2373"/>
                    <a:pt x="1019" y="2373"/>
                  </a:cubicBezTo>
                  <a:cubicBezTo>
                    <a:pt x="1071" y="2373"/>
                    <a:pt x="1122" y="2321"/>
                    <a:pt x="1174" y="2257"/>
                  </a:cubicBezTo>
                  <a:lnTo>
                    <a:pt x="1496" y="1831"/>
                  </a:lnTo>
                  <a:lnTo>
                    <a:pt x="2090" y="1831"/>
                  </a:lnTo>
                  <a:cubicBezTo>
                    <a:pt x="2141" y="1831"/>
                    <a:pt x="2206" y="1831"/>
                    <a:pt x="2257" y="1780"/>
                  </a:cubicBezTo>
                  <a:cubicBezTo>
                    <a:pt x="2309" y="1728"/>
                    <a:pt x="2309" y="1676"/>
                    <a:pt x="2309" y="1612"/>
                  </a:cubicBezTo>
                  <a:cubicBezTo>
                    <a:pt x="2309" y="1612"/>
                    <a:pt x="2309" y="1560"/>
                    <a:pt x="2257" y="1509"/>
                  </a:cubicBezTo>
                  <a:lnTo>
                    <a:pt x="1935" y="1032"/>
                  </a:lnTo>
                  <a:lnTo>
                    <a:pt x="2141" y="490"/>
                  </a:lnTo>
                  <a:lnTo>
                    <a:pt x="2141" y="439"/>
                  </a:lnTo>
                  <a:cubicBezTo>
                    <a:pt x="2141" y="323"/>
                    <a:pt x="2038" y="271"/>
                    <a:pt x="1935" y="271"/>
                  </a:cubicBezTo>
                  <a:lnTo>
                    <a:pt x="1883" y="271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52" y="65"/>
                    <a:pt x="800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9;p32">
              <a:extLst>
                <a:ext uri="{FF2B5EF4-FFF2-40B4-BE49-F238E27FC236}">
                  <a16:creationId xmlns:a16="http://schemas.microsoft.com/office/drawing/2014/main" id="{D47A52F9-BC80-5BA2-51B1-714978D01F2F}"/>
                </a:ext>
              </a:extLst>
            </p:cNvPr>
            <p:cNvSpPr/>
            <p:nvPr/>
          </p:nvSpPr>
          <p:spPr>
            <a:xfrm>
              <a:off x="4181350" y="410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90;p32">
              <a:extLst>
                <a:ext uri="{FF2B5EF4-FFF2-40B4-BE49-F238E27FC236}">
                  <a16:creationId xmlns:a16="http://schemas.microsoft.com/office/drawing/2014/main" id="{FFB89AFB-FE81-FB18-A0BD-C3A6A47EE3E2}"/>
                </a:ext>
              </a:extLst>
            </p:cNvPr>
            <p:cNvSpPr/>
            <p:nvPr/>
          </p:nvSpPr>
          <p:spPr>
            <a:xfrm>
              <a:off x="4172000" y="4125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91;p32">
              <a:extLst>
                <a:ext uri="{FF2B5EF4-FFF2-40B4-BE49-F238E27FC236}">
                  <a16:creationId xmlns:a16="http://schemas.microsoft.com/office/drawing/2014/main" id="{124C2291-9A84-E47F-5D84-D65460505A06}"/>
                </a:ext>
              </a:extLst>
            </p:cNvPr>
            <p:cNvSpPr/>
            <p:nvPr/>
          </p:nvSpPr>
          <p:spPr>
            <a:xfrm>
              <a:off x="3427975" y="47580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30" y="0"/>
                  </a:moveTo>
                  <a:lnTo>
                    <a:pt x="530" y="477"/>
                  </a:lnTo>
                  <a:cubicBezTo>
                    <a:pt x="530" y="542"/>
                    <a:pt x="478" y="645"/>
                    <a:pt x="426" y="645"/>
                  </a:cubicBezTo>
                  <a:lnTo>
                    <a:pt x="1" y="916"/>
                  </a:lnTo>
                  <a:lnTo>
                    <a:pt x="478" y="1070"/>
                  </a:lnTo>
                  <a:cubicBezTo>
                    <a:pt x="530" y="1122"/>
                    <a:pt x="581" y="1186"/>
                    <a:pt x="581" y="1238"/>
                  </a:cubicBezTo>
                  <a:lnTo>
                    <a:pt x="749" y="1715"/>
                  </a:lnTo>
                  <a:lnTo>
                    <a:pt x="1071" y="1290"/>
                  </a:lnTo>
                  <a:cubicBezTo>
                    <a:pt x="1071" y="1238"/>
                    <a:pt x="1123" y="1238"/>
                    <a:pt x="1226" y="1238"/>
                  </a:cubicBezTo>
                  <a:lnTo>
                    <a:pt x="1716" y="1238"/>
                  </a:lnTo>
                  <a:lnTo>
                    <a:pt x="1445" y="864"/>
                  </a:lnTo>
                  <a:cubicBezTo>
                    <a:pt x="1394" y="800"/>
                    <a:pt x="1394" y="748"/>
                    <a:pt x="1394" y="748"/>
                  </a:cubicBezTo>
                  <a:lnTo>
                    <a:pt x="1394" y="645"/>
                  </a:lnTo>
                  <a:lnTo>
                    <a:pt x="1548" y="219"/>
                  </a:lnTo>
                  <a:lnTo>
                    <a:pt x="1548" y="219"/>
                  </a:lnTo>
                  <a:lnTo>
                    <a:pt x="1071" y="322"/>
                  </a:lnTo>
                  <a:lnTo>
                    <a:pt x="904" y="322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92;p32">
              <a:extLst>
                <a:ext uri="{FF2B5EF4-FFF2-40B4-BE49-F238E27FC236}">
                  <a16:creationId xmlns:a16="http://schemas.microsoft.com/office/drawing/2014/main" id="{1029110C-59B8-11FA-1BE5-9B3E1FF4ABC1}"/>
                </a:ext>
              </a:extLst>
            </p:cNvPr>
            <p:cNvSpPr/>
            <p:nvPr/>
          </p:nvSpPr>
          <p:spPr>
            <a:xfrm>
              <a:off x="3421225" y="4749925"/>
              <a:ext cx="56425" cy="59025"/>
            </a:xfrm>
            <a:custGeom>
              <a:avLst/>
              <a:gdLst/>
              <a:ahLst/>
              <a:cxnLst/>
              <a:rect l="l" t="t" r="r" b="b"/>
              <a:pathLst>
                <a:path w="2257" h="2361" extrusionOk="0">
                  <a:moveTo>
                    <a:pt x="800" y="323"/>
                  </a:moveTo>
                  <a:lnTo>
                    <a:pt x="1174" y="645"/>
                  </a:lnTo>
                  <a:lnTo>
                    <a:pt x="1341" y="645"/>
                  </a:lnTo>
                  <a:lnTo>
                    <a:pt x="1818" y="542"/>
                  </a:lnTo>
                  <a:lnTo>
                    <a:pt x="1818" y="542"/>
                  </a:lnTo>
                  <a:lnTo>
                    <a:pt x="1664" y="968"/>
                  </a:lnTo>
                  <a:lnTo>
                    <a:pt x="1664" y="1071"/>
                  </a:lnTo>
                  <a:cubicBezTo>
                    <a:pt x="1664" y="1071"/>
                    <a:pt x="1664" y="1123"/>
                    <a:pt x="1715" y="1187"/>
                  </a:cubicBezTo>
                  <a:lnTo>
                    <a:pt x="1986" y="1561"/>
                  </a:lnTo>
                  <a:lnTo>
                    <a:pt x="1496" y="1561"/>
                  </a:lnTo>
                  <a:cubicBezTo>
                    <a:pt x="1393" y="1561"/>
                    <a:pt x="1341" y="1561"/>
                    <a:pt x="1341" y="1613"/>
                  </a:cubicBezTo>
                  <a:lnTo>
                    <a:pt x="1019" y="2038"/>
                  </a:lnTo>
                  <a:lnTo>
                    <a:pt x="851" y="1561"/>
                  </a:lnTo>
                  <a:cubicBezTo>
                    <a:pt x="851" y="1509"/>
                    <a:pt x="800" y="1445"/>
                    <a:pt x="748" y="1393"/>
                  </a:cubicBezTo>
                  <a:lnTo>
                    <a:pt x="271" y="1239"/>
                  </a:lnTo>
                  <a:lnTo>
                    <a:pt x="696" y="968"/>
                  </a:lnTo>
                  <a:cubicBezTo>
                    <a:pt x="748" y="968"/>
                    <a:pt x="800" y="865"/>
                    <a:pt x="800" y="800"/>
                  </a:cubicBezTo>
                  <a:lnTo>
                    <a:pt x="800" y="323"/>
                  </a:lnTo>
                  <a:close/>
                  <a:moveTo>
                    <a:pt x="748" y="1"/>
                  </a:moveTo>
                  <a:cubicBezTo>
                    <a:pt x="696" y="1"/>
                    <a:pt x="645" y="52"/>
                    <a:pt x="593" y="52"/>
                  </a:cubicBezTo>
                  <a:cubicBezTo>
                    <a:pt x="593" y="104"/>
                    <a:pt x="529" y="155"/>
                    <a:pt x="529" y="220"/>
                  </a:cubicBezTo>
                  <a:lnTo>
                    <a:pt x="529" y="800"/>
                  </a:lnTo>
                  <a:lnTo>
                    <a:pt x="52" y="1123"/>
                  </a:lnTo>
                  <a:cubicBezTo>
                    <a:pt x="0" y="1123"/>
                    <a:pt x="0" y="1239"/>
                    <a:pt x="0" y="1290"/>
                  </a:cubicBezTo>
                  <a:lnTo>
                    <a:pt x="0" y="1393"/>
                  </a:lnTo>
                  <a:cubicBezTo>
                    <a:pt x="52" y="1393"/>
                    <a:pt x="52" y="1445"/>
                    <a:pt x="103" y="1445"/>
                  </a:cubicBezTo>
                  <a:lnTo>
                    <a:pt x="645" y="1664"/>
                  </a:lnTo>
                  <a:lnTo>
                    <a:pt x="800" y="2206"/>
                  </a:lnTo>
                  <a:cubicBezTo>
                    <a:pt x="800" y="2257"/>
                    <a:pt x="851" y="2257"/>
                    <a:pt x="916" y="2309"/>
                  </a:cubicBezTo>
                  <a:cubicBezTo>
                    <a:pt x="916" y="2309"/>
                    <a:pt x="967" y="2360"/>
                    <a:pt x="1019" y="2360"/>
                  </a:cubicBezTo>
                  <a:cubicBezTo>
                    <a:pt x="1070" y="2360"/>
                    <a:pt x="1122" y="2309"/>
                    <a:pt x="1174" y="2257"/>
                  </a:cubicBezTo>
                  <a:lnTo>
                    <a:pt x="1496" y="1832"/>
                  </a:lnTo>
                  <a:lnTo>
                    <a:pt x="2089" y="1832"/>
                  </a:lnTo>
                  <a:cubicBezTo>
                    <a:pt x="2141" y="1832"/>
                    <a:pt x="2205" y="1832"/>
                    <a:pt x="2205" y="1767"/>
                  </a:cubicBezTo>
                  <a:cubicBezTo>
                    <a:pt x="2257" y="1716"/>
                    <a:pt x="2257" y="1664"/>
                    <a:pt x="2257" y="1613"/>
                  </a:cubicBezTo>
                  <a:lnTo>
                    <a:pt x="2257" y="1509"/>
                  </a:lnTo>
                  <a:lnTo>
                    <a:pt x="1934" y="1019"/>
                  </a:lnTo>
                  <a:lnTo>
                    <a:pt x="2089" y="478"/>
                  </a:lnTo>
                  <a:cubicBezTo>
                    <a:pt x="2089" y="478"/>
                    <a:pt x="2141" y="478"/>
                    <a:pt x="2141" y="426"/>
                  </a:cubicBezTo>
                  <a:cubicBezTo>
                    <a:pt x="2141" y="323"/>
                    <a:pt x="2037" y="220"/>
                    <a:pt x="1934" y="220"/>
                  </a:cubicBezTo>
                  <a:lnTo>
                    <a:pt x="1883" y="271"/>
                  </a:lnTo>
                  <a:lnTo>
                    <a:pt x="1341" y="426"/>
                  </a:lnTo>
                  <a:lnTo>
                    <a:pt x="851" y="52"/>
                  </a:lnTo>
                  <a:cubicBezTo>
                    <a:pt x="800" y="52"/>
                    <a:pt x="800" y="1"/>
                    <a:pt x="74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93;p32">
              <a:extLst>
                <a:ext uri="{FF2B5EF4-FFF2-40B4-BE49-F238E27FC236}">
                  <a16:creationId xmlns:a16="http://schemas.microsoft.com/office/drawing/2014/main" id="{780B4521-B5FF-4A88-F663-83327E0F7932}"/>
                </a:ext>
              </a:extLst>
            </p:cNvPr>
            <p:cNvSpPr/>
            <p:nvPr/>
          </p:nvSpPr>
          <p:spPr>
            <a:xfrm>
              <a:off x="4252600" y="4700275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477" y="1"/>
                  </a:moveTo>
                  <a:lnTo>
                    <a:pt x="477" y="478"/>
                  </a:lnTo>
                  <a:cubicBezTo>
                    <a:pt x="477" y="530"/>
                    <a:pt x="477" y="646"/>
                    <a:pt x="426" y="646"/>
                  </a:cubicBezTo>
                  <a:lnTo>
                    <a:pt x="0" y="916"/>
                  </a:lnTo>
                  <a:lnTo>
                    <a:pt x="477" y="1071"/>
                  </a:lnTo>
                  <a:cubicBezTo>
                    <a:pt x="542" y="1123"/>
                    <a:pt x="593" y="1174"/>
                    <a:pt x="593" y="1239"/>
                  </a:cubicBezTo>
                  <a:lnTo>
                    <a:pt x="748" y="1716"/>
                  </a:lnTo>
                  <a:lnTo>
                    <a:pt x="1019" y="1290"/>
                  </a:lnTo>
                  <a:cubicBezTo>
                    <a:pt x="1071" y="1239"/>
                    <a:pt x="1122" y="1239"/>
                    <a:pt x="1187" y="1239"/>
                  </a:cubicBezTo>
                  <a:lnTo>
                    <a:pt x="1715" y="1239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6"/>
                  </a:lnTo>
                  <a:lnTo>
                    <a:pt x="1561" y="207"/>
                  </a:lnTo>
                  <a:lnTo>
                    <a:pt x="1071" y="323"/>
                  </a:lnTo>
                  <a:lnTo>
                    <a:pt x="916" y="32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94;p32">
              <a:extLst>
                <a:ext uri="{FF2B5EF4-FFF2-40B4-BE49-F238E27FC236}">
                  <a16:creationId xmlns:a16="http://schemas.microsoft.com/office/drawing/2014/main" id="{37251FBB-69D0-6768-D27E-922DD72C1096}"/>
                </a:ext>
              </a:extLst>
            </p:cNvPr>
            <p:cNvSpPr/>
            <p:nvPr/>
          </p:nvSpPr>
          <p:spPr>
            <a:xfrm>
              <a:off x="4298375" y="4704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95;p32">
              <a:extLst>
                <a:ext uri="{FF2B5EF4-FFF2-40B4-BE49-F238E27FC236}">
                  <a16:creationId xmlns:a16="http://schemas.microsoft.com/office/drawing/2014/main" id="{73AE1D39-DC92-A7DC-BA76-A898C988A5A7}"/>
                </a:ext>
              </a:extLst>
            </p:cNvPr>
            <p:cNvSpPr/>
            <p:nvPr/>
          </p:nvSpPr>
          <p:spPr>
            <a:xfrm>
              <a:off x="4244525" y="4692225"/>
              <a:ext cx="57750" cy="59025"/>
            </a:xfrm>
            <a:custGeom>
              <a:avLst/>
              <a:gdLst/>
              <a:ahLst/>
              <a:cxnLst/>
              <a:rect l="l" t="t" r="r" b="b"/>
              <a:pathLst>
                <a:path w="2310" h="2361" extrusionOk="0">
                  <a:moveTo>
                    <a:pt x="800" y="323"/>
                  </a:moveTo>
                  <a:lnTo>
                    <a:pt x="1239" y="645"/>
                  </a:lnTo>
                  <a:lnTo>
                    <a:pt x="1394" y="645"/>
                  </a:lnTo>
                  <a:lnTo>
                    <a:pt x="1884" y="529"/>
                  </a:lnTo>
                  <a:lnTo>
                    <a:pt x="1716" y="968"/>
                  </a:lnTo>
                  <a:lnTo>
                    <a:pt x="1716" y="1071"/>
                  </a:lnTo>
                  <a:lnTo>
                    <a:pt x="1716" y="1174"/>
                  </a:lnTo>
                  <a:lnTo>
                    <a:pt x="2038" y="1561"/>
                  </a:lnTo>
                  <a:lnTo>
                    <a:pt x="1510" y="1561"/>
                  </a:lnTo>
                  <a:cubicBezTo>
                    <a:pt x="1445" y="1561"/>
                    <a:pt x="1394" y="1561"/>
                    <a:pt x="1342" y="1612"/>
                  </a:cubicBezTo>
                  <a:lnTo>
                    <a:pt x="1071" y="2038"/>
                  </a:lnTo>
                  <a:lnTo>
                    <a:pt x="916" y="1561"/>
                  </a:lnTo>
                  <a:cubicBezTo>
                    <a:pt x="916" y="1496"/>
                    <a:pt x="865" y="1445"/>
                    <a:pt x="800" y="1393"/>
                  </a:cubicBezTo>
                  <a:lnTo>
                    <a:pt x="323" y="1238"/>
                  </a:lnTo>
                  <a:lnTo>
                    <a:pt x="749" y="968"/>
                  </a:lnTo>
                  <a:cubicBezTo>
                    <a:pt x="800" y="968"/>
                    <a:pt x="800" y="852"/>
                    <a:pt x="800" y="800"/>
                  </a:cubicBezTo>
                  <a:lnTo>
                    <a:pt x="800" y="323"/>
                  </a:lnTo>
                  <a:close/>
                  <a:moveTo>
                    <a:pt x="800" y="1"/>
                  </a:moveTo>
                  <a:cubicBezTo>
                    <a:pt x="749" y="1"/>
                    <a:pt x="697" y="52"/>
                    <a:pt x="646" y="52"/>
                  </a:cubicBezTo>
                  <a:cubicBezTo>
                    <a:pt x="594" y="104"/>
                    <a:pt x="594" y="155"/>
                    <a:pt x="594" y="207"/>
                  </a:cubicBezTo>
                  <a:lnTo>
                    <a:pt x="594" y="800"/>
                  </a:lnTo>
                  <a:lnTo>
                    <a:pt x="104" y="1122"/>
                  </a:lnTo>
                  <a:cubicBezTo>
                    <a:pt x="52" y="1122"/>
                    <a:pt x="1" y="1238"/>
                    <a:pt x="1" y="1290"/>
                  </a:cubicBezTo>
                  <a:cubicBezTo>
                    <a:pt x="1" y="1290"/>
                    <a:pt x="1" y="1342"/>
                    <a:pt x="52" y="1393"/>
                  </a:cubicBezTo>
                  <a:cubicBezTo>
                    <a:pt x="52" y="1393"/>
                    <a:pt x="104" y="1445"/>
                    <a:pt x="156" y="1445"/>
                  </a:cubicBezTo>
                  <a:lnTo>
                    <a:pt x="697" y="1664"/>
                  </a:lnTo>
                  <a:lnTo>
                    <a:pt x="865" y="2206"/>
                  </a:lnTo>
                  <a:cubicBezTo>
                    <a:pt x="865" y="2257"/>
                    <a:pt x="916" y="2257"/>
                    <a:pt x="916" y="2309"/>
                  </a:cubicBezTo>
                  <a:cubicBezTo>
                    <a:pt x="968" y="2309"/>
                    <a:pt x="1020" y="2360"/>
                    <a:pt x="1020" y="2360"/>
                  </a:cubicBezTo>
                  <a:cubicBezTo>
                    <a:pt x="1071" y="2360"/>
                    <a:pt x="1123" y="2309"/>
                    <a:pt x="1187" y="2257"/>
                  </a:cubicBezTo>
                  <a:lnTo>
                    <a:pt x="1561" y="1819"/>
                  </a:lnTo>
                  <a:lnTo>
                    <a:pt x="2090" y="1819"/>
                  </a:lnTo>
                  <a:cubicBezTo>
                    <a:pt x="2206" y="1819"/>
                    <a:pt x="2206" y="1767"/>
                    <a:pt x="2257" y="1767"/>
                  </a:cubicBezTo>
                  <a:cubicBezTo>
                    <a:pt x="2309" y="1716"/>
                    <a:pt x="2309" y="1664"/>
                    <a:pt x="2309" y="1612"/>
                  </a:cubicBezTo>
                  <a:cubicBezTo>
                    <a:pt x="2309" y="1612"/>
                    <a:pt x="2309" y="1561"/>
                    <a:pt x="2257" y="1496"/>
                  </a:cubicBezTo>
                  <a:lnTo>
                    <a:pt x="1935" y="1019"/>
                  </a:lnTo>
                  <a:lnTo>
                    <a:pt x="2154" y="478"/>
                  </a:lnTo>
                  <a:lnTo>
                    <a:pt x="2154" y="426"/>
                  </a:lnTo>
                  <a:cubicBezTo>
                    <a:pt x="2154" y="323"/>
                    <a:pt x="2090" y="207"/>
                    <a:pt x="1987" y="207"/>
                  </a:cubicBezTo>
                  <a:cubicBezTo>
                    <a:pt x="1935" y="207"/>
                    <a:pt x="1935" y="207"/>
                    <a:pt x="1884" y="271"/>
                  </a:cubicBezTo>
                  <a:lnTo>
                    <a:pt x="1342" y="426"/>
                  </a:lnTo>
                  <a:lnTo>
                    <a:pt x="916" y="52"/>
                  </a:lnTo>
                  <a:cubicBezTo>
                    <a:pt x="865" y="52"/>
                    <a:pt x="800" y="1"/>
                    <a:pt x="8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96;p32">
              <a:extLst>
                <a:ext uri="{FF2B5EF4-FFF2-40B4-BE49-F238E27FC236}">
                  <a16:creationId xmlns:a16="http://schemas.microsoft.com/office/drawing/2014/main" id="{1234C657-4FD8-6647-9856-361B67A2251A}"/>
                </a:ext>
              </a:extLst>
            </p:cNvPr>
            <p:cNvSpPr/>
            <p:nvPr/>
          </p:nvSpPr>
          <p:spPr>
            <a:xfrm>
              <a:off x="4287400" y="4716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97;p32">
              <a:extLst>
                <a:ext uri="{FF2B5EF4-FFF2-40B4-BE49-F238E27FC236}">
                  <a16:creationId xmlns:a16="http://schemas.microsoft.com/office/drawing/2014/main" id="{99F221A9-12B4-9740-3325-3FFBD3424281}"/>
                </a:ext>
              </a:extLst>
            </p:cNvPr>
            <p:cNvSpPr/>
            <p:nvPr/>
          </p:nvSpPr>
          <p:spPr>
            <a:xfrm>
              <a:off x="3840300" y="4532325"/>
              <a:ext cx="63200" cy="64500"/>
            </a:xfrm>
            <a:custGeom>
              <a:avLst/>
              <a:gdLst/>
              <a:ahLst/>
              <a:cxnLst/>
              <a:rect l="l" t="t" r="r" b="b"/>
              <a:pathLst>
                <a:path w="2528" h="2580" extrusionOk="0">
                  <a:moveTo>
                    <a:pt x="748" y="1"/>
                  </a:moveTo>
                  <a:lnTo>
                    <a:pt x="748" y="800"/>
                  </a:lnTo>
                  <a:cubicBezTo>
                    <a:pt x="748" y="865"/>
                    <a:pt x="696" y="916"/>
                    <a:pt x="645" y="968"/>
                  </a:cubicBezTo>
                  <a:lnTo>
                    <a:pt x="0" y="1393"/>
                  </a:lnTo>
                  <a:lnTo>
                    <a:pt x="748" y="1664"/>
                  </a:lnTo>
                  <a:cubicBezTo>
                    <a:pt x="800" y="1664"/>
                    <a:pt x="851" y="1716"/>
                    <a:pt x="851" y="1832"/>
                  </a:cubicBezTo>
                  <a:lnTo>
                    <a:pt x="1070" y="2580"/>
                  </a:lnTo>
                  <a:lnTo>
                    <a:pt x="1560" y="1935"/>
                  </a:lnTo>
                  <a:cubicBezTo>
                    <a:pt x="1612" y="1883"/>
                    <a:pt x="1664" y="1832"/>
                    <a:pt x="1767" y="1832"/>
                  </a:cubicBezTo>
                  <a:lnTo>
                    <a:pt x="2527" y="1883"/>
                  </a:lnTo>
                  <a:lnTo>
                    <a:pt x="2089" y="1239"/>
                  </a:lnTo>
                  <a:cubicBezTo>
                    <a:pt x="2037" y="1187"/>
                    <a:pt x="2037" y="1123"/>
                    <a:pt x="2037" y="1071"/>
                  </a:cubicBezTo>
                  <a:lnTo>
                    <a:pt x="2037" y="1020"/>
                  </a:lnTo>
                  <a:lnTo>
                    <a:pt x="2308" y="272"/>
                  </a:lnTo>
                  <a:lnTo>
                    <a:pt x="2308" y="272"/>
                  </a:lnTo>
                  <a:lnTo>
                    <a:pt x="1560" y="542"/>
                  </a:lnTo>
                  <a:lnTo>
                    <a:pt x="1496" y="542"/>
                  </a:lnTo>
                  <a:cubicBezTo>
                    <a:pt x="1444" y="542"/>
                    <a:pt x="1393" y="542"/>
                    <a:pt x="1393" y="47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98;p32">
              <a:extLst>
                <a:ext uri="{FF2B5EF4-FFF2-40B4-BE49-F238E27FC236}">
                  <a16:creationId xmlns:a16="http://schemas.microsoft.com/office/drawing/2014/main" id="{1F78C15D-3F4C-D6F9-D39C-00FE6CE3DAE2}"/>
                </a:ext>
              </a:extLst>
            </p:cNvPr>
            <p:cNvSpPr/>
            <p:nvPr/>
          </p:nvSpPr>
          <p:spPr>
            <a:xfrm>
              <a:off x="3904775" y="458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99;p32">
              <a:extLst>
                <a:ext uri="{FF2B5EF4-FFF2-40B4-BE49-F238E27FC236}">
                  <a16:creationId xmlns:a16="http://schemas.microsoft.com/office/drawing/2014/main" id="{503BA7FD-362D-96F1-8383-A88E3120D255}"/>
                </a:ext>
              </a:extLst>
            </p:cNvPr>
            <p:cNvSpPr/>
            <p:nvPr/>
          </p:nvSpPr>
          <p:spPr>
            <a:xfrm>
              <a:off x="3833525" y="4525575"/>
              <a:ext cx="76425" cy="78025"/>
            </a:xfrm>
            <a:custGeom>
              <a:avLst/>
              <a:gdLst/>
              <a:ahLst/>
              <a:cxnLst/>
              <a:rect l="l" t="t" r="r" b="b"/>
              <a:pathLst>
                <a:path w="3057" h="3121" extrusionOk="0">
                  <a:moveTo>
                    <a:pt x="1019" y="271"/>
                  </a:moveTo>
                  <a:lnTo>
                    <a:pt x="1664" y="748"/>
                  </a:lnTo>
                  <a:cubicBezTo>
                    <a:pt x="1664" y="812"/>
                    <a:pt x="1715" y="812"/>
                    <a:pt x="1767" y="812"/>
                  </a:cubicBezTo>
                  <a:lnTo>
                    <a:pt x="1831" y="812"/>
                  </a:lnTo>
                  <a:lnTo>
                    <a:pt x="2579" y="542"/>
                  </a:lnTo>
                  <a:lnTo>
                    <a:pt x="2579" y="542"/>
                  </a:lnTo>
                  <a:lnTo>
                    <a:pt x="2308" y="1290"/>
                  </a:lnTo>
                  <a:lnTo>
                    <a:pt x="2308" y="1341"/>
                  </a:lnTo>
                  <a:cubicBezTo>
                    <a:pt x="2308" y="1393"/>
                    <a:pt x="2308" y="1457"/>
                    <a:pt x="2360" y="1509"/>
                  </a:cubicBezTo>
                  <a:lnTo>
                    <a:pt x="2798" y="2153"/>
                  </a:lnTo>
                  <a:lnTo>
                    <a:pt x="2038" y="2102"/>
                  </a:lnTo>
                  <a:cubicBezTo>
                    <a:pt x="1935" y="2102"/>
                    <a:pt x="1883" y="2153"/>
                    <a:pt x="1831" y="2205"/>
                  </a:cubicBezTo>
                  <a:lnTo>
                    <a:pt x="1341" y="2850"/>
                  </a:lnTo>
                  <a:lnTo>
                    <a:pt x="1122" y="2102"/>
                  </a:lnTo>
                  <a:cubicBezTo>
                    <a:pt x="1122" y="1986"/>
                    <a:pt x="1071" y="1934"/>
                    <a:pt x="1019" y="1934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967" y="1186"/>
                    <a:pt x="1019" y="1135"/>
                    <a:pt x="1019" y="1070"/>
                  </a:cubicBezTo>
                  <a:lnTo>
                    <a:pt x="1019" y="271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00" y="103"/>
                    <a:pt x="800" y="168"/>
                    <a:pt x="800" y="219"/>
                  </a:cubicBezTo>
                  <a:lnTo>
                    <a:pt x="748" y="1019"/>
                  </a:lnTo>
                  <a:lnTo>
                    <a:pt x="103" y="1509"/>
                  </a:lnTo>
                  <a:cubicBezTo>
                    <a:pt x="52" y="1560"/>
                    <a:pt x="0" y="1612"/>
                    <a:pt x="0" y="1663"/>
                  </a:cubicBezTo>
                  <a:cubicBezTo>
                    <a:pt x="0" y="1715"/>
                    <a:pt x="0" y="1780"/>
                    <a:pt x="52" y="1831"/>
                  </a:cubicBezTo>
                  <a:cubicBezTo>
                    <a:pt x="52" y="1831"/>
                    <a:pt x="103" y="1883"/>
                    <a:pt x="155" y="1883"/>
                  </a:cubicBezTo>
                  <a:lnTo>
                    <a:pt x="916" y="2153"/>
                  </a:lnTo>
                  <a:lnTo>
                    <a:pt x="1122" y="2953"/>
                  </a:lnTo>
                  <a:cubicBezTo>
                    <a:pt x="1187" y="3005"/>
                    <a:pt x="1187" y="3005"/>
                    <a:pt x="1238" y="3069"/>
                  </a:cubicBezTo>
                  <a:cubicBezTo>
                    <a:pt x="1290" y="3069"/>
                    <a:pt x="1290" y="3121"/>
                    <a:pt x="1341" y="3121"/>
                  </a:cubicBezTo>
                  <a:cubicBezTo>
                    <a:pt x="1445" y="3121"/>
                    <a:pt x="1509" y="3069"/>
                    <a:pt x="1561" y="3005"/>
                  </a:cubicBezTo>
                  <a:lnTo>
                    <a:pt x="2038" y="2360"/>
                  </a:lnTo>
                  <a:lnTo>
                    <a:pt x="2850" y="2360"/>
                  </a:lnTo>
                  <a:cubicBezTo>
                    <a:pt x="2902" y="2360"/>
                    <a:pt x="2953" y="2360"/>
                    <a:pt x="3005" y="2308"/>
                  </a:cubicBezTo>
                  <a:cubicBezTo>
                    <a:pt x="3056" y="2257"/>
                    <a:pt x="3056" y="2205"/>
                    <a:pt x="3056" y="2153"/>
                  </a:cubicBezTo>
                  <a:lnTo>
                    <a:pt x="3056" y="2037"/>
                  </a:lnTo>
                  <a:lnTo>
                    <a:pt x="2579" y="1341"/>
                  </a:lnTo>
                  <a:lnTo>
                    <a:pt x="2850" y="593"/>
                  </a:lnTo>
                  <a:lnTo>
                    <a:pt x="2850" y="542"/>
                  </a:lnTo>
                  <a:cubicBezTo>
                    <a:pt x="2850" y="374"/>
                    <a:pt x="2734" y="322"/>
                    <a:pt x="2631" y="322"/>
                  </a:cubicBezTo>
                  <a:lnTo>
                    <a:pt x="2579" y="322"/>
                  </a:lnTo>
                  <a:lnTo>
                    <a:pt x="1767" y="542"/>
                  </a:lnTo>
                  <a:lnTo>
                    <a:pt x="1122" y="52"/>
                  </a:ln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00;p32">
              <a:extLst>
                <a:ext uri="{FF2B5EF4-FFF2-40B4-BE49-F238E27FC236}">
                  <a16:creationId xmlns:a16="http://schemas.microsoft.com/office/drawing/2014/main" id="{7B29E42B-F7BC-7116-94C3-770F1666C208}"/>
                </a:ext>
              </a:extLst>
            </p:cNvPr>
            <p:cNvSpPr/>
            <p:nvPr/>
          </p:nvSpPr>
          <p:spPr>
            <a:xfrm>
              <a:off x="4222925" y="4388550"/>
              <a:ext cx="64500" cy="63225"/>
            </a:xfrm>
            <a:custGeom>
              <a:avLst/>
              <a:gdLst/>
              <a:ahLst/>
              <a:cxnLst/>
              <a:rect l="l" t="t" r="r" b="b"/>
              <a:pathLst>
                <a:path w="2580" h="2529" extrusionOk="0">
                  <a:moveTo>
                    <a:pt x="762" y="1"/>
                  </a:moveTo>
                  <a:lnTo>
                    <a:pt x="762" y="749"/>
                  </a:lnTo>
                  <a:cubicBezTo>
                    <a:pt x="762" y="865"/>
                    <a:pt x="762" y="916"/>
                    <a:pt x="646" y="968"/>
                  </a:cubicBezTo>
                  <a:lnTo>
                    <a:pt x="1" y="1393"/>
                  </a:lnTo>
                  <a:lnTo>
                    <a:pt x="762" y="1613"/>
                  </a:lnTo>
                  <a:cubicBezTo>
                    <a:pt x="813" y="1664"/>
                    <a:pt x="865" y="1716"/>
                    <a:pt x="916" y="1780"/>
                  </a:cubicBezTo>
                  <a:lnTo>
                    <a:pt x="1136" y="2528"/>
                  </a:lnTo>
                  <a:lnTo>
                    <a:pt x="1561" y="1935"/>
                  </a:lnTo>
                  <a:cubicBezTo>
                    <a:pt x="1613" y="1883"/>
                    <a:pt x="1729" y="1832"/>
                    <a:pt x="1780" y="1832"/>
                  </a:cubicBezTo>
                  <a:lnTo>
                    <a:pt x="2580" y="1832"/>
                  </a:lnTo>
                  <a:lnTo>
                    <a:pt x="2103" y="1239"/>
                  </a:lnTo>
                  <a:cubicBezTo>
                    <a:pt x="2103" y="1187"/>
                    <a:pt x="2051" y="1136"/>
                    <a:pt x="2051" y="1071"/>
                  </a:cubicBezTo>
                  <a:cubicBezTo>
                    <a:pt x="2051" y="1071"/>
                    <a:pt x="2051" y="1020"/>
                    <a:pt x="2103" y="1020"/>
                  </a:cubicBezTo>
                  <a:lnTo>
                    <a:pt x="2374" y="272"/>
                  </a:lnTo>
                  <a:lnTo>
                    <a:pt x="1613" y="491"/>
                  </a:lnTo>
                  <a:lnTo>
                    <a:pt x="1406" y="491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01;p32">
              <a:extLst>
                <a:ext uri="{FF2B5EF4-FFF2-40B4-BE49-F238E27FC236}">
                  <a16:creationId xmlns:a16="http://schemas.microsoft.com/office/drawing/2014/main" id="{888AC70E-8F91-718E-3EFE-9F29FAB70058}"/>
                </a:ext>
              </a:extLst>
            </p:cNvPr>
            <p:cNvSpPr/>
            <p:nvPr/>
          </p:nvSpPr>
          <p:spPr>
            <a:xfrm>
              <a:off x="4216175" y="4381800"/>
              <a:ext cx="78025" cy="76725"/>
            </a:xfrm>
            <a:custGeom>
              <a:avLst/>
              <a:gdLst/>
              <a:ahLst/>
              <a:cxnLst/>
              <a:rect l="l" t="t" r="r" b="b"/>
              <a:pathLst>
                <a:path w="3121" h="3069" extrusionOk="0">
                  <a:moveTo>
                    <a:pt x="1032" y="271"/>
                  </a:moveTo>
                  <a:lnTo>
                    <a:pt x="1676" y="761"/>
                  </a:lnTo>
                  <a:lnTo>
                    <a:pt x="1883" y="761"/>
                  </a:lnTo>
                  <a:lnTo>
                    <a:pt x="2644" y="542"/>
                  </a:lnTo>
                  <a:lnTo>
                    <a:pt x="2373" y="1290"/>
                  </a:lnTo>
                  <a:cubicBezTo>
                    <a:pt x="2321" y="1290"/>
                    <a:pt x="2321" y="1341"/>
                    <a:pt x="2321" y="1341"/>
                  </a:cubicBezTo>
                  <a:cubicBezTo>
                    <a:pt x="2321" y="1406"/>
                    <a:pt x="2373" y="1457"/>
                    <a:pt x="2373" y="1509"/>
                  </a:cubicBezTo>
                  <a:lnTo>
                    <a:pt x="2850" y="2102"/>
                  </a:lnTo>
                  <a:lnTo>
                    <a:pt x="2050" y="2102"/>
                  </a:lnTo>
                  <a:cubicBezTo>
                    <a:pt x="1999" y="2102"/>
                    <a:pt x="1883" y="2153"/>
                    <a:pt x="1831" y="2205"/>
                  </a:cubicBezTo>
                  <a:lnTo>
                    <a:pt x="1406" y="2798"/>
                  </a:lnTo>
                  <a:lnTo>
                    <a:pt x="1186" y="2050"/>
                  </a:lnTo>
                  <a:cubicBezTo>
                    <a:pt x="1135" y="1986"/>
                    <a:pt x="1083" y="1934"/>
                    <a:pt x="1032" y="1883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1032" y="1186"/>
                    <a:pt x="1032" y="1135"/>
                    <a:pt x="1032" y="1019"/>
                  </a:cubicBezTo>
                  <a:lnTo>
                    <a:pt x="1032" y="271"/>
                  </a:lnTo>
                  <a:close/>
                  <a:moveTo>
                    <a:pt x="1032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13" y="52"/>
                    <a:pt x="813" y="116"/>
                    <a:pt x="813" y="219"/>
                  </a:cubicBezTo>
                  <a:lnTo>
                    <a:pt x="813" y="1019"/>
                  </a:lnTo>
                  <a:lnTo>
                    <a:pt x="116" y="1457"/>
                  </a:lnTo>
                  <a:cubicBezTo>
                    <a:pt x="65" y="1509"/>
                    <a:pt x="0" y="1612"/>
                    <a:pt x="0" y="1663"/>
                  </a:cubicBezTo>
                  <a:cubicBezTo>
                    <a:pt x="0" y="1728"/>
                    <a:pt x="0" y="1728"/>
                    <a:pt x="65" y="1780"/>
                  </a:cubicBezTo>
                  <a:cubicBezTo>
                    <a:pt x="65" y="1831"/>
                    <a:pt x="116" y="1831"/>
                    <a:pt x="168" y="1883"/>
                  </a:cubicBezTo>
                  <a:lnTo>
                    <a:pt x="916" y="2153"/>
                  </a:lnTo>
                  <a:lnTo>
                    <a:pt x="1186" y="2901"/>
                  </a:lnTo>
                  <a:cubicBezTo>
                    <a:pt x="1186" y="2953"/>
                    <a:pt x="1186" y="3017"/>
                    <a:pt x="1238" y="3069"/>
                  </a:cubicBezTo>
                  <a:lnTo>
                    <a:pt x="1406" y="3069"/>
                  </a:lnTo>
                  <a:cubicBezTo>
                    <a:pt x="1457" y="3069"/>
                    <a:pt x="1509" y="3069"/>
                    <a:pt x="1560" y="3017"/>
                  </a:cubicBezTo>
                  <a:lnTo>
                    <a:pt x="2050" y="2308"/>
                  </a:lnTo>
                  <a:lnTo>
                    <a:pt x="2850" y="2373"/>
                  </a:lnTo>
                  <a:cubicBezTo>
                    <a:pt x="2966" y="2373"/>
                    <a:pt x="3018" y="2373"/>
                    <a:pt x="3018" y="2308"/>
                  </a:cubicBezTo>
                  <a:cubicBezTo>
                    <a:pt x="3069" y="2257"/>
                    <a:pt x="3121" y="2205"/>
                    <a:pt x="3121" y="2153"/>
                  </a:cubicBezTo>
                  <a:cubicBezTo>
                    <a:pt x="3121" y="2102"/>
                    <a:pt x="3069" y="2050"/>
                    <a:pt x="3069" y="1986"/>
                  </a:cubicBezTo>
                  <a:lnTo>
                    <a:pt x="2579" y="1341"/>
                  </a:lnTo>
                  <a:lnTo>
                    <a:pt x="2850" y="593"/>
                  </a:lnTo>
                  <a:cubicBezTo>
                    <a:pt x="2850" y="542"/>
                    <a:pt x="2901" y="542"/>
                    <a:pt x="2901" y="490"/>
                  </a:cubicBezTo>
                  <a:cubicBezTo>
                    <a:pt x="2901" y="374"/>
                    <a:pt x="2798" y="271"/>
                    <a:pt x="2644" y="271"/>
                  </a:cubicBezTo>
                  <a:lnTo>
                    <a:pt x="2579" y="271"/>
                  </a:lnTo>
                  <a:lnTo>
                    <a:pt x="1831" y="542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02;p32">
              <a:extLst>
                <a:ext uri="{FF2B5EF4-FFF2-40B4-BE49-F238E27FC236}">
                  <a16:creationId xmlns:a16="http://schemas.microsoft.com/office/drawing/2014/main" id="{7F26D05D-84BF-F6AB-7FD1-2236A4082FF4}"/>
                </a:ext>
              </a:extLst>
            </p:cNvPr>
            <p:cNvSpPr/>
            <p:nvPr/>
          </p:nvSpPr>
          <p:spPr>
            <a:xfrm>
              <a:off x="3208775" y="4352450"/>
              <a:ext cx="117050" cy="116725"/>
            </a:xfrm>
            <a:custGeom>
              <a:avLst/>
              <a:gdLst/>
              <a:ahLst/>
              <a:cxnLst/>
              <a:rect l="l" t="t" r="r" b="b"/>
              <a:pathLst>
                <a:path w="4682" h="4669" extrusionOk="0">
                  <a:moveTo>
                    <a:pt x="2373" y="749"/>
                  </a:moveTo>
                  <a:cubicBezTo>
                    <a:pt x="3224" y="749"/>
                    <a:pt x="3985" y="1496"/>
                    <a:pt x="3985" y="2360"/>
                  </a:cubicBezTo>
                  <a:cubicBezTo>
                    <a:pt x="3985" y="3276"/>
                    <a:pt x="3224" y="3972"/>
                    <a:pt x="2373" y="3972"/>
                  </a:cubicBezTo>
                  <a:cubicBezTo>
                    <a:pt x="1509" y="3972"/>
                    <a:pt x="761" y="3276"/>
                    <a:pt x="761" y="2360"/>
                  </a:cubicBezTo>
                  <a:cubicBezTo>
                    <a:pt x="761" y="1496"/>
                    <a:pt x="1509" y="749"/>
                    <a:pt x="2373" y="749"/>
                  </a:cubicBezTo>
                  <a:close/>
                  <a:moveTo>
                    <a:pt x="2206" y="1"/>
                  </a:moveTo>
                  <a:lnTo>
                    <a:pt x="1458" y="155"/>
                  </a:lnTo>
                  <a:lnTo>
                    <a:pt x="1509" y="426"/>
                  </a:lnTo>
                  <a:cubicBezTo>
                    <a:pt x="1509" y="529"/>
                    <a:pt x="1509" y="581"/>
                    <a:pt x="1458" y="581"/>
                  </a:cubicBezTo>
                  <a:cubicBezTo>
                    <a:pt x="1290" y="697"/>
                    <a:pt x="1084" y="800"/>
                    <a:pt x="968" y="968"/>
                  </a:cubicBezTo>
                  <a:cubicBezTo>
                    <a:pt x="942" y="994"/>
                    <a:pt x="916" y="1006"/>
                    <a:pt x="890" y="1006"/>
                  </a:cubicBezTo>
                  <a:cubicBezTo>
                    <a:pt x="865" y="1006"/>
                    <a:pt x="839" y="994"/>
                    <a:pt x="813" y="968"/>
                  </a:cubicBezTo>
                  <a:lnTo>
                    <a:pt x="542" y="852"/>
                  </a:lnTo>
                  <a:lnTo>
                    <a:pt x="168" y="1496"/>
                  </a:lnTo>
                  <a:lnTo>
                    <a:pt x="387" y="1664"/>
                  </a:lnTo>
                  <a:cubicBezTo>
                    <a:pt x="439" y="1664"/>
                    <a:pt x="491" y="1767"/>
                    <a:pt x="439" y="1819"/>
                  </a:cubicBezTo>
                  <a:cubicBezTo>
                    <a:pt x="387" y="1986"/>
                    <a:pt x="387" y="2141"/>
                    <a:pt x="387" y="2360"/>
                  </a:cubicBezTo>
                  <a:cubicBezTo>
                    <a:pt x="387" y="2412"/>
                    <a:pt x="323" y="2464"/>
                    <a:pt x="271" y="2464"/>
                  </a:cubicBezTo>
                  <a:lnTo>
                    <a:pt x="1" y="2515"/>
                  </a:lnTo>
                  <a:lnTo>
                    <a:pt x="220" y="3276"/>
                  </a:lnTo>
                  <a:lnTo>
                    <a:pt x="439" y="3224"/>
                  </a:lnTo>
                  <a:cubicBezTo>
                    <a:pt x="491" y="3224"/>
                    <a:pt x="542" y="3224"/>
                    <a:pt x="594" y="3276"/>
                  </a:cubicBezTo>
                  <a:cubicBezTo>
                    <a:pt x="710" y="3482"/>
                    <a:pt x="813" y="3650"/>
                    <a:pt x="916" y="3753"/>
                  </a:cubicBezTo>
                  <a:cubicBezTo>
                    <a:pt x="968" y="3805"/>
                    <a:pt x="968" y="3869"/>
                    <a:pt x="968" y="3921"/>
                  </a:cubicBezTo>
                  <a:lnTo>
                    <a:pt x="865" y="4075"/>
                  </a:lnTo>
                  <a:lnTo>
                    <a:pt x="1509" y="4514"/>
                  </a:lnTo>
                  <a:lnTo>
                    <a:pt x="1612" y="4346"/>
                  </a:lnTo>
                  <a:cubicBezTo>
                    <a:pt x="1658" y="4310"/>
                    <a:pt x="1697" y="4273"/>
                    <a:pt x="1734" y="4273"/>
                  </a:cubicBezTo>
                  <a:cubicBezTo>
                    <a:pt x="1750" y="4273"/>
                    <a:pt x="1765" y="4279"/>
                    <a:pt x="1780" y="4295"/>
                  </a:cubicBezTo>
                  <a:cubicBezTo>
                    <a:pt x="1935" y="4346"/>
                    <a:pt x="2154" y="4346"/>
                    <a:pt x="2373" y="4346"/>
                  </a:cubicBezTo>
                  <a:cubicBezTo>
                    <a:pt x="2425" y="4346"/>
                    <a:pt x="2476" y="4398"/>
                    <a:pt x="2476" y="4449"/>
                  </a:cubicBezTo>
                  <a:lnTo>
                    <a:pt x="2528" y="4669"/>
                  </a:lnTo>
                  <a:lnTo>
                    <a:pt x="3289" y="4449"/>
                  </a:lnTo>
                  <a:lnTo>
                    <a:pt x="3224" y="4295"/>
                  </a:lnTo>
                  <a:cubicBezTo>
                    <a:pt x="3224" y="4243"/>
                    <a:pt x="3224" y="4191"/>
                    <a:pt x="3289" y="4127"/>
                  </a:cubicBezTo>
                  <a:cubicBezTo>
                    <a:pt x="3495" y="4024"/>
                    <a:pt x="3714" y="3869"/>
                    <a:pt x="3869" y="3701"/>
                  </a:cubicBezTo>
                  <a:cubicBezTo>
                    <a:pt x="3869" y="3676"/>
                    <a:pt x="3885" y="3663"/>
                    <a:pt x="3908" y="3663"/>
                  </a:cubicBezTo>
                  <a:cubicBezTo>
                    <a:pt x="3930" y="3663"/>
                    <a:pt x="3959" y="3676"/>
                    <a:pt x="3985" y="3701"/>
                  </a:cubicBezTo>
                  <a:lnTo>
                    <a:pt x="4191" y="3805"/>
                  </a:lnTo>
                  <a:lnTo>
                    <a:pt x="4578" y="3108"/>
                  </a:lnTo>
                  <a:lnTo>
                    <a:pt x="4359" y="3005"/>
                  </a:lnTo>
                  <a:cubicBezTo>
                    <a:pt x="4307" y="2954"/>
                    <a:pt x="4307" y="2902"/>
                    <a:pt x="4307" y="2837"/>
                  </a:cubicBezTo>
                  <a:cubicBezTo>
                    <a:pt x="4359" y="2683"/>
                    <a:pt x="4359" y="2515"/>
                    <a:pt x="4359" y="2360"/>
                  </a:cubicBezTo>
                  <a:lnTo>
                    <a:pt x="4359" y="2309"/>
                  </a:lnTo>
                  <a:cubicBezTo>
                    <a:pt x="4359" y="2257"/>
                    <a:pt x="4411" y="2193"/>
                    <a:pt x="4462" y="2141"/>
                  </a:cubicBezTo>
                  <a:lnTo>
                    <a:pt x="4681" y="2090"/>
                  </a:lnTo>
                  <a:lnTo>
                    <a:pt x="4514" y="1342"/>
                  </a:lnTo>
                  <a:lnTo>
                    <a:pt x="4256" y="1393"/>
                  </a:lnTo>
                  <a:cubicBezTo>
                    <a:pt x="4237" y="1408"/>
                    <a:pt x="4219" y="1415"/>
                    <a:pt x="4202" y="1415"/>
                  </a:cubicBezTo>
                  <a:cubicBezTo>
                    <a:pt x="4161" y="1415"/>
                    <a:pt x="4125" y="1378"/>
                    <a:pt x="4088" y="1342"/>
                  </a:cubicBezTo>
                  <a:cubicBezTo>
                    <a:pt x="3985" y="1174"/>
                    <a:pt x="3869" y="1071"/>
                    <a:pt x="3766" y="903"/>
                  </a:cubicBezTo>
                  <a:cubicBezTo>
                    <a:pt x="3714" y="903"/>
                    <a:pt x="3714" y="852"/>
                    <a:pt x="3766" y="800"/>
                  </a:cubicBezTo>
                  <a:lnTo>
                    <a:pt x="3869" y="529"/>
                  </a:lnTo>
                  <a:lnTo>
                    <a:pt x="3224" y="104"/>
                  </a:lnTo>
                  <a:lnTo>
                    <a:pt x="3070" y="375"/>
                  </a:lnTo>
                  <a:cubicBezTo>
                    <a:pt x="3033" y="411"/>
                    <a:pt x="2997" y="448"/>
                    <a:pt x="2956" y="448"/>
                  </a:cubicBezTo>
                  <a:cubicBezTo>
                    <a:pt x="2939" y="448"/>
                    <a:pt x="2921" y="441"/>
                    <a:pt x="2902" y="426"/>
                  </a:cubicBezTo>
                  <a:cubicBezTo>
                    <a:pt x="2747" y="426"/>
                    <a:pt x="2580" y="375"/>
                    <a:pt x="2425" y="375"/>
                  </a:cubicBezTo>
                  <a:cubicBezTo>
                    <a:pt x="2373" y="375"/>
                    <a:pt x="2322" y="323"/>
                    <a:pt x="2257" y="259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03;p32">
              <a:extLst>
                <a:ext uri="{FF2B5EF4-FFF2-40B4-BE49-F238E27FC236}">
                  <a16:creationId xmlns:a16="http://schemas.microsoft.com/office/drawing/2014/main" id="{2BD50EA3-2F1F-BA35-E1F6-F3CDE118B8F2}"/>
                </a:ext>
              </a:extLst>
            </p:cNvPr>
            <p:cNvSpPr/>
            <p:nvPr/>
          </p:nvSpPr>
          <p:spPr>
            <a:xfrm>
              <a:off x="3202325" y="4345150"/>
              <a:ext cx="131550" cy="130800"/>
            </a:xfrm>
            <a:custGeom>
              <a:avLst/>
              <a:gdLst/>
              <a:ahLst/>
              <a:cxnLst/>
              <a:rect l="l" t="t" r="r" b="b"/>
              <a:pathLst>
                <a:path w="5262" h="5232" extrusionOk="0">
                  <a:moveTo>
                    <a:pt x="2464" y="293"/>
                  </a:moveTo>
                  <a:lnTo>
                    <a:pt x="2515" y="551"/>
                  </a:lnTo>
                  <a:cubicBezTo>
                    <a:pt x="2580" y="615"/>
                    <a:pt x="2631" y="667"/>
                    <a:pt x="2683" y="667"/>
                  </a:cubicBezTo>
                  <a:cubicBezTo>
                    <a:pt x="2838" y="667"/>
                    <a:pt x="3005" y="718"/>
                    <a:pt x="3160" y="718"/>
                  </a:cubicBezTo>
                  <a:cubicBezTo>
                    <a:pt x="3179" y="733"/>
                    <a:pt x="3197" y="740"/>
                    <a:pt x="3214" y="740"/>
                  </a:cubicBezTo>
                  <a:cubicBezTo>
                    <a:pt x="3255" y="740"/>
                    <a:pt x="3291" y="703"/>
                    <a:pt x="3328" y="667"/>
                  </a:cubicBezTo>
                  <a:lnTo>
                    <a:pt x="3482" y="396"/>
                  </a:lnTo>
                  <a:lnTo>
                    <a:pt x="4127" y="821"/>
                  </a:lnTo>
                  <a:lnTo>
                    <a:pt x="4024" y="1092"/>
                  </a:lnTo>
                  <a:cubicBezTo>
                    <a:pt x="3972" y="1144"/>
                    <a:pt x="3972" y="1195"/>
                    <a:pt x="4024" y="1195"/>
                  </a:cubicBezTo>
                  <a:cubicBezTo>
                    <a:pt x="4127" y="1363"/>
                    <a:pt x="4243" y="1466"/>
                    <a:pt x="4346" y="1634"/>
                  </a:cubicBezTo>
                  <a:cubicBezTo>
                    <a:pt x="4383" y="1670"/>
                    <a:pt x="4419" y="1707"/>
                    <a:pt x="4460" y="1707"/>
                  </a:cubicBezTo>
                  <a:cubicBezTo>
                    <a:pt x="4477" y="1707"/>
                    <a:pt x="4495" y="1700"/>
                    <a:pt x="4514" y="1685"/>
                  </a:cubicBezTo>
                  <a:lnTo>
                    <a:pt x="4772" y="1634"/>
                  </a:lnTo>
                  <a:lnTo>
                    <a:pt x="4939" y="2382"/>
                  </a:lnTo>
                  <a:lnTo>
                    <a:pt x="4720" y="2433"/>
                  </a:lnTo>
                  <a:cubicBezTo>
                    <a:pt x="4669" y="2485"/>
                    <a:pt x="4617" y="2549"/>
                    <a:pt x="4617" y="2601"/>
                  </a:cubicBezTo>
                  <a:lnTo>
                    <a:pt x="4617" y="2652"/>
                  </a:lnTo>
                  <a:cubicBezTo>
                    <a:pt x="4617" y="2807"/>
                    <a:pt x="4617" y="2975"/>
                    <a:pt x="4565" y="3129"/>
                  </a:cubicBezTo>
                  <a:cubicBezTo>
                    <a:pt x="4565" y="3194"/>
                    <a:pt x="4565" y="3246"/>
                    <a:pt x="4617" y="3297"/>
                  </a:cubicBezTo>
                  <a:lnTo>
                    <a:pt x="4836" y="3400"/>
                  </a:lnTo>
                  <a:lnTo>
                    <a:pt x="4449" y="4097"/>
                  </a:lnTo>
                  <a:lnTo>
                    <a:pt x="4243" y="3993"/>
                  </a:lnTo>
                  <a:cubicBezTo>
                    <a:pt x="4217" y="3968"/>
                    <a:pt x="4188" y="3955"/>
                    <a:pt x="4166" y="3955"/>
                  </a:cubicBezTo>
                  <a:cubicBezTo>
                    <a:pt x="4143" y="3955"/>
                    <a:pt x="4127" y="3968"/>
                    <a:pt x="4127" y="3993"/>
                  </a:cubicBezTo>
                  <a:cubicBezTo>
                    <a:pt x="3972" y="4161"/>
                    <a:pt x="3753" y="4316"/>
                    <a:pt x="3547" y="4419"/>
                  </a:cubicBezTo>
                  <a:cubicBezTo>
                    <a:pt x="3482" y="4483"/>
                    <a:pt x="3482" y="4535"/>
                    <a:pt x="3482" y="4587"/>
                  </a:cubicBezTo>
                  <a:lnTo>
                    <a:pt x="3547" y="4741"/>
                  </a:lnTo>
                  <a:lnTo>
                    <a:pt x="2786" y="4961"/>
                  </a:lnTo>
                  <a:lnTo>
                    <a:pt x="2734" y="4741"/>
                  </a:lnTo>
                  <a:cubicBezTo>
                    <a:pt x="2734" y="4690"/>
                    <a:pt x="2683" y="4638"/>
                    <a:pt x="2631" y="4638"/>
                  </a:cubicBezTo>
                  <a:cubicBezTo>
                    <a:pt x="2412" y="4638"/>
                    <a:pt x="2193" y="4638"/>
                    <a:pt x="2038" y="4587"/>
                  </a:cubicBezTo>
                  <a:cubicBezTo>
                    <a:pt x="2023" y="4571"/>
                    <a:pt x="2008" y="4565"/>
                    <a:pt x="1992" y="4565"/>
                  </a:cubicBezTo>
                  <a:cubicBezTo>
                    <a:pt x="1955" y="4565"/>
                    <a:pt x="1916" y="4602"/>
                    <a:pt x="1870" y="4638"/>
                  </a:cubicBezTo>
                  <a:lnTo>
                    <a:pt x="1767" y="4806"/>
                  </a:lnTo>
                  <a:lnTo>
                    <a:pt x="1123" y="4367"/>
                  </a:lnTo>
                  <a:lnTo>
                    <a:pt x="1226" y="4213"/>
                  </a:lnTo>
                  <a:cubicBezTo>
                    <a:pt x="1226" y="4161"/>
                    <a:pt x="1226" y="4097"/>
                    <a:pt x="1174" y="4045"/>
                  </a:cubicBezTo>
                  <a:cubicBezTo>
                    <a:pt x="1071" y="3942"/>
                    <a:pt x="968" y="3774"/>
                    <a:pt x="852" y="3568"/>
                  </a:cubicBezTo>
                  <a:cubicBezTo>
                    <a:pt x="800" y="3516"/>
                    <a:pt x="749" y="3516"/>
                    <a:pt x="697" y="3516"/>
                  </a:cubicBezTo>
                  <a:lnTo>
                    <a:pt x="478" y="3568"/>
                  </a:lnTo>
                  <a:lnTo>
                    <a:pt x="259" y="2807"/>
                  </a:lnTo>
                  <a:lnTo>
                    <a:pt x="529" y="2756"/>
                  </a:lnTo>
                  <a:cubicBezTo>
                    <a:pt x="581" y="2756"/>
                    <a:pt x="645" y="2704"/>
                    <a:pt x="645" y="2652"/>
                  </a:cubicBezTo>
                  <a:cubicBezTo>
                    <a:pt x="645" y="2433"/>
                    <a:pt x="645" y="2278"/>
                    <a:pt x="697" y="2111"/>
                  </a:cubicBezTo>
                  <a:cubicBezTo>
                    <a:pt x="749" y="2059"/>
                    <a:pt x="697" y="1956"/>
                    <a:pt x="645" y="1956"/>
                  </a:cubicBezTo>
                  <a:lnTo>
                    <a:pt x="426" y="1788"/>
                  </a:lnTo>
                  <a:lnTo>
                    <a:pt x="800" y="1144"/>
                  </a:lnTo>
                  <a:lnTo>
                    <a:pt x="1071" y="1260"/>
                  </a:lnTo>
                  <a:cubicBezTo>
                    <a:pt x="1097" y="1286"/>
                    <a:pt x="1123" y="1298"/>
                    <a:pt x="1148" y="1298"/>
                  </a:cubicBezTo>
                  <a:cubicBezTo>
                    <a:pt x="1174" y="1298"/>
                    <a:pt x="1200" y="1286"/>
                    <a:pt x="1226" y="1260"/>
                  </a:cubicBezTo>
                  <a:cubicBezTo>
                    <a:pt x="1342" y="1092"/>
                    <a:pt x="1548" y="989"/>
                    <a:pt x="1716" y="873"/>
                  </a:cubicBezTo>
                  <a:cubicBezTo>
                    <a:pt x="1767" y="873"/>
                    <a:pt x="1767" y="821"/>
                    <a:pt x="1767" y="718"/>
                  </a:cubicBezTo>
                  <a:lnTo>
                    <a:pt x="1716" y="447"/>
                  </a:lnTo>
                  <a:lnTo>
                    <a:pt x="2464" y="293"/>
                  </a:lnTo>
                  <a:close/>
                  <a:moveTo>
                    <a:pt x="2601" y="1"/>
                  </a:moveTo>
                  <a:cubicBezTo>
                    <a:pt x="2578" y="1"/>
                    <a:pt x="2549" y="7"/>
                    <a:pt x="2515" y="22"/>
                  </a:cubicBezTo>
                  <a:lnTo>
                    <a:pt x="1548" y="228"/>
                  </a:lnTo>
                  <a:cubicBezTo>
                    <a:pt x="1496" y="228"/>
                    <a:pt x="1496" y="293"/>
                    <a:pt x="1445" y="293"/>
                  </a:cubicBezTo>
                  <a:lnTo>
                    <a:pt x="1445" y="396"/>
                  </a:lnTo>
                  <a:lnTo>
                    <a:pt x="1496" y="718"/>
                  </a:lnTo>
                  <a:cubicBezTo>
                    <a:pt x="1393" y="770"/>
                    <a:pt x="1226" y="873"/>
                    <a:pt x="1123" y="1041"/>
                  </a:cubicBezTo>
                  <a:lnTo>
                    <a:pt x="800" y="873"/>
                  </a:lnTo>
                  <a:cubicBezTo>
                    <a:pt x="800" y="821"/>
                    <a:pt x="749" y="821"/>
                    <a:pt x="697" y="821"/>
                  </a:cubicBezTo>
                  <a:cubicBezTo>
                    <a:pt x="697" y="873"/>
                    <a:pt x="645" y="873"/>
                    <a:pt x="645" y="873"/>
                  </a:cubicBezTo>
                  <a:lnTo>
                    <a:pt x="155" y="1788"/>
                  </a:lnTo>
                  <a:cubicBezTo>
                    <a:pt x="104" y="1840"/>
                    <a:pt x="104" y="1956"/>
                    <a:pt x="207" y="1956"/>
                  </a:cubicBezTo>
                  <a:lnTo>
                    <a:pt x="426" y="2111"/>
                  </a:lnTo>
                  <a:cubicBezTo>
                    <a:pt x="426" y="2278"/>
                    <a:pt x="375" y="2382"/>
                    <a:pt x="375" y="2549"/>
                  </a:cubicBezTo>
                  <a:lnTo>
                    <a:pt x="104" y="2601"/>
                  </a:lnTo>
                  <a:cubicBezTo>
                    <a:pt x="52" y="2652"/>
                    <a:pt x="1" y="2704"/>
                    <a:pt x="1" y="2756"/>
                  </a:cubicBezTo>
                  <a:lnTo>
                    <a:pt x="259" y="3774"/>
                  </a:lnTo>
                  <a:cubicBezTo>
                    <a:pt x="305" y="3820"/>
                    <a:pt x="344" y="3860"/>
                    <a:pt x="382" y="3860"/>
                  </a:cubicBezTo>
                  <a:cubicBezTo>
                    <a:pt x="397" y="3860"/>
                    <a:pt x="411" y="3853"/>
                    <a:pt x="426" y="3839"/>
                  </a:cubicBezTo>
                  <a:lnTo>
                    <a:pt x="697" y="3774"/>
                  </a:lnTo>
                  <a:cubicBezTo>
                    <a:pt x="749" y="3942"/>
                    <a:pt x="852" y="4045"/>
                    <a:pt x="968" y="4161"/>
                  </a:cubicBezTo>
                  <a:lnTo>
                    <a:pt x="800" y="4367"/>
                  </a:lnTo>
                  <a:lnTo>
                    <a:pt x="800" y="4483"/>
                  </a:lnTo>
                  <a:lnTo>
                    <a:pt x="852" y="4535"/>
                  </a:lnTo>
                  <a:lnTo>
                    <a:pt x="1767" y="5064"/>
                  </a:lnTo>
                  <a:lnTo>
                    <a:pt x="1819" y="5064"/>
                  </a:lnTo>
                  <a:cubicBezTo>
                    <a:pt x="1870" y="5064"/>
                    <a:pt x="1935" y="5064"/>
                    <a:pt x="1935" y="5012"/>
                  </a:cubicBezTo>
                  <a:lnTo>
                    <a:pt x="2038" y="4857"/>
                  </a:lnTo>
                  <a:cubicBezTo>
                    <a:pt x="2193" y="4857"/>
                    <a:pt x="2360" y="4909"/>
                    <a:pt x="2515" y="4909"/>
                  </a:cubicBezTo>
                  <a:lnTo>
                    <a:pt x="2580" y="5128"/>
                  </a:lnTo>
                  <a:cubicBezTo>
                    <a:pt x="2580" y="5180"/>
                    <a:pt x="2580" y="5180"/>
                    <a:pt x="2631" y="5180"/>
                  </a:cubicBezTo>
                  <a:cubicBezTo>
                    <a:pt x="2631" y="5231"/>
                    <a:pt x="2683" y="5231"/>
                    <a:pt x="2734" y="5231"/>
                  </a:cubicBezTo>
                  <a:lnTo>
                    <a:pt x="3701" y="4961"/>
                  </a:lnTo>
                  <a:cubicBezTo>
                    <a:pt x="3753" y="4961"/>
                    <a:pt x="3753" y="4961"/>
                    <a:pt x="3805" y="4909"/>
                  </a:cubicBezTo>
                  <a:lnTo>
                    <a:pt x="3805" y="4857"/>
                  </a:lnTo>
                  <a:lnTo>
                    <a:pt x="3753" y="4587"/>
                  </a:lnTo>
                  <a:cubicBezTo>
                    <a:pt x="3921" y="4483"/>
                    <a:pt x="4075" y="4367"/>
                    <a:pt x="4243" y="4213"/>
                  </a:cubicBezTo>
                  <a:lnTo>
                    <a:pt x="4449" y="4367"/>
                  </a:lnTo>
                  <a:lnTo>
                    <a:pt x="4514" y="4367"/>
                  </a:lnTo>
                  <a:cubicBezTo>
                    <a:pt x="4565" y="4367"/>
                    <a:pt x="4617" y="4316"/>
                    <a:pt x="4617" y="4316"/>
                  </a:cubicBezTo>
                  <a:lnTo>
                    <a:pt x="5094" y="3400"/>
                  </a:lnTo>
                  <a:cubicBezTo>
                    <a:pt x="5159" y="3400"/>
                    <a:pt x="5159" y="3349"/>
                    <a:pt x="5094" y="3297"/>
                  </a:cubicBezTo>
                  <a:cubicBezTo>
                    <a:pt x="5094" y="3297"/>
                    <a:pt x="5094" y="3246"/>
                    <a:pt x="5042" y="3246"/>
                  </a:cubicBezTo>
                  <a:lnTo>
                    <a:pt x="4836" y="3129"/>
                  </a:lnTo>
                  <a:cubicBezTo>
                    <a:pt x="4836" y="2975"/>
                    <a:pt x="4888" y="2807"/>
                    <a:pt x="4888" y="2652"/>
                  </a:cubicBezTo>
                  <a:lnTo>
                    <a:pt x="5159" y="2601"/>
                  </a:lnTo>
                  <a:cubicBezTo>
                    <a:pt x="5210" y="2601"/>
                    <a:pt x="5262" y="2485"/>
                    <a:pt x="5210" y="2433"/>
                  </a:cubicBezTo>
                  <a:lnTo>
                    <a:pt x="4991" y="1466"/>
                  </a:lnTo>
                  <a:cubicBezTo>
                    <a:pt x="4939" y="1363"/>
                    <a:pt x="4888" y="1363"/>
                    <a:pt x="4836" y="1363"/>
                  </a:cubicBezTo>
                  <a:lnTo>
                    <a:pt x="4514" y="1466"/>
                  </a:lnTo>
                  <a:cubicBezTo>
                    <a:pt x="4449" y="1311"/>
                    <a:pt x="4346" y="1195"/>
                    <a:pt x="4243" y="1144"/>
                  </a:cubicBezTo>
                  <a:lnTo>
                    <a:pt x="4398" y="821"/>
                  </a:lnTo>
                  <a:cubicBezTo>
                    <a:pt x="4449" y="770"/>
                    <a:pt x="4449" y="718"/>
                    <a:pt x="4398" y="667"/>
                  </a:cubicBezTo>
                  <a:lnTo>
                    <a:pt x="3482" y="125"/>
                  </a:lnTo>
                  <a:cubicBezTo>
                    <a:pt x="3431" y="125"/>
                    <a:pt x="3379" y="125"/>
                    <a:pt x="3328" y="177"/>
                  </a:cubicBezTo>
                  <a:lnTo>
                    <a:pt x="3160" y="499"/>
                  </a:lnTo>
                  <a:cubicBezTo>
                    <a:pt x="3005" y="447"/>
                    <a:pt x="2902" y="447"/>
                    <a:pt x="2786" y="396"/>
                  </a:cubicBezTo>
                  <a:lnTo>
                    <a:pt x="2683" y="73"/>
                  </a:lnTo>
                  <a:cubicBezTo>
                    <a:pt x="2683" y="37"/>
                    <a:pt x="2657" y="1"/>
                    <a:pt x="260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04;p32">
              <a:extLst>
                <a:ext uri="{FF2B5EF4-FFF2-40B4-BE49-F238E27FC236}">
                  <a16:creationId xmlns:a16="http://schemas.microsoft.com/office/drawing/2014/main" id="{6D2166D1-5AB7-B1FC-CE59-5ECFD0B5EF31}"/>
                </a:ext>
              </a:extLst>
            </p:cNvPr>
            <p:cNvSpPr/>
            <p:nvPr/>
          </p:nvSpPr>
          <p:spPr>
            <a:xfrm>
              <a:off x="3227800" y="4371150"/>
              <a:ext cx="80625" cy="80625"/>
            </a:xfrm>
            <a:custGeom>
              <a:avLst/>
              <a:gdLst/>
              <a:ahLst/>
              <a:cxnLst/>
              <a:rect l="l" t="t" r="r" b="b"/>
              <a:pathLst>
                <a:path w="3225" h="3225" extrusionOk="0">
                  <a:moveTo>
                    <a:pt x="1612" y="271"/>
                  </a:moveTo>
                  <a:cubicBezTo>
                    <a:pt x="1986" y="271"/>
                    <a:pt x="2309" y="426"/>
                    <a:pt x="2579" y="645"/>
                  </a:cubicBezTo>
                  <a:cubicBezTo>
                    <a:pt x="2786" y="916"/>
                    <a:pt x="2953" y="1238"/>
                    <a:pt x="2953" y="1612"/>
                  </a:cubicBezTo>
                  <a:cubicBezTo>
                    <a:pt x="2953" y="1986"/>
                    <a:pt x="2786" y="2309"/>
                    <a:pt x="2579" y="2579"/>
                  </a:cubicBezTo>
                  <a:cubicBezTo>
                    <a:pt x="2309" y="2850"/>
                    <a:pt x="1986" y="2953"/>
                    <a:pt x="1612" y="2953"/>
                  </a:cubicBezTo>
                  <a:cubicBezTo>
                    <a:pt x="1238" y="2953"/>
                    <a:pt x="916" y="2850"/>
                    <a:pt x="645" y="2579"/>
                  </a:cubicBezTo>
                  <a:cubicBezTo>
                    <a:pt x="426" y="2309"/>
                    <a:pt x="271" y="1986"/>
                    <a:pt x="271" y="1612"/>
                  </a:cubicBezTo>
                  <a:cubicBezTo>
                    <a:pt x="271" y="1238"/>
                    <a:pt x="426" y="916"/>
                    <a:pt x="645" y="645"/>
                  </a:cubicBezTo>
                  <a:cubicBezTo>
                    <a:pt x="916" y="426"/>
                    <a:pt x="1238" y="271"/>
                    <a:pt x="1612" y="271"/>
                  </a:cubicBezTo>
                  <a:close/>
                  <a:moveTo>
                    <a:pt x="1612" y="1"/>
                  </a:moveTo>
                  <a:cubicBezTo>
                    <a:pt x="748" y="1"/>
                    <a:pt x="0" y="748"/>
                    <a:pt x="0" y="1612"/>
                  </a:cubicBezTo>
                  <a:cubicBezTo>
                    <a:pt x="0" y="2528"/>
                    <a:pt x="748" y="3224"/>
                    <a:pt x="1612" y="3224"/>
                  </a:cubicBezTo>
                  <a:cubicBezTo>
                    <a:pt x="2463" y="3224"/>
                    <a:pt x="3224" y="2528"/>
                    <a:pt x="3224" y="1612"/>
                  </a:cubicBezTo>
                  <a:cubicBezTo>
                    <a:pt x="3224" y="748"/>
                    <a:pt x="2463" y="1"/>
                    <a:pt x="1612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05;p32">
              <a:extLst>
                <a:ext uri="{FF2B5EF4-FFF2-40B4-BE49-F238E27FC236}">
                  <a16:creationId xmlns:a16="http://schemas.microsoft.com/office/drawing/2014/main" id="{61B46ECD-AFD3-1F6A-F749-2584ED0D02DC}"/>
                </a:ext>
              </a:extLst>
            </p:cNvPr>
            <p:cNvSpPr/>
            <p:nvPr/>
          </p:nvSpPr>
          <p:spPr>
            <a:xfrm>
              <a:off x="3344500" y="4534925"/>
              <a:ext cx="154425" cy="156025"/>
            </a:xfrm>
            <a:custGeom>
              <a:avLst/>
              <a:gdLst/>
              <a:ahLst/>
              <a:cxnLst/>
              <a:rect l="l" t="t" r="r" b="b"/>
              <a:pathLst>
                <a:path w="6177" h="6241" extrusionOk="0">
                  <a:moveTo>
                    <a:pt x="3069" y="1135"/>
                  </a:moveTo>
                  <a:cubicBezTo>
                    <a:pt x="4243" y="1135"/>
                    <a:pt x="5158" y="2050"/>
                    <a:pt x="5158" y="3172"/>
                  </a:cubicBezTo>
                  <a:cubicBezTo>
                    <a:pt x="5158" y="4307"/>
                    <a:pt x="4243" y="5209"/>
                    <a:pt x="3069" y="5209"/>
                  </a:cubicBezTo>
                  <a:cubicBezTo>
                    <a:pt x="1934" y="5209"/>
                    <a:pt x="1019" y="4307"/>
                    <a:pt x="1019" y="3172"/>
                  </a:cubicBezTo>
                  <a:cubicBezTo>
                    <a:pt x="1019" y="2050"/>
                    <a:pt x="1934" y="1135"/>
                    <a:pt x="3069" y="1135"/>
                  </a:cubicBezTo>
                  <a:close/>
                  <a:moveTo>
                    <a:pt x="2902" y="0"/>
                  </a:moveTo>
                  <a:lnTo>
                    <a:pt x="1831" y="219"/>
                  </a:lnTo>
                  <a:lnTo>
                    <a:pt x="1934" y="645"/>
                  </a:lnTo>
                  <a:cubicBezTo>
                    <a:pt x="1934" y="696"/>
                    <a:pt x="1934" y="761"/>
                    <a:pt x="1883" y="812"/>
                  </a:cubicBezTo>
                  <a:cubicBezTo>
                    <a:pt x="1612" y="916"/>
                    <a:pt x="1406" y="1135"/>
                    <a:pt x="1187" y="1289"/>
                  </a:cubicBezTo>
                  <a:cubicBezTo>
                    <a:pt x="1187" y="1341"/>
                    <a:pt x="1083" y="1341"/>
                    <a:pt x="1083" y="1341"/>
                  </a:cubicBezTo>
                  <a:lnTo>
                    <a:pt x="697" y="1135"/>
                  </a:lnTo>
                  <a:lnTo>
                    <a:pt x="168" y="2102"/>
                  </a:lnTo>
                  <a:lnTo>
                    <a:pt x="490" y="2257"/>
                  </a:lnTo>
                  <a:cubicBezTo>
                    <a:pt x="542" y="2308"/>
                    <a:pt x="542" y="2373"/>
                    <a:pt x="542" y="2424"/>
                  </a:cubicBezTo>
                  <a:cubicBezTo>
                    <a:pt x="490" y="2631"/>
                    <a:pt x="439" y="2901"/>
                    <a:pt x="439" y="3172"/>
                  </a:cubicBezTo>
                  <a:cubicBezTo>
                    <a:pt x="439" y="3224"/>
                    <a:pt x="374" y="3224"/>
                    <a:pt x="323" y="3275"/>
                  </a:cubicBezTo>
                  <a:lnTo>
                    <a:pt x="0" y="3391"/>
                  </a:lnTo>
                  <a:lnTo>
                    <a:pt x="271" y="4410"/>
                  </a:lnTo>
                  <a:lnTo>
                    <a:pt x="593" y="4358"/>
                  </a:lnTo>
                  <a:cubicBezTo>
                    <a:pt x="645" y="4358"/>
                    <a:pt x="697" y="4358"/>
                    <a:pt x="761" y="4410"/>
                  </a:cubicBezTo>
                  <a:cubicBezTo>
                    <a:pt x="864" y="4629"/>
                    <a:pt x="1019" y="4835"/>
                    <a:pt x="1187" y="5055"/>
                  </a:cubicBezTo>
                  <a:cubicBezTo>
                    <a:pt x="1238" y="5055"/>
                    <a:pt x="1238" y="5158"/>
                    <a:pt x="1187" y="5158"/>
                  </a:cubicBezTo>
                  <a:lnTo>
                    <a:pt x="1019" y="5480"/>
                  </a:lnTo>
                  <a:lnTo>
                    <a:pt x="1986" y="6022"/>
                  </a:lnTo>
                  <a:lnTo>
                    <a:pt x="2154" y="5751"/>
                  </a:lnTo>
                  <a:cubicBezTo>
                    <a:pt x="2154" y="5699"/>
                    <a:pt x="2205" y="5699"/>
                    <a:pt x="2257" y="5699"/>
                  </a:cubicBezTo>
                  <a:cubicBezTo>
                    <a:pt x="2528" y="5803"/>
                    <a:pt x="2798" y="5854"/>
                    <a:pt x="3069" y="5854"/>
                  </a:cubicBezTo>
                  <a:cubicBezTo>
                    <a:pt x="3121" y="5854"/>
                    <a:pt x="3172" y="5854"/>
                    <a:pt x="3172" y="5919"/>
                  </a:cubicBezTo>
                  <a:lnTo>
                    <a:pt x="3275" y="6241"/>
                  </a:lnTo>
                  <a:lnTo>
                    <a:pt x="4359" y="5970"/>
                  </a:lnTo>
                  <a:lnTo>
                    <a:pt x="4243" y="5648"/>
                  </a:lnTo>
                  <a:cubicBezTo>
                    <a:pt x="4243" y="5596"/>
                    <a:pt x="4307" y="5532"/>
                    <a:pt x="4359" y="5532"/>
                  </a:cubicBezTo>
                  <a:cubicBezTo>
                    <a:pt x="4629" y="5377"/>
                    <a:pt x="4836" y="5209"/>
                    <a:pt x="5055" y="4952"/>
                  </a:cubicBezTo>
                  <a:cubicBezTo>
                    <a:pt x="5081" y="4919"/>
                    <a:pt x="5106" y="4903"/>
                    <a:pt x="5132" y="4903"/>
                  </a:cubicBezTo>
                  <a:cubicBezTo>
                    <a:pt x="5158" y="4903"/>
                    <a:pt x="5184" y="4919"/>
                    <a:pt x="5210" y="4952"/>
                  </a:cubicBezTo>
                  <a:lnTo>
                    <a:pt x="5480" y="5106"/>
                  </a:lnTo>
                  <a:lnTo>
                    <a:pt x="6022" y="4139"/>
                  </a:lnTo>
                  <a:lnTo>
                    <a:pt x="5751" y="3984"/>
                  </a:lnTo>
                  <a:cubicBezTo>
                    <a:pt x="5700" y="3920"/>
                    <a:pt x="5648" y="3868"/>
                    <a:pt x="5700" y="3817"/>
                  </a:cubicBezTo>
                  <a:cubicBezTo>
                    <a:pt x="5700" y="3598"/>
                    <a:pt x="5751" y="3391"/>
                    <a:pt x="5751" y="3172"/>
                  </a:cubicBezTo>
                  <a:lnTo>
                    <a:pt x="5751" y="3069"/>
                  </a:lnTo>
                  <a:cubicBezTo>
                    <a:pt x="5751" y="3017"/>
                    <a:pt x="5803" y="2953"/>
                    <a:pt x="5854" y="2953"/>
                  </a:cubicBezTo>
                  <a:lnTo>
                    <a:pt x="6177" y="2850"/>
                  </a:lnTo>
                  <a:lnTo>
                    <a:pt x="5919" y="1779"/>
                  </a:lnTo>
                  <a:lnTo>
                    <a:pt x="5532" y="1883"/>
                  </a:lnTo>
                  <a:cubicBezTo>
                    <a:pt x="5480" y="1883"/>
                    <a:pt x="5429" y="1883"/>
                    <a:pt x="5377" y="1831"/>
                  </a:cubicBezTo>
                  <a:cubicBezTo>
                    <a:pt x="5274" y="1612"/>
                    <a:pt x="5106" y="1457"/>
                    <a:pt x="4952" y="1289"/>
                  </a:cubicBezTo>
                  <a:cubicBezTo>
                    <a:pt x="4887" y="1238"/>
                    <a:pt x="4887" y="1186"/>
                    <a:pt x="4952" y="1135"/>
                  </a:cubicBezTo>
                  <a:lnTo>
                    <a:pt x="5158" y="761"/>
                  </a:lnTo>
                  <a:lnTo>
                    <a:pt x="4191" y="168"/>
                  </a:lnTo>
                  <a:lnTo>
                    <a:pt x="3985" y="542"/>
                  </a:lnTo>
                  <a:cubicBezTo>
                    <a:pt x="3939" y="578"/>
                    <a:pt x="3900" y="615"/>
                    <a:pt x="3863" y="615"/>
                  </a:cubicBezTo>
                  <a:cubicBezTo>
                    <a:pt x="3847" y="615"/>
                    <a:pt x="3832" y="608"/>
                    <a:pt x="3817" y="593"/>
                  </a:cubicBezTo>
                  <a:cubicBezTo>
                    <a:pt x="3598" y="542"/>
                    <a:pt x="3392" y="542"/>
                    <a:pt x="3121" y="542"/>
                  </a:cubicBezTo>
                  <a:cubicBezTo>
                    <a:pt x="3069" y="542"/>
                    <a:pt x="3018" y="490"/>
                    <a:pt x="3018" y="438"/>
                  </a:cubicBezTo>
                  <a:lnTo>
                    <a:pt x="2902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06;p32">
              <a:extLst>
                <a:ext uri="{FF2B5EF4-FFF2-40B4-BE49-F238E27FC236}">
                  <a16:creationId xmlns:a16="http://schemas.microsoft.com/office/drawing/2014/main" id="{049D5A87-2E7E-C116-0F2F-C5B5C9B0261E}"/>
                </a:ext>
              </a:extLst>
            </p:cNvPr>
            <p:cNvSpPr/>
            <p:nvPr/>
          </p:nvSpPr>
          <p:spPr>
            <a:xfrm>
              <a:off x="3336425" y="4528150"/>
              <a:ext cx="170575" cy="169250"/>
            </a:xfrm>
            <a:custGeom>
              <a:avLst/>
              <a:gdLst/>
              <a:ahLst/>
              <a:cxnLst/>
              <a:rect l="l" t="t" r="r" b="b"/>
              <a:pathLst>
                <a:path w="6823" h="6770" extrusionOk="0">
                  <a:moveTo>
                    <a:pt x="3225" y="271"/>
                  </a:moveTo>
                  <a:lnTo>
                    <a:pt x="3341" y="709"/>
                  </a:lnTo>
                  <a:cubicBezTo>
                    <a:pt x="3341" y="761"/>
                    <a:pt x="3392" y="813"/>
                    <a:pt x="3444" y="813"/>
                  </a:cubicBezTo>
                  <a:cubicBezTo>
                    <a:pt x="3715" y="813"/>
                    <a:pt x="3921" y="813"/>
                    <a:pt x="4140" y="864"/>
                  </a:cubicBezTo>
                  <a:cubicBezTo>
                    <a:pt x="4155" y="879"/>
                    <a:pt x="4170" y="886"/>
                    <a:pt x="4186" y="886"/>
                  </a:cubicBezTo>
                  <a:cubicBezTo>
                    <a:pt x="4223" y="886"/>
                    <a:pt x="4262" y="849"/>
                    <a:pt x="4308" y="813"/>
                  </a:cubicBezTo>
                  <a:lnTo>
                    <a:pt x="4514" y="439"/>
                  </a:lnTo>
                  <a:lnTo>
                    <a:pt x="5481" y="1032"/>
                  </a:lnTo>
                  <a:lnTo>
                    <a:pt x="5275" y="1406"/>
                  </a:lnTo>
                  <a:cubicBezTo>
                    <a:pt x="5210" y="1457"/>
                    <a:pt x="5210" y="1509"/>
                    <a:pt x="5275" y="1560"/>
                  </a:cubicBezTo>
                  <a:cubicBezTo>
                    <a:pt x="5429" y="1728"/>
                    <a:pt x="5597" y="1883"/>
                    <a:pt x="5700" y="2102"/>
                  </a:cubicBezTo>
                  <a:cubicBezTo>
                    <a:pt x="5752" y="2154"/>
                    <a:pt x="5803" y="2154"/>
                    <a:pt x="5855" y="2154"/>
                  </a:cubicBezTo>
                  <a:lnTo>
                    <a:pt x="6242" y="2050"/>
                  </a:lnTo>
                  <a:lnTo>
                    <a:pt x="6500" y="3121"/>
                  </a:lnTo>
                  <a:lnTo>
                    <a:pt x="6177" y="3224"/>
                  </a:lnTo>
                  <a:cubicBezTo>
                    <a:pt x="6126" y="3224"/>
                    <a:pt x="6074" y="3288"/>
                    <a:pt x="6074" y="3340"/>
                  </a:cubicBezTo>
                  <a:lnTo>
                    <a:pt x="6074" y="3443"/>
                  </a:lnTo>
                  <a:cubicBezTo>
                    <a:pt x="6074" y="3662"/>
                    <a:pt x="6023" y="3869"/>
                    <a:pt x="6023" y="4088"/>
                  </a:cubicBezTo>
                  <a:cubicBezTo>
                    <a:pt x="5971" y="4139"/>
                    <a:pt x="6023" y="4191"/>
                    <a:pt x="6074" y="4255"/>
                  </a:cubicBezTo>
                  <a:lnTo>
                    <a:pt x="6345" y="4410"/>
                  </a:lnTo>
                  <a:lnTo>
                    <a:pt x="5803" y="5377"/>
                  </a:lnTo>
                  <a:lnTo>
                    <a:pt x="5533" y="5223"/>
                  </a:lnTo>
                  <a:cubicBezTo>
                    <a:pt x="5507" y="5190"/>
                    <a:pt x="5481" y="5174"/>
                    <a:pt x="5455" y="5174"/>
                  </a:cubicBezTo>
                  <a:cubicBezTo>
                    <a:pt x="5429" y="5174"/>
                    <a:pt x="5404" y="5190"/>
                    <a:pt x="5378" y="5223"/>
                  </a:cubicBezTo>
                  <a:cubicBezTo>
                    <a:pt x="5159" y="5480"/>
                    <a:pt x="4952" y="5648"/>
                    <a:pt x="4682" y="5803"/>
                  </a:cubicBezTo>
                  <a:cubicBezTo>
                    <a:pt x="4630" y="5803"/>
                    <a:pt x="4566" y="5867"/>
                    <a:pt x="4566" y="5919"/>
                  </a:cubicBezTo>
                  <a:lnTo>
                    <a:pt x="4682" y="6241"/>
                  </a:lnTo>
                  <a:lnTo>
                    <a:pt x="3598" y="6512"/>
                  </a:lnTo>
                  <a:lnTo>
                    <a:pt x="3495" y="6190"/>
                  </a:lnTo>
                  <a:cubicBezTo>
                    <a:pt x="3495" y="6125"/>
                    <a:pt x="3444" y="6125"/>
                    <a:pt x="3392" y="6125"/>
                  </a:cubicBezTo>
                  <a:cubicBezTo>
                    <a:pt x="3121" y="6125"/>
                    <a:pt x="2851" y="6074"/>
                    <a:pt x="2580" y="5970"/>
                  </a:cubicBezTo>
                  <a:cubicBezTo>
                    <a:pt x="2528" y="5970"/>
                    <a:pt x="2477" y="5970"/>
                    <a:pt x="2477" y="6022"/>
                  </a:cubicBezTo>
                  <a:lnTo>
                    <a:pt x="2309" y="6293"/>
                  </a:lnTo>
                  <a:lnTo>
                    <a:pt x="1342" y="5751"/>
                  </a:lnTo>
                  <a:lnTo>
                    <a:pt x="1510" y="5429"/>
                  </a:lnTo>
                  <a:cubicBezTo>
                    <a:pt x="1561" y="5429"/>
                    <a:pt x="1561" y="5326"/>
                    <a:pt x="1510" y="5326"/>
                  </a:cubicBezTo>
                  <a:cubicBezTo>
                    <a:pt x="1342" y="5106"/>
                    <a:pt x="1187" y="4900"/>
                    <a:pt x="1084" y="4681"/>
                  </a:cubicBezTo>
                  <a:cubicBezTo>
                    <a:pt x="1020" y="4629"/>
                    <a:pt x="968" y="4629"/>
                    <a:pt x="916" y="4629"/>
                  </a:cubicBezTo>
                  <a:lnTo>
                    <a:pt x="594" y="4681"/>
                  </a:lnTo>
                  <a:lnTo>
                    <a:pt x="323" y="3662"/>
                  </a:lnTo>
                  <a:lnTo>
                    <a:pt x="646" y="3546"/>
                  </a:lnTo>
                  <a:cubicBezTo>
                    <a:pt x="697" y="3495"/>
                    <a:pt x="762" y="3495"/>
                    <a:pt x="762" y="3443"/>
                  </a:cubicBezTo>
                  <a:cubicBezTo>
                    <a:pt x="762" y="3172"/>
                    <a:pt x="813" y="2902"/>
                    <a:pt x="865" y="2695"/>
                  </a:cubicBezTo>
                  <a:cubicBezTo>
                    <a:pt x="865" y="2644"/>
                    <a:pt x="865" y="2579"/>
                    <a:pt x="813" y="2528"/>
                  </a:cubicBezTo>
                  <a:lnTo>
                    <a:pt x="491" y="2373"/>
                  </a:lnTo>
                  <a:lnTo>
                    <a:pt x="1020" y="1406"/>
                  </a:lnTo>
                  <a:lnTo>
                    <a:pt x="1406" y="1612"/>
                  </a:lnTo>
                  <a:cubicBezTo>
                    <a:pt x="1406" y="1612"/>
                    <a:pt x="1510" y="1612"/>
                    <a:pt x="1510" y="1560"/>
                  </a:cubicBezTo>
                  <a:cubicBezTo>
                    <a:pt x="1729" y="1406"/>
                    <a:pt x="1935" y="1187"/>
                    <a:pt x="2206" y="1083"/>
                  </a:cubicBezTo>
                  <a:cubicBezTo>
                    <a:pt x="2257" y="1032"/>
                    <a:pt x="2257" y="967"/>
                    <a:pt x="2257" y="916"/>
                  </a:cubicBezTo>
                  <a:lnTo>
                    <a:pt x="2154" y="490"/>
                  </a:lnTo>
                  <a:lnTo>
                    <a:pt x="3225" y="271"/>
                  </a:lnTo>
                  <a:close/>
                  <a:moveTo>
                    <a:pt x="3276" y="0"/>
                  </a:moveTo>
                  <a:lnTo>
                    <a:pt x="1987" y="323"/>
                  </a:lnTo>
                  <a:cubicBezTo>
                    <a:pt x="1935" y="323"/>
                    <a:pt x="1883" y="387"/>
                    <a:pt x="1883" y="439"/>
                  </a:cubicBezTo>
                  <a:lnTo>
                    <a:pt x="1987" y="916"/>
                  </a:lnTo>
                  <a:cubicBezTo>
                    <a:pt x="1780" y="1032"/>
                    <a:pt x="1613" y="1187"/>
                    <a:pt x="1406" y="1354"/>
                  </a:cubicBezTo>
                  <a:lnTo>
                    <a:pt x="1020" y="1135"/>
                  </a:lnTo>
                  <a:cubicBezTo>
                    <a:pt x="968" y="1083"/>
                    <a:pt x="968" y="1083"/>
                    <a:pt x="916" y="1083"/>
                  </a:cubicBezTo>
                  <a:cubicBezTo>
                    <a:pt x="916" y="1135"/>
                    <a:pt x="865" y="1135"/>
                    <a:pt x="865" y="1187"/>
                  </a:cubicBezTo>
                  <a:lnTo>
                    <a:pt x="168" y="2321"/>
                  </a:lnTo>
                  <a:cubicBezTo>
                    <a:pt x="168" y="2424"/>
                    <a:pt x="168" y="2476"/>
                    <a:pt x="220" y="2528"/>
                  </a:cubicBezTo>
                  <a:lnTo>
                    <a:pt x="594" y="2695"/>
                  </a:lnTo>
                  <a:cubicBezTo>
                    <a:pt x="542" y="2902"/>
                    <a:pt x="542" y="3121"/>
                    <a:pt x="491" y="3340"/>
                  </a:cubicBezTo>
                  <a:lnTo>
                    <a:pt x="117" y="3443"/>
                  </a:lnTo>
                  <a:cubicBezTo>
                    <a:pt x="52" y="3443"/>
                    <a:pt x="1" y="3495"/>
                    <a:pt x="1" y="3611"/>
                  </a:cubicBezTo>
                  <a:lnTo>
                    <a:pt x="375" y="4900"/>
                  </a:lnTo>
                  <a:cubicBezTo>
                    <a:pt x="375" y="4937"/>
                    <a:pt x="433" y="4973"/>
                    <a:pt x="485" y="4973"/>
                  </a:cubicBezTo>
                  <a:cubicBezTo>
                    <a:pt x="507" y="4973"/>
                    <a:pt x="527" y="4967"/>
                    <a:pt x="542" y="4952"/>
                  </a:cubicBezTo>
                  <a:lnTo>
                    <a:pt x="865" y="4900"/>
                  </a:lnTo>
                  <a:cubicBezTo>
                    <a:pt x="968" y="5055"/>
                    <a:pt x="1136" y="5274"/>
                    <a:pt x="1290" y="5429"/>
                  </a:cubicBezTo>
                  <a:lnTo>
                    <a:pt x="1084" y="5700"/>
                  </a:lnTo>
                  <a:cubicBezTo>
                    <a:pt x="1020" y="5751"/>
                    <a:pt x="1084" y="5867"/>
                    <a:pt x="1136" y="5867"/>
                  </a:cubicBezTo>
                  <a:lnTo>
                    <a:pt x="2309" y="6564"/>
                  </a:lnTo>
                  <a:cubicBezTo>
                    <a:pt x="2309" y="6615"/>
                    <a:pt x="2373" y="6615"/>
                    <a:pt x="2373" y="6615"/>
                  </a:cubicBezTo>
                  <a:cubicBezTo>
                    <a:pt x="2425" y="6564"/>
                    <a:pt x="2425" y="6564"/>
                    <a:pt x="2477" y="6564"/>
                  </a:cubicBezTo>
                  <a:lnTo>
                    <a:pt x="2631" y="6241"/>
                  </a:lnTo>
                  <a:cubicBezTo>
                    <a:pt x="2851" y="6293"/>
                    <a:pt x="3070" y="6344"/>
                    <a:pt x="3276" y="6344"/>
                  </a:cubicBezTo>
                  <a:lnTo>
                    <a:pt x="3392" y="6667"/>
                  </a:lnTo>
                  <a:cubicBezTo>
                    <a:pt x="3392" y="6718"/>
                    <a:pt x="3392" y="6718"/>
                    <a:pt x="3444" y="6770"/>
                  </a:cubicBezTo>
                  <a:lnTo>
                    <a:pt x="3495" y="6770"/>
                  </a:lnTo>
                  <a:lnTo>
                    <a:pt x="4836" y="6448"/>
                  </a:lnTo>
                  <a:cubicBezTo>
                    <a:pt x="4888" y="6448"/>
                    <a:pt x="4888" y="6448"/>
                    <a:pt x="4888" y="6396"/>
                  </a:cubicBezTo>
                  <a:cubicBezTo>
                    <a:pt x="4952" y="6396"/>
                    <a:pt x="4952" y="6344"/>
                    <a:pt x="4952" y="6293"/>
                  </a:cubicBezTo>
                  <a:lnTo>
                    <a:pt x="4836" y="5970"/>
                  </a:lnTo>
                  <a:cubicBezTo>
                    <a:pt x="5107" y="5867"/>
                    <a:pt x="5326" y="5648"/>
                    <a:pt x="5481" y="5480"/>
                  </a:cubicBezTo>
                  <a:lnTo>
                    <a:pt x="5803" y="5648"/>
                  </a:lnTo>
                  <a:lnTo>
                    <a:pt x="5919" y="5648"/>
                  </a:lnTo>
                  <a:cubicBezTo>
                    <a:pt x="5919" y="5648"/>
                    <a:pt x="5971" y="5648"/>
                    <a:pt x="5971" y="5596"/>
                  </a:cubicBezTo>
                  <a:lnTo>
                    <a:pt x="6667" y="4410"/>
                  </a:lnTo>
                  <a:lnTo>
                    <a:pt x="6667" y="4307"/>
                  </a:lnTo>
                  <a:lnTo>
                    <a:pt x="6616" y="4255"/>
                  </a:lnTo>
                  <a:lnTo>
                    <a:pt x="6242" y="4036"/>
                  </a:lnTo>
                  <a:cubicBezTo>
                    <a:pt x="6293" y="3869"/>
                    <a:pt x="6345" y="3662"/>
                    <a:pt x="6345" y="3443"/>
                  </a:cubicBezTo>
                  <a:lnTo>
                    <a:pt x="6719" y="3340"/>
                  </a:lnTo>
                  <a:cubicBezTo>
                    <a:pt x="6771" y="3340"/>
                    <a:pt x="6822" y="3224"/>
                    <a:pt x="6771" y="3172"/>
                  </a:cubicBezTo>
                  <a:lnTo>
                    <a:pt x="6448" y="1883"/>
                  </a:lnTo>
                  <a:cubicBezTo>
                    <a:pt x="6448" y="1831"/>
                    <a:pt x="6397" y="1831"/>
                    <a:pt x="6397" y="1780"/>
                  </a:cubicBezTo>
                  <a:lnTo>
                    <a:pt x="6293" y="1780"/>
                  </a:lnTo>
                  <a:lnTo>
                    <a:pt x="5855" y="1883"/>
                  </a:lnTo>
                  <a:cubicBezTo>
                    <a:pt x="5752" y="1728"/>
                    <a:pt x="5649" y="1560"/>
                    <a:pt x="5481" y="1457"/>
                  </a:cubicBezTo>
                  <a:lnTo>
                    <a:pt x="5752" y="1032"/>
                  </a:lnTo>
                  <a:cubicBezTo>
                    <a:pt x="5752" y="967"/>
                    <a:pt x="5752" y="916"/>
                    <a:pt x="5700" y="864"/>
                  </a:cubicBezTo>
                  <a:lnTo>
                    <a:pt x="4514" y="168"/>
                  </a:lnTo>
                  <a:lnTo>
                    <a:pt x="4462" y="168"/>
                  </a:lnTo>
                  <a:cubicBezTo>
                    <a:pt x="4411" y="168"/>
                    <a:pt x="4411" y="219"/>
                    <a:pt x="4359" y="219"/>
                  </a:cubicBezTo>
                  <a:lnTo>
                    <a:pt x="4140" y="645"/>
                  </a:lnTo>
                  <a:cubicBezTo>
                    <a:pt x="3921" y="593"/>
                    <a:pt x="3766" y="542"/>
                    <a:pt x="3547" y="542"/>
                  </a:cubicBezTo>
                  <a:lnTo>
                    <a:pt x="3444" y="65"/>
                  </a:lnTo>
                  <a:cubicBezTo>
                    <a:pt x="3444" y="65"/>
                    <a:pt x="3444" y="0"/>
                    <a:pt x="339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07;p32">
              <a:extLst>
                <a:ext uri="{FF2B5EF4-FFF2-40B4-BE49-F238E27FC236}">
                  <a16:creationId xmlns:a16="http://schemas.microsoft.com/office/drawing/2014/main" id="{A293F5AA-B2A6-1949-D365-9EF296BB2EF0}"/>
                </a:ext>
              </a:extLst>
            </p:cNvPr>
            <p:cNvSpPr/>
            <p:nvPr/>
          </p:nvSpPr>
          <p:spPr>
            <a:xfrm>
              <a:off x="3369950" y="4563275"/>
              <a:ext cx="103525" cy="101900"/>
            </a:xfrm>
            <a:custGeom>
              <a:avLst/>
              <a:gdLst/>
              <a:ahLst/>
              <a:cxnLst/>
              <a:rect l="l" t="t" r="r" b="b"/>
              <a:pathLst>
                <a:path w="4141" h="4076" extrusionOk="0">
                  <a:moveTo>
                    <a:pt x="2051" y="207"/>
                  </a:moveTo>
                  <a:cubicBezTo>
                    <a:pt x="2580" y="207"/>
                    <a:pt x="3018" y="426"/>
                    <a:pt x="3341" y="749"/>
                  </a:cubicBezTo>
                  <a:cubicBezTo>
                    <a:pt x="3663" y="1071"/>
                    <a:pt x="3869" y="1561"/>
                    <a:pt x="3869" y="2038"/>
                  </a:cubicBezTo>
                  <a:cubicBezTo>
                    <a:pt x="3869" y="2528"/>
                    <a:pt x="3663" y="3005"/>
                    <a:pt x="3341" y="3328"/>
                  </a:cubicBezTo>
                  <a:cubicBezTo>
                    <a:pt x="3018" y="3650"/>
                    <a:pt x="2580" y="3869"/>
                    <a:pt x="2051" y="3869"/>
                  </a:cubicBezTo>
                  <a:cubicBezTo>
                    <a:pt x="1561" y="3869"/>
                    <a:pt x="1136" y="3650"/>
                    <a:pt x="813" y="3328"/>
                  </a:cubicBezTo>
                  <a:cubicBezTo>
                    <a:pt x="439" y="3005"/>
                    <a:pt x="272" y="2528"/>
                    <a:pt x="272" y="2038"/>
                  </a:cubicBezTo>
                  <a:cubicBezTo>
                    <a:pt x="272" y="1561"/>
                    <a:pt x="439" y="1071"/>
                    <a:pt x="813" y="749"/>
                  </a:cubicBezTo>
                  <a:cubicBezTo>
                    <a:pt x="1136" y="426"/>
                    <a:pt x="1561" y="207"/>
                    <a:pt x="2051" y="207"/>
                  </a:cubicBezTo>
                  <a:close/>
                  <a:moveTo>
                    <a:pt x="2051" y="1"/>
                  </a:moveTo>
                  <a:cubicBezTo>
                    <a:pt x="916" y="1"/>
                    <a:pt x="1" y="916"/>
                    <a:pt x="1" y="2038"/>
                  </a:cubicBezTo>
                  <a:cubicBezTo>
                    <a:pt x="1" y="3173"/>
                    <a:pt x="916" y="4075"/>
                    <a:pt x="2051" y="4075"/>
                  </a:cubicBezTo>
                  <a:cubicBezTo>
                    <a:pt x="3225" y="4075"/>
                    <a:pt x="4140" y="3173"/>
                    <a:pt x="4140" y="2038"/>
                  </a:cubicBezTo>
                  <a:cubicBezTo>
                    <a:pt x="4140" y="916"/>
                    <a:pt x="3225" y="1"/>
                    <a:pt x="205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08;p32">
              <a:extLst>
                <a:ext uri="{FF2B5EF4-FFF2-40B4-BE49-F238E27FC236}">
                  <a16:creationId xmlns:a16="http://schemas.microsoft.com/office/drawing/2014/main" id="{463F94FC-5BC4-A60C-59E6-8DF8B6991992}"/>
                </a:ext>
              </a:extLst>
            </p:cNvPr>
            <p:cNvSpPr/>
            <p:nvPr/>
          </p:nvSpPr>
          <p:spPr>
            <a:xfrm>
              <a:off x="3191375" y="4725750"/>
              <a:ext cx="218900" cy="218925"/>
            </a:xfrm>
            <a:custGeom>
              <a:avLst/>
              <a:gdLst/>
              <a:ahLst/>
              <a:cxnLst/>
              <a:rect l="l" t="t" r="r" b="b"/>
              <a:pathLst>
                <a:path w="8756" h="8757" extrusionOk="0">
                  <a:moveTo>
                    <a:pt x="4410" y="1883"/>
                  </a:moveTo>
                  <a:cubicBezTo>
                    <a:pt x="5803" y="1883"/>
                    <a:pt x="6886" y="3005"/>
                    <a:pt x="6886" y="4411"/>
                  </a:cubicBezTo>
                  <a:cubicBezTo>
                    <a:pt x="6886" y="5752"/>
                    <a:pt x="5803" y="6873"/>
                    <a:pt x="4410" y="6873"/>
                  </a:cubicBezTo>
                  <a:cubicBezTo>
                    <a:pt x="3018" y="6873"/>
                    <a:pt x="1883" y="5752"/>
                    <a:pt x="1883" y="4411"/>
                  </a:cubicBezTo>
                  <a:cubicBezTo>
                    <a:pt x="1883" y="3005"/>
                    <a:pt x="3018" y="1883"/>
                    <a:pt x="4410" y="1883"/>
                  </a:cubicBezTo>
                  <a:close/>
                  <a:moveTo>
                    <a:pt x="3920" y="1"/>
                  </a:moveTo>
                  <a:lnTo>
                    <a:pt x="3920" y="542"/>
                  </a:lnTo>
                  <a:cubicBezTo>
                    <a:pt x="3920" y="594"/>
                    <a:pt x="3869" y="645"/>
                    <a:pt x="3817" y="645"/>
                  </a:cubicBezTo>
                  <a:cubicBezTo>
                    <a:pt x="3276" y="697"/>
                    <a:pt x="2747" y="916"/>
                    <a:pt x="2308" y="1187"/>
                  </a:cubicBezTo>
                  <a:cubicBezTo>
                    <a:pt x="2283" y="1213"/>
                    <a:pt x="2257" y="1226"/>
                    <a:pt x="2231" y="1226"/>
                  </a:cubicBezTo>
                  <a:cubicBezTo>
                    <a:pt x="2205" y="1226"/>
                    <a:pt x="2179" y="1213"/>
                    <a:pt x="2154" y="1187"/>
                  </a:cubicBezTo>
                  <a:lnTo>
                    <a:pt x="1831" y="800"/>
                  </a:lnTo>
                  <a:lnTo>
                    <a:pt x="1083" y="1509"/>
                  </a:lnTo>
                  <a:lnTo>
                    <a:pt x="1406" y="1883"/>
                  </a:lnTo>
                  <a:cubicBezTo>
                    <a:pt x="1457" y="1935"/>
                    <a:pt x="1457" y="1986"/>
                    <a:pt x="1406" y="2038"/>
                  </a:cubicBezTo>
                  <a:cubicBezTo>
                    <a:pt x="1019" y="2528"/>
                    <a:pt x="761" y="3121"/>
                    <a:pt x="645" y="3766"/>
                  </a:cubicBezTo>
                  <a:cubicBezTo>
                    <a:pt x="645" y="3817"/>
                    <a:pt x="593" y="3869"/>
                    <a:pt x="542" y="3869"/>
                  </a:cubicBezTo>
                  <a:lnTo>
                    <a:pt x="0" y="3869"/>
                  </a:lnTo>
                  <a:lnTo>
                    <a:pt x="0" y="4888"/>
                  </a:lnTo>
                  <a:lnTo>
                    <a:pt x="542" y="4888"/>
                  </a:lnTo>
                  <a:cubicBezTo>
                    <a:pt x="593" y="4888"/>
                    <a:pt x="645" y="4939"/>
                    <a:pt x="645" y="4991"/>
                  </a:cubicBezTo>
                  <a:cubicBezTo>
                    <a:pt x="761" y="5584"/>
                    <a:pt x="967" y="6177"/>
                    <a:pt x="1341" y="6603"/>
                  </a:cubicBezTo>
                  <a:cubicBezTo>
                    <a:pt x="1341" y="6667"/>
                    <a:pt x="1341" y="6770"/>
                    <a:pt x="1290" y="6770"/>
                  </a:cubicBezTo>
                  <a:lnTo>
                    <a:pt x="967" y="7144"/>
                  </a:lnTo>
                  <a:lnTo>
                    <a:pt x="1664" y="7892"/>
                  </a:lnTo>
                  <a:lnTo>
                    <a:pt x="2051" y="7518"/>
                  </a:lnTo>
                  <a:cubicBezTo>
                    <a:pt x="2076" y="7492"/>
                    <a:pt x="2102" y="7479"/>
                    <a:pt x="2128" y="7479"/>
                  </a:cubicBezTo>
                  <a:cubicBezTo>
                    <a:pt x="2154" y="7479"/>
                    <a:pt x="2179" y="7492"/>
                    <a:pt x="2205" y="7518"/>
                  </a:cubicBezTo>
                  <a:cubicBezTo>
                    <a:pt x="2631" y="7789"/>
                    <a:pt x="3172" y="8060"/>
                    <a:pt x="3766" y="8111"/>
                  </a:cubicBezTo>
                  <a:cubicBezTo>
                    <a:pt x="3817" y="8163"/>
                    <a:pt x="3817" y="8214"/>
                    <a:pt x="3817" y="8279"/>
                  </a:cubicBezTo>
                  <a:lnTo>
                    <a:pt x="3817" y="8756"/>
                  </a:lnTo>
                  <a:lnTo>
                    <a:pt x="4836" y="8756"/>
                  </a:lnTo>
                  <a:lnTo>
                    <a:pt x="4836" y="8279"/>
                  </a:lnTo>
                  <a:cubicBezTo>
                    <a:pt x="4836" y="8214"/>
                    <a:pt x="4887" y="8163"/>
                    <a:pt x="4952" y="8163"/>
                  </a:cubicBezTo>
                  <a:cubicBezTo>
                    <a:pt x="5532" y="8060"/>
                    <a:pt x="6022" y="7841"/>
                    <a:pt x="6448" y="7570"/>
                  </a:cubicBezTo>
                  <a:cubicBezTo>
                    <a:pt x="6465" y="7553"/>
                    <a:pt x="6489" y="7547"/>
                    <a:pt x="6514" y="7547"/>
                  </a:cubicBezTo>
                  <a:cubicBezTo>
                    <a:pt x="6564" y="7547"/>
                    <a:pt x="6615" y="7570"/>
                    <a:pt x="6615" y="7570"/>
                  </a:cubicBezTo>
                  <a:lnTo>
                    <a:pt x="6989" y="7957"/>
                  </a:lnTo>
                  <a:lnTo>
                    <a:pt x="7737" y="7312"/>
                  </a:lnTo>
                  <a:lnTo>
                    <a:pt x="7363" y="6925"/>
                  </a:lnTo>
                  <a:lnTo>
                    <a:pt x="7363" y="6770"/>
                  </a:lnTo>
                  <a:cubicBezTo>
                    <a:pt x="7789" y="6229"/>
                    <a:pt x="8059" y="5636"/>
                    <a:pt x="8175" y="4991"/>
                  </a:cubicBezTo>
                  <a:cubicBezTo>
                    <a:pt x="8175" y="4939"/>
                    <a:pt x="8227" y="4888"/>
                    <a:pt x="8279" y="4888"/>
                  </a:cubicBezTo>
                  <a:lnTo>
                    <a:pt x="8756" y="4888"/>
                  </a:lnTo>
                  <a:lnTo>
                    <a:pt x="8756" y="3869"/>
                  </a:lnTo>
                  <a:lnTo>
                    <a:pt x="8279" y="3869"/>
                  </a:lnTo>
                  <a:cubicBezTo>
                    <a:pt x="8227" y="3869"/>
                    <a:pt x="8175" y="3869"/>
                    <a:pt x="8175" y="3766"/>
                  </a:cubicBezTo>
                  <a:cubicBezTo>
                    <a:pt x="8059" y="3173"/>
                    <a:pt x="7789" y="2631"/>
                    <a:pt x="7466" y="2154"/>
                  </a:cubicBezTo>
                  <a:cubicBezTo>
                    <a:pt x="7415" y="2090"/>
                    <a:pt x="7415" y="2038"/>
                    <a:pt x="7466" y="1986"/>
                  </a:cubicBezTo>
                  <a:lnTo>
                    <a:pt x="7853" y="1612"/>
                  </a:lnTo>
                  <a:lnTo>
                    <a:pt x="7092" y="916"/>
                  </a:lnTo>
                  <a:lnTo>
                    <a:pt x="6770" y="1290"/>
                  </a:lnTo>
                  <a:cubicBezTo>
                    <a:pt x="6736" y="1290"/>
                    <a:pt x="6701" y="1313"/>
                    <a:pt x="6667" y="1313"/>
                  </a:cubicBezTo>
                  <a:cubicBezTo>
                    <a:pt x="6650" y="1313"/>
                    <a:pt x="6632" y="1307"/>
                    <a:pt x="6615" y="1290"/>
                  </a:cubicBezTo>
                  <a:cubicBezTo>
                    <a:pt x="6125" y="968"/>
                    <a:pt x="5648" y="748"/>
                    <a:pt x="5055" y="645"/>
                  </a:cubicBezTo>
                  <a:cubicBezTo>
                    <a:pt x="5003" y="645"/>
                    <a:pt x="4952" y="594"/>
                    <a:pt x="4952" y="542"/>
                  </a:cubicBezTo>
                  <a:lnTo>
                    <a:pt x="4952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9;p32">
              <a:extLst>
                <a:ext uri="{FF2B5EF4-FFF2-40B4-BE49-F238E27FC236}">
                  <a16:creationId xmlns:a16="http://schemas.microsoft.com/office/drawing/2014/main" id="{A08CEA57-A213-71F9-A7FA-F4920C19B960}"/>
                </a:ext>
              </a:extLst>
            </p:cNvPr>
            <p:cNvSpPr/>
            <p:nvPr/>
          </p:nvSpPr>
          <p:spPr>
            <a:xfrm>
              <a:off x="3186200" y="4718975"/>
              <a:ext cx="230850" cy="232450"/>
            </a:xfrm>
            <a:custGeom>
              <a:avLst/>
              <a:gdLst/>
              <a:ahLst/>
              <a:cxnLst/>
              <a:rect l="l" t="t" r="r" b="b"/>
              <a:pathLst>
                <a:path w="9234" h="9298" extrusionOk="0">
                  <a:moveTo>
                    <a:pt x="5159" y="272"/>
                  </a:moveTo>
                  <a:lnTo>
                    <a:pt x="5159" y="813"/>
                  </a:lnTo>
                  <a:cubicBezTo>
                    <a:pt x="5159" y="865"/>
                    <a:pt x="5210" y="916"/>
                    <a:pt x="5262" y="916"/>
                  </a:cubicBezTo>
                  <a:cubicBezTo>
                    <a:pt x="5855" y="1019"/>
                    <a:pt x="6332" y="1239"/>
                    <a:pt x="6822" y="1561"/>
                  </a:cubicBezTo>
                  <a:cubicBezTo>
                    <a:pt x="6839" y="1578"/>
                    <a:pt x="6857" y="1584"/>
                    <a:pt x="6874" y="1584"/>
                  </a:cubicBezTo>
                  <a:cubicBezTo>
                    <a:pt x="6908" y="1584"/>
                    <a:pt x="6943" y="1561"/>
                    <a:pt x="6977" y="1561"/>
                  </a:cubicBezTo>
                  <a:lnTo>
                    <a:pt x="7299" y="1187"/>
                  </a:lnTo>
                  <a:lnTo>
                    <a:pt x="8060" y="1883"/>
                  </a:lnTo>
                  <a:lnTo>
                    <a:pt x="7673" y="2257"/>
                  </a:lnTo>
                  <a:cubicBezTo>
                    <a:pt x="7622" y="2309"/>
                    <a:pt x="7622" y="2361"/>
                    <a:pt x="7673" y="2425"/>
                  </a:cubicBezTo>
                  <a:cubicBezTo>
                    <a:pt x="7996" y="2902"/>
                    <a:pt x="8266" y="3444"/>
                    <a:pt x="8382" y="4037"/>
                  </a:cubicBezTo>
                  <a:cubicBezTo>
                    <a:pt x="8382" y="4140"/>
                    <a:pt x="8434" y="4140"/>
                    <a:pt x="8486" y="4140"/>
                  </a:cubicBezTo>
                  <a:lnTo>
                    <a:pt x="8963" y="4140"/>
                  </a:lnTo>
                  <a:lnTo>
                    <a:pt x="8963" y="5159"/>
                  </a:lnTo>
                  <a:lnTo>
                    <a:pt x="8486" y="5159"/>
                  </a:lnTo>
                  <a:cubicBezTo>
                    <a:pt x="8434" y="5159"/>
                    <a:pt x="8382" y="5210"/>
                    <a:pt x="8382" y="5262"/>
                  </a:cubicBezTo>
                  <a:cubicBezTo>
                    <a:pt x="8266" y="5907"/>
                    <a:pt x="7996" y="6500"/>
                    <a:pt x="7570" y="7041"/>
                  </a:cubicBezTo>
                  <a:lnTo>
                    <a:pt x="7570" y="7196"/>
                  </a:lnTo>
                  <a:lnTo>
                    <a:pt x="7944" y="7583"/>
                  </a:lnTo>
                  <a:lnTo>
                    <a:pt x="7196" y="8228"/>
                  </a:lnTo>
                  <a:lnTo>
                    <a:pt x="6822" y="7841"/>
                  </a:lnTo>
                  <a:cubicBezTo>
                    <a:pt x="6822" y="7841"/>
                    <a:pt x="6771" y="7818"/>
                    <a:pt x="6721" y="7818"/>
                  </a:cubicBezTo>
                  <a:cubicBezTo>
                    <a:pt x="6696" y="7818"/>
                    <a:pt x="6672" y="7824"/>
                    <a:pt x="6655" y="7841"/>
                  </a:cubicBezTo>
                  <a:cubicBezTo>
                    <a:pt x="6229" y="8112"/>
                    <a:pt x="5739" y="8331"/>
                    <a:pt x="5159" y="8434"/>
                  </a:cubicBezTo>
                  <a:cubicBezTo>
                    <a:pt x="5094" y="8434"/>
                    <a:pt x="5043" y="8485"/>
                    <a:pt x="5043" y="8550"/>
                  </a:cubicBezTo>
                  <a:lnTo>
                    <a:pt x="5043" y="9027"/>
                  </a:lnTo>
                  <a:lnTo>
                    <a:pt x="4024" y="9027"/>
                  </a:lnTo>
                  <a:lnTo>
                    <a:pt x="4024" y="8550"/>
                  </a:lnTo>
                  <a:cubicBezTo>
                    <a:pt x="4024" y="8485"/>
                    <a:pt x="4024" y="8434"/>
                    <a:pt x="3973" y="8382"/>
                  </a:cubicBezTo>
                  <a:cubicBezTo>
                    <a:pt x="3379" y="8331"/>
                    <a:pt x="2838" y="8060"/>
                    <a:pt x="2412" y="7789"/>
                  </a:cubicBezTo>
                  <a:cubicBezTo>
                    <a:pt x="2386" y="7763"/>
                    <a:pt x="2361" y="7750"/>
                    <a:pt x="2335" y="7750"/>
                  </a:cubicBezTo>
                  <a:cubicBezTo>
                    <a:pt x="2309" y="7750"/>
                    <a:pt x="2283" y="7763"/>
                    <a:pt x="2258" y="7789"/>
                  </a:cubicBezTo>
                  <a:lnTo>
                    <a:pt x="1871" y="8163"/>
                  </a:lnTo>
                  <a:lnTo>
                    <a:pt x="1174" y="7415"/>
                  </a:lnTo>
                  <a:lnTo>
                    <a:pt x="1497" y="7041"/>
                  </a:lnTo>
                  <a:cubicBezTo>
                    <a:pt x="1548" y="7041"/>
                    <a:pt x="1548" y="6938"/>
                    <a:pt x="1548" y="6874"/>
                  </a:cubicBezTo>
                  <a:cubicBezTo>
                    <a:pt x="1174" y="6448"/>
                    <a:pt x="968" y="5855"/>
                    <a:pt x="852" y="5262"/>
                  </a:cubicBezTo>
                  <a:cubicBezTo>
                    <a:pt x="852" y="5210"/>
                    <a:pt x="800" y="5159"/>
                    <a:pt x="749" y="5159"/>
                  </a:cubicBezTo>
                  <a:lnTo>
                    <a:pt x="207" y="5159"/>
                  </a:lnTo>
                  <a:lnTo>
                    <a:pt x="207" y="4140"/>
                  </a:lnTo>
                  <a:lnTo>
                    <a:pt x="749" y="4140"/>
                  </a:lnTo>
                  <a:cubicBezTo>
                    <a:pt x="800" y="4140"/>
                    <a:pt x="852" y="4088"/>
                    <a:pt x="852" y="4037"/>
                  </a:cubicBezTo>
                  <a:cubicBezTo>
                    <a:pt x="968" y="3392"/>
                    <a:pt x="1226" y="2799"/>
                    <a:pt x="1613" y="2309"/>
                  </a:cubicBezTo>
                  <a:cubicBezTo>
                    <a:pt x="1664" y="2257"/>
                    <a:pt x="1664" y="2206"/>
                    <a:pt x="1613" y="2154"/>
                  </a:cubicBezTo>
                  <a:lnTo>
                    <a:pt x="1290" y="1780"/>
                  </a:lnTo>
                  <a:lnTo>
                    <a:pt x="2038" y="1071"/>
                  </a:lnTo>
                  <a:lnTo>
                    <a:pt x="2361" y="1458"/>
                  </a:lnTo>
                  <a:cubicBezTo>
                    <a:pt x="2386" y="1484"/>
                    <a:pt x="2412" y="1497"/>
                    <a:pt x="2438" y="1497"/>
                  </a:cubicBezTo>
                  <a:cubicBezTo>
                    <a:pt x="2464" y="1497"/>
                    <a:pt x="2490" y="1484"/>
                    <a:pt x="2515" y="1458"/>
                  </a:cubicBezTo>
                  <a:cubicBezTo>
                    <a:pt x="2954" y="1187"/>
                    <a:pt x="3483" y="968"/>
                    <a:pt x="4024" y="916"/>
                  </a:cubicBezTo>
                  <a:cubicBezTo>
                    <a:pt x="4076" y="916"/>
                    <a:pt x="4127" y="865"/>
                    <a:pt x="4127" y="813"/>
                  </a:cubicBezTo>
                  <a:lnTo>
                    <a:pt x="4127" y="272"/>
                  </a:lnTo>
                  <a:close/>
                  <a:moveTo>
                    <a:pt x="4024" y="1"/>
                  </a:moveTo>
                  <a:cubicBezTo>
                    <a:pt x="3973" y="1"/>
                    <a:pt x="3921" y="52"/>
                    <a:pt x="3921" y="168"/>
                  </a:cubicBezTo>
                  <a:lnTo>
                    <a:pt x="3921" y="697"/>
                  </a:lnTo>
                  <a:cubicBezTo>
                    <a:pt x="3379" y="749"/>
                    <a:pt x="2902" y="968"/>
                    <a:pt x="2464" y="1239"/>
                  </a:cubicBezTo>
                  <a:lnTo>
                    <a:pt x="2141" y="813"/>
                  </a:lnTo>
                  <a:lnTo>
                    <a:pt x="2038" y="813"/>
                  </a:lnTo>
                  <a:cubicBezTo>
                    <a:pt x="2021" y="792"/>
                    <a:pt x="2010" y="785"/>
                    <a:pt x="2000" y="785"/>
                  </a:cubicBezTo>
                  <a:cubicBezTo>
                    <a:pt x="1981" y="785"/>
                    <a:pt x="1970" y="813"/>
                    <a:pt x="1935" y="813"/>
                  </a:cubicBezTo>
                  <a:lnTo>
                    <a:pt x="1020" y="1664"/>
                  </a:lnTo>
                  <a:cubicBezTo>
                    <a:pt x="968" y="1716"/>
                    <a:pt x="968" y="1780"/>
                    <a:pt x="1020" y="1832"/>
                  </a:cubicBezTo>
                  <a:lnTo>
                    <a:pt x="1394" y="2257"/>
                  </a:lnTo>
                  <a:cubicBezTo>
                    <a:pt x="1020" y="2747"/>
                    <a:pt x="749" y="3276"/>
                    <a:pt x="646" y="3869"/>
                  </a:cubicBezTo>
                  <a:lnTo>
                    <a:pt x="104" y="3869"/>
                  </a:lnTo>
                  <a:cubicBezTo>
                    <a:pt x="53" y="3869"/>
                    <a:pt x="1" y="3921"/>
                    <a:pt x="1" y="4037"/>
                  </a:cubicBezTo>
                  <a:lnTo>
                    <a:pt x="1" y="5262"/>
                  </a:lnTo>
                  <a:lnTo>
                    <a:pt x="1" y="5378"/>
                  </a:lnTo>
                  <a:cubicBezTo>
                    <a:pt x="53" y="5378"/>
                    <a:pt x="53" y="5429"/>
                    <a:pt x="104" y="5429"/>
                  </a:cubicBezTo>
                  <a:lnTo>
                    <a:pt x="646" y="5429"/>
                  </a:lnTo>
                  <a:cubicBezTo>
                    <a:pt x="749" y="5971"/>
                    <a:pt x="968" y="6500"/>
                    <a:pt x="1290" y="6990"/>
                  </a:cubicBezTo>
                  <a:lnTo>
                    <a:pt x="904" y="7364"/>
                  </a:lnTo>
                  <a:cubicBezTo>
                    <a:pt x="852" y="7364"/>
                    <a:pt x="852" y="7415"/>
                    <a:pt x="852" y="7415"/>
                  </a:cubicBezTo>
                  <a:cubicBezTo>
                    <a:pt x="852" y="7467"/>
                    <a:pt x="904" y="7467"/>
                    <a:pt x="904" y="7518"/>
                  </a:cubicBezTo>
                  <a:lnTo>
                    <a:pt x="1819" y="8382"/>
                  </a:lnTo>
                  <a:cubicBezTo>
                    <a:pt x="1819" y="8434"/>
                    <a:pt x="1871" y="8434"/>
                    <a:pt x="1871" y="8434"/>
                  </a:cubicBezTo>
                  <a:cubicBezTo>
                    <a:pt x="1935" y="8434"/>
                    <a:pt x="1987" y="8434"/>
                    <a:pt x="1987" y="8382"/>
                  </a:cubicBezTo>
                  <a:lnTo>
                    <a:pt x="2361" y="8008"/>
                  </a:lnTo>
                  <a:cubicBezTo>
                    <a:pt x="2786" y="8331"/>
                    <a:pt x="3276" y="8550"/>
                    <a:pt x="3805" y="8653"/>
                  </a:cubicBezTo>
                  <a:lnTo>
                    <a:pt x="3805" y="9130"/>
                  </a:lnTo>
                  <a:lnTo>
                    <a:pt x="3805" y="9246"/>
                  </a:lnTo>
                  <a:cubicBezTo>
                    <a:pt x="3869" y="9298"/>
                    <a:pt x="3869" y="9298"/>
                    <a:pt x="3921" y="9298"/>
                  </a:cubicBezTo>
                  <a:lnTo>
                    <a:pt x="5210" y="9298"/>
                  </a:lnTo>
                  <a:cubicBezTo>
                    <a:pt x="5262" y="9298"/>
                    <a:pt x="5314" y="9246"/>
                    <a:pt x="5314" y="9195"/>
                  </a:cubicBezTo>
                  <a:lnTo>
                    <a:pt x="5314" y="8653"/>
                  </a:lnTo>
                  <a:cubicBezTo>
                    <a:pt x="5855" y="8550"/>
                    <a:pt x="6281" y="8382"/>
                    <a:pt x="6706" y="8112"/>
                  </a:cubicBezTo>
                  <a:lnTo>
                    <a:pt x="7093" y="8485"/>
                  </a:lnTo>
                  <a:cubicBezTo>
                    <a:pt x="7119" y="8518"/>
                    <a:pt x="7145" y="8534"/>
                    <a:pt x="7170" y="8534"/>
                  </a:cubicBezTo>
                  <a:cubicBezTo>
                    <a:pt x="7196" y="8534"/>
                    <a:pt x="7222" y="8518"/>
                    <a:pt x="7248" y="8485"/>
                  </a:cubicBezTo>
                  <a:lnTo>
                    <a:pt x="8215" y="7634"/>
                  </a:lnTo>
                  <a:lnTo>
                    <a:pt x="8215" y="7583"/>
                  </a:lnTo>
                  <a:lnTo>
                    <a:pt x="8215" y="7467"/>
                  </a:lnTo>
                  <a:lnTo>
                    <a:pt x="7841" y="7093"/>
                  </a:lnTo>
                  <a:cubicBezTo>
                    <a:pt x="8215" y="6616"/>
                    <a:pt x="8486" y="6023"/>
                    <a:pt x="8589" y="5429"/>
                  </a:cubicBezTo>
                  <a:lnTo>
                    <a:pt x="9130" y="5429"/>
                  </a:lnTo>
                  <a:cubicBezTo>
                    <a:pt x="9130" y="5429"/>
                    <a:pt x="9182" y="5429"/>
                    <a:pt x="9182" y="5378"/>
                  </a:cubicBezTo>
                  <a:cubicBezTo>
                    <a:pt x="9234" y="5378"/>
                    <a:pt x="9234" y="5326"/>
                    <a:pt x="9234" y="5326"/>
                  </a:cubicBezTo>
                  <a:lnTo>
                    <a:pt x="9234" y="4037"/>
                  </a:lnTo>
                  <a:cubicBezTo>
                    <a:pt x="9234" y="4037"/>
                    <a:pt x="9234" y="3972"/>
                    <a:pt x="9182" y="3972"/>
                  </a:cubicBezTo>
                  <a:cubicBezTo>
                    <a:pt x="9182" y="3921"/>
                    <a:pt x="9130" y="3921"/>
                    <a:pt x="9130" y="3921"/>
                  </a:cubicBezTo>
                  <a:lnTo>
                    <a:pt x="8589" y="3921"/>
                  </a:lnTo>
                  <a:cubicBezTo>
                    <a:pt x="8486" y="3328"/>
                    <a:pt x="8266" y="2799"/>
                    <a:pt x="7944" y="2361"/>
                  </a:cubicBezTo>
                  <a:lnTo>
                    <a:pt x="8318" y="1987"/>
                  </a:lnTo>
                  <a:cubicBezTo>
                    <a:pt x="8382" y="1935"/>
                    <a:pt x="8382" y="1832"/>
                    <a:pt x="8318" y="1832"/>
                  </a:cubicBezTo>
                  <a:lnTo>
                    <a:pt x="7415" y="916"/>
                  </a:lnTo>
                  <a:cubicBezTo>
                    <a:pt x="7383" y="891"/>
                    <a:pt x="7354" y="878"/>
                    <a:pt x="7327" y="878"/>
                  </a:cubicBezTo>
                  <a:cubicBezTo>
                    <a:pt x="7299" y="878"/>
                    <a:pt x="7274" y="891"/>
                    <a:pt x="7248" y="916"/>
                  </a:cubicBezTo>
                  <a:lnTo>
                    <a:pt x="6874" y="1290"/>
                  </a:lnTo>
                  <a:cubicBezTo>
                    <a:pt x="6448" y="1019"/>
                    <a:pt x="5958" y="813"/>
                    <a:pt x="5417" y="697"/>
                  </a:cubicBezTo>
                  <a:lnTo>
                    <a:pt x="5417" y="168"/>
                  </a:lnTo>
                  <a:cubicBezTo>
                    <a:pt x="5417" y="104"/>
                    <a:pt x="5365" y="52"/>
                    <a:pt x="5314" y="52"/>
                  </a:cubicBezTo>
                  <a:lnTo>
                    <a:pt x="402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10;p32">
              <a:extLst>
                <a:ext uri="{FF2B5EF4-FFF2-40B4-BE49-F238E27FC236}">
                  <a16:creationId xmlns:a16="http://schemas.microsoft.com/office/drawing/2014/main" id="{96CA86A2-2880-BCD4-3065-38AE43EF58FB}"/>
                </a:ext>
              </a:extLst>
            </p:cNvPr>
            <p:cNvSpPr/>
            <p:nvPr/>
          </p:nvSpPr>
          <p:spPr>
            <a:xfrm>
              <a:off x="3238425" y="4772825"/>
              <a:ext cx="125100" cy="124775"/>
            </a:xfrm>
            <a:custGeom>
              <a:avLst/>
              <a:gdLst/>
              <a:ahLst/>
              <a:cxnLst/>
              <a:rect l="l" t="t" r="r" b="b"/>
              <a:pathLst>
                <a:path w="5004" h="4991" extrusionOk="0">
                  <a:moveTo>
                    <a:pt x="2528" y="271"/>
                  </a:moveTo>
                  <a:cubicBezTo>
                    <a:pt x="3121" y="271"/>
                    <a:pt x="3715" y="477"/>
                    <a:pt x="4088" y="916"/>
                  </a:cubicBezTo>
                  <a:cubicBezTo>
                    <a:pt x="4514" y="1341"/>
                    <a:pt x="4785" y="1883"/>
                    <a:pt x="4785" y="2528"/>
                  </a:cubicBezTo>
                  <a:cubicBezTo>
                    <a:pt x="4785" y="3108"/>
                    <a:pt x="4514" y="3701"/>
                    <a:pt x="4088" y="4075"/>
                  </a:cubicBezTo>
                  <a:cubicBezTo>
                    <a:pt x="3715" y="4513"/>
                    <a:pt x="3121" y="4784"/>
                    <a:pt x="2528" y="4784"/>
                  </a:cubicBezTo>
                  <a:cubicBezTo>
                    <a:pt x="1884" y="4784"/>
                    <a:pt x="1342" y="4513"/>
                    <a:pt x="916" y="4075"/>
                  </a:cubicBezTo>
                  <a:cubicBezTo>
                    <a:pt x="542" y="3701"/>
                    <a:pt x="272" y="3108"/>
                    <a:pt x="272" y="2528"/>
                  </a:cubicBezTo>
                  <a:cubicBezTo>
                    <a:pt x="272" y="1883"/>
                    <a:pt x="542" y="1341"/>
                    <a:pt x="916" y="916"/>
                  </a:cubicBezTo>
                  <a:cubicBezTo>
                    <a:pt x="1342" y="477"/>
                    <a:pt x="1884" y="271"/>
                    <a:pt x="2528" y="271"/>
                  </a:cubicBezTo>
                  <a:close/>
                  <a:moveTo>
                    <a:pt x="2528" y="0"/>
                  </a:moveTo>
                  <a:cubicBezTo>
                    <a:pt x="1136" y="0"/>
                    <a:pt x="1" y="1122"/>
                    <a:pt x="1" y="2528"/>
                  </a:cubicBezTo>
                  <a:cubicBezTo>
                    <a:pt x="1" y="3869"/>
                    <a:pt x="1136" y="4990"/>
                    <a:pt x="2528" y="4990"/>
                  </a:cubicBezTo>
                  <a:cubicBezTo>
                    <a:pt x="3921" y="4990"/>
                    <a:pt x="5004" y="3869"/>
                    <a:pt x="5004" y="2528"/>
                  </a:cubicBezTo>
                  <a:cubicBezTo>
                    <a:pt x="5004" y="1122"/>
                    <a:pt x="3921" y="0"/>
                    <a:pt x="252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11;p32">
              <a:extLst>
                <a:ext uri="{FF2B5EF4-FFF2-40B4-BE49-F238E27FC236}">
                  <a16:creationId xmlns:a16="http://schemas.microsoft.com/office/drawing/2014/main" id="{E3EA301D-1661-6720-702B-1382B1948475}"/>
                </a:ext>
              </a:extLst>
            </p:cNvPr>
            <p:cNvSpPr/>
            <p:nvPr/>
          </p:nvSpPr>
          <p:spPr>
            <a:xfrm>
              <a:off x="3227800" y="4607450"/>
              <a:ext cx="53525" cy="52575"/>
            </a:xfrm>
            <a:custGeom>
              <a:avLst/>
              <a:gdLst/>
              <a:ahLst/>
              <a:cxnLst/>
              <a:rect l="l" t="t" r="r" b="b"/>
              <a:pathLst>
                <a:path w="2141" h="2103" extrusionOk="0">
                  <a:moveTo>
                    <a:pt x="0" y="0"/>
                  </a:moveTo>
                  <a:lnTo>
                    <a:pt x="748" y="2102"/>
                  </a:lnTo>
                  <a:lnTo>
                    <a:pt x="2141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12;p32">
              <a:extLst>
                <a:ext uri="{FF2B5EF4-FFF2-40B4-BE49-F238E27FC236}">
                  <a16:creationId xmlns:a16="http://schemas.microsoft.com/office/drawing/2014/main" id="{6C56EBB8-C7B6-D565-A645-5DCB94D78609}"/>
                </a:ext>
              </a:extLst>
            </p:cNvPr>
            <p:cNvSpPr/>
            <p:nvPr/>
          </p:nvSpPr>
          <p:spPr>
            <a:xfrm>
              <a:off x="3219750" y="4599375"/>
              <a:ext cx="71250" cy="69275"/>
            </a:xfrm>
            <a:custGeom>
              <a:avLst/>
              <a:gdLst/>
              <a:ahLst/>
              <a:cxnLst/>
              <a:rect l="l" t="t" r="r" b="b"/>
              <a:pathLst>
                <a:path w="2850" h="2771" extrusionOk="0">
                  <a:moveTo>
                    <a:pt x="322" y="323"/>
                  </a:moveTo>
                  <a:lnTo>
                    <a:pt x="2463" y="813"/>
                  </a:lnTo>
                  <a:lnTo>
                    <a:pt x="1070" y="2425"/>
                  </a:lnTo>
                  <a:lnTo>
                    <a:pt x="322" y="323"/>
                  </a:lnTo>
                  <a:close/>
                  <a:moveTo>
                    <a:pt x="155" y="1"/>
                  </a:moveTo>
                  <a:cubicBezTo>
                    <a:pt x="155" y="1"/>
                    <a:pt x="103" y="1"/>
                    <a:pt x="52" y="53"/>
                  </a:cubicBezTo>
                  <a:cubicBezTo>
                    <a:pt x="52" y="117"/>
                    <a:pt x="0" y="169"/>
                    <a:pt x="52" y="169"/>
                  </a:cubicBezTo>
                  <a:lnTo>
                    <a:pt x="916" y="2696"/>
                  </a:lnTo>
                  <a:cubicBezTo>
                    <a:pt x="916" y="2747"/>
                    <a:pt x="967" y="2747"/>
                    <a:pt x="967" y="2747"/>
                  </a:cubicBezTo>
                  <a:cubicBezTo>
                    <a:pt x="984" y="2765"/>
                    <a:pt x="1001" y="2770"/>
                    <a:pt x="1019" y="2770"/>
                  </a:cubicBezTo>
                  <a:cubicBezTo>
                    <a:pt x="1053" y="2770"/>
                    <a:pt x="1087" y="2747"/>
                    <a:pt x="1122" y="2747"/>
                  </a:cubicBezTo>
                  <a:lnTo>
                    <a:pt x="2785" y="813"/>
                  </a:lnTo>
                  <a:cubicBezTo>
                    <a:pt x="2785" y="762"/>
                    <a:pt x="2850" y="697"/>
                    <a:pt x="2785" y="697"/>
                  </a:cubicBezTo>
                  <a:cubicBezTo>
                    <a:pt x="2785" y="646"/>
                    <a:pt x="2785" y="594"/>
                    <a:pt x="2734" y="594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3;p32">
              <a:extLst>
                <a:ext uri="{FF2B5EF4-FFF2-40B4-BE49-F238E27FC236}">
                  <a16:creationId xmlns:a16="http://schemas.microsoft.com/office/drawing/2014/main" id="{3BBD05F6-B26D-A2EA-DC0D-7EF242D96199}"/>
                </a:ext>
              </a:extLst>
            </p:cNvPr>
            <p:cNvSpPr/>
            <p:nvPr/>
          </p:nvSpPr>
          <p:spPr>
            <a:xfrm>
              <a:off x="3634625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68" y="0"/>
                    <a:pt x="0" y="103"/>
                    <a:pt x="0" y="271"/>
                  </a:cubicBezTo>
                  <a:cubicBezTo>
                    <a:pt x="0" y="426"/>
                    <a:pt x="168" y="593"/>
                    <a:pt x="323" y="593"/>
                  </a:cubicBezTo>
                  <a:cubicBezTo>
                    <a:pt x="490" y="593"/>
                    <a:pt x="594" y="426"/>
                    <a:pt x="594" y="271"/>
                  </a:cubicBezTo>
                  <a:cubicBezTo>
                    <a:pt x="594" y="103"/>
                    <a:pt x="490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4;p32">
              <a:extLst>
                <a:ext uri="{FF2B5EF4-FFF2-40B4-BE49-F238E27FC236}">
                  <a16:creationId xmlns:a16="http://schemas.microsoft.com/office/drawing/2014/main" id="{DE7665D2-09B4-2428-6C9E-02680E1BFB71}"/>
                </a:ext>
              </a:extLst>
            </p:cNvPr>
            <p:cNvSpPr/>
            <p:nvPr/>
          </p:nvSpPr>
          <p:spPr>
            <a:xfrm>
              <a:off x="3625275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1780" y="169"/>
                  </a:moveTo>
                  <a:cubicBezTo>
                    <a:pt x="2038" y="169"/>
                    <a:pt x="2257" y="375"/>
                    <a:pt x="2257" y="646"/>
                  </a:cubicBezTo>
                  <a:cubicBezTo>
                    <a:pt x="2257" y="916"/>
                    <a:pt x="2038" y="1136"/>
                    <a:pt x="1780" y="1136"/>
                  </a:cubicBezTo>
                  <a:cubicBezTo>
                    <a:pt x="1509" y="1136"/>
                    <a:pt x="1290" y="916"/>
                    <a:pt x="1290" y="646"/>
                  </a:cubicBezTo>
                  <a:cubicBezTo>
                    <a:pt x="1290" y="375"/>
                    <a:pt x="1509" y="169"/>
                    <a:pt x="1780" y="169"/>
                  </a:cubicBezTo>
                  <a:close/>
                  <a:moveTo>
                    <a:pt x="697" y="1239"/>
                  </a:moveTo>
                  <a:cubicBezTo>
                    <a:pt x="968" y="1239"/>
                    <a:pt x="1187" y="1458"/>
                    <a:pt x="1187" y="1729"/>
                  </a:cubicBezTo>
                  <a:cubicBezTo>
                    <a:pt x="1187" y="1987"/>
                    <a:pt x="968" y="2206"/>
                    <a:pt x="697" y="2206"/>
                  </a:cubicBezTo>
                  <a:cubicBezTo>
                    <a:pt x="426" y="2206"/>
                    <a:pt x="220" y="1987"/>
                    <a:pt x="220" y="1729"/>
                  </a:cubicBezTo>
                  <a:cubicBezTo>
                    <a:pt x="220" y="1458"/>
                    <a:pt x="426" y="1239"/>
                    <a:pt x="697" y="1239"/>
                  </a:cubicBezTo>
                  <a:close/>
                  <a:moveTo>
                    <a:pt x="2850" y="1239"/>
                  </a:moveTo>
                  <a:cubicBezTo>
                    <a:pt x="3121" y="1239"/>
                    <a:pt x="3327" y="1458"/>
                    <a:pt x="3327" y="1729"/>
                  </a:cubicBezTo>
                  <a:cubicBezTo>
                    <a:pt x="3327" y="1987"/>
                    <a:pt x="3121" y="2206"/>
                    <a:pt x="2850" y="2206"/>
                  </a:cubicBezTo>
                  <a:cubicBezTo>
                    <a:pt x="2579" y="2206"/>
                    <a:pt x="2360" y="1987"/>
                    <a:pt x="2360" y="1729"/>
                  </a:cubicBezTo>
                  <a:cubicBezTo>
                    <a:pt x="2360" y="1458"/>
                    <a:pt x="2579" y="1239"/>
                    <a:pt x="2850" y="1239"/>
                  </a:cubicBezTo>
                  <a:close/>
                  <a:moveTo>
                    <a:pt x="1780" y="2309"/>
                  </a:moveTo>
                  <a:cubicBezTo>
                    <a:pt x="2038" y="2309"/>
                    <a:pt x="2257" y="2528"/>
                    <a:pt x="2257" y="2799"/>
                  </a:cubicBezTo>
                  <a:cubicBezTo>
                    <a:pt x="2257" y="3070"/>
                    <a:pt x="2038" y="3276"/>
                    <a:pt x="1780" y="3276"/>
                  </a:cubicBezTo>
                  <a:cubicBezTo>
                    <a:pt x="1509" y="3276"/>
                    <a:pt x="1290" y="3070"/>
                    <a:pt x="1290" y="2799"/>
                  </a:cubicBezTo>
                  <a:cubicBezTo>
                    <a:pt x="1290" y="2528"/>
                    <a:pt x="1509" y="2309"/>
                    <a:pt x="1780" y="2309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82" y="3341"/>
                    <a:pt x="3005" y="3018"/>
                  </a:cubicBezTo>
                  <a:cubicBezTo>
                    <a:pt x="3327" y="2696"/>
                    <a:pt x="3546" y="2258"/>
                    <a:pt x="3546" y="1780"/>
                  </a:cubicBezTo>
                  <a:cubicBezTo>
                    <a:pt x="3546" y="1290"/>
                    <a:pt x="3327" y="813"/>
                    <a:pt x="3005" y="491"/>
                  </a:cubicBezTo>
                  <a:cubicBezTo>
                    <a:pt x="2682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5;p32">
              <a:extLst>
                <a:ext uri="{FF2B5EF4-FFF2-40B4-BE49-F238E27FC236}">
                  <a16:creationId xmlns:a16="http://schemas.microsoft.com/office/drawing/2014/main" id="{0B2F5A5A-7F5C-CE99-F981-1AD15E69E7CF}"/>
                </a:ext>
              </a:extLst>
            </p:cNvPr>
            <p:cNvSpPr/>
            <p:nvPr/>
          </p:nvSpPr>
          <p:spPr>
            <a:xfrm>
              <a:off x="3661700" y="4278300"/>
              <a:ext cx="14525" cy="14875"/>
            </a:xfrm>
            <a:custGeom>
              <a:avLst/>
              <a:gdLst/>
              <a:ahLst/>
              <a:cxnLst/>
              <a:rect l="l" t="t" r="r" b="b"/>
              <a:pathLst>
                <a:path w="581" h="595" extrusionOk="0">
                  <a:moveTo>
                    <a:pt x="323" y="1"/>
                  </a:moveTo>
                  <a:cubicBezTo>
                    <a:pt x="155" y="1"/>
                    <a:pt x="0" y="117"/>
                    <a:pt x="0" y="272"/>
                  </a:cubicBezTo>
                  <a:cubicBezTo>
                    <a:pt x="0" y="439"/>
                    <a:pt x="155" y="594"/>
                    <a:pt x="323" y="594"/>
                  </a:cubicBezTo>
                  <a:cubicBezTo>
                    <a:pt x="478" y="594"/>
                    <a:pt x="581" y="439"/>
                    <a:pt x="581" y="272"/>
                  </a:cubicBezTo>
                  <a:cubicBezTo>
                    <a:pt x="581" y="117"/>
                    <a:pt x="478" y="1"/>
                    <a:pt x="323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6;p32">
              <a:extLst>
                <a:ext uri="{FF2B5EF4-FFF2-40B4-BE49-F238E27FC236}">
                  <a16:creationId xmlns:a16="http://schemas.microsoft.com/office/drawing/2014/main" id="{39B9412D-4E82-0579-238B-CE1CF1641D77}"/>
                </a:ext>
              </a:extLst>
            </p:cNvPr>
            <p:cNvSpPr/>
            <p:nvPr/>
          </p:nvSpPr>
          <p:spPr>
            <a:xfrm>
              <a:off x="3661700" y="4332150"/>
              <a:ext cx="14525" cy="14850"/>
            </a:xfrm>
            <a:custGeom>
              <a:avLst/>
              <a:gdLst/>
              <a:ahLst/>
              <a:cxnLst/>
              <a:rect l="l" t="t" r="r" b="b"/>
              <a:pathLst>
                <a:path w="581" h="594" extrusionOk="0">
                  <a:moveTo>
                    <a:pt x="323" y="0"/>
                  </a:moveTo>
                  <a:cubicBezTo>
                    <a:pt x="155" y="0"/>
                    <a:pt x="0" y="103"/>
                    <a:pt x="0" y="271"/>
                  </a:cubicBezTo>
                  <a:cubicBezTo>
                    <a:pt x="0" y="426"/>
                    <a:pt x="155" y="593"/>
                    <a:pt x="323" y="593"/>
                  </a:cubicBezTo>
                  <a:cubicBezTo>
                    <a:pt x="478" y="593"/>
                    <a:pt x="581" y="426"/>
                    <a:pt x="581" y="271"/>
                  </a:cubicBezTo>
                  <a:cubicBezTo>
                    <a:pt x="581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7;p32">
              <a:extLst>
                <a:ext uri="{FF2B5EF4-FFF2-40B4-BE49-F238E27FC236}">
                  <a16:creationId xmlns:a16="http://schemas.microsoft.com/office/drawing/2014/main" id="{7592AB09-83B9-0D51-1201-EB9028B7B5A3}"/>
                </a:ext>
              </a:extLst>
            </p:cNvPr>
            <p:cNvSpPr/>
            <p:nvPr/>
          </p:nvSpPr>
          <p:spPr>
            <a:xfrm>
              <a:off x="3554025" y="4310550"/>
              <a:ext cx="12275" cy="6800"/>
            </a:xfrm>
            <a:custGeom>
              <a:avLst/>
              <a:gdLst/>
              <a:ahLst/>
              <a:cxnLst/>
              <a:rect l="l" t="t" r="r" b="b"/>
              <a:pathLst>
                <a:path w="491" h="272" extrusionOk="0">
                  <a:moveTo>
                    <a:pt x="1" y="0"/>
                  </a:moveTo>
                  <a:lnTo>
                    <a:pt x="1" y="271"/>
                  </a:lnTo>
                  <a:lnTo>
                    <a:pt x="491" y="271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8;p32">
              <a:extLst>
                <a:ext uri="{FF2B5EF4-FFF2-40B4-BE49-F238E27FC236}">
                  <a16:creationId xmlns:a16="http://schemas.microsoft.com/office/drawing/2014/main" id="{F2610572-C7AE-85C2-9A3A-64E1C9EDB2E0}"/>
                </a:ext>
              </a:extLst>
            </p:cNvPr>
            <p:cNvSpPr/>
            <p:nvPr/>
          </p:nvSpPr>
          <p:spPr>
            <a:xfrm>
              <a:off x="3462800" y="4287975"/>
              <a:ext cx="50950" cy="50975"/>
            </a:xfrm>
            <a:custGeom>
              <a:avLst/>
              <a:gdLst/>
              <a:ahLst/>
              <a:cxnLst/>
              <a:rect l="l" t="t" r="r" b="b"/>
              <a:pathLst>
                <a:path w="2038" h="2039" extrusionOk="0">
                  <a:moveTo>
                    <a:pt x="800" y="1"/>
                  </a:moveTo>
                  <a:cubicBezTo>
                    <a:pt x="748" y="1"/>
                    <a:pt x="697" y="52"/>
                    <a:pt x="697" y="104"/>
                  </a:cubicBezTo>
                  <a:lnTo>
                    <a:pt x="697" y="581"/>
                  </a:lnTo>
                  <a:lnTo>
                    <a:pt x="645" y="645"/>
                  </a:lnTo>
                  <a:cubicBezTo>
                    <a:pt x="645" y="697"/>
                    <a:pt x="594" y="697"/>
                    <a:pt x="594" y="697"/>
                  </a:cubicBezTo>
                  <a:lnTo>
                    <a:pt x="104" y="697"/>
                  </a:lnTo>
                  <a:cubicBezTo>
                    <a:pt x="52" y="697"/>
                    <a:pt x="1" y="749"/>
                    <a:pt x="1" y="800"/>
                  </a:cubicBezTo>
                  <a:lnTo>
                    <a:pt x="1" y="1226"/>
                  </a:lnTo>
                  <a:cubicBezTo>
                    <a:pt x="1" y="1290"/>
                    <a:pt x="52" y="1342"/>
                    <a:pt x="104" y="1342"/>
                  </a:cubicBezTo>
                  <a:lnTo>
                    <a:pt x="594" y="1342"/>
                  </a:lnTo>
                  <a:cubicBezTo>
                    <a:pt x="594" y="1342"/>
                    <a:pt x="645" y="1342"/>
                    <a:pt x="645" y="1393"/>
                  </a:cubicBezTo>
                  <a:lnTo>
                    <a:pt x="697" y="1445"/>
                  </a:lnTo>
                  <a:lnTo>
                    <a:pt x="697" y="1935"/>
                  </a:lnTo>
                  <a:cubicBezTo>
                    <a:pt x="697" y="1987"/>
                    <a:pt x="748" y="2038"/>
                    <a:pt x="800" y="2038"/>
                  </a:cubicBezTo>
                  <a:lnTo>
                    <a:pt x="1238" y="2038"/>
                  </a:lnTo>
                  <a:cubicBezTo>
                    <a:pt x="1290" y="2038"/>
                    <a:pt x="1342" y="1987"/>
                    <a:pt x="1342" y="1935"/>
                  </a:cubicBezTo>
                  <a:lnTo>
                    <a:pt x="1342" y="1445"/>
                  </a:lnTo>
                  <a:cubicBezTo>
                    <a:pt x="1342" y="1445"/>
                    <a:pt x="1342" y="1393"/>
                    <a:pt x="1393" y="1393"/>
                  </a:cubicBezTo>
                  <a:cubicBezTo>
                    <a:pt x="1393" y="1342"/>
                    <a:pt x="1445" y="1342"/>
                    <a:pt x="1445" y="1342"/>
                  </a:cubicBezTo>
                  <a:lnTo>
                    <a:pt x="1935" y="1342"/>
                  </a:lnTo>
                  <a:cubicBezTo>
                    <a:pt x="1986" y="1342"/>
                    <a:pt x="2038" y="1290"/>
                    <a:pt x="2038" y="1226"/>
                  </a:cubicBezTo>
                  <a:lnTo>
                    <a:pt x="2038" y="800"/>
                  </a:lnTo>
                  <a:cubicBezTo>
                    <a:pt x="2038" y="749"/>
                    <a:pt x="1986" y="697"/>
                    <a:pt x="1935" y="697"/>
                  </a:cubicBezTo>
                  <a:lnTo>
                    <a:pt x="1445" y="697"/>
                  </a:lnTo>
                  <a:cubicBezTo>
                    <a:pt x="1445" y="697"/>
                    <a:pt x="1393" y="697"/>
                    <a:pt x="1393" y="645"/>
                  </a:cubicBezTo>
                  <a:cubicBezTo>
                    <a:pt x="1342" y="645"/>
                    <a:pt x="1342" y="581"/>
                    <a:pt x="1342" y="581"/>
                  </a:cubicBezTo>
                  <a:lnTo>
                    <a:pt x="1342" y="104"/>
                  </a:lnTo>
                  <a:cubicBezTo>
                    <a:pt x="1342" y="52"/>
                    <a:pt x="1290" y="1"/>
                    <a:pt x="1238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9;p32">
              <a:extLst>
                <a:ext uri="{FF2B5EF4-FFF2-40B4-BE49-F238E27FC236}">
                  <a16:creationId xmlns:a16="http://schemas.microsoft.com/office/drawing/2014/main" id="{CB47B3D9-E192-E201-72B0-7CC63445CA96}"/>
                </a:ext>
              </a:extLst>
            </p:cNvPr>
            <p:cNvSpPr/>
            <p:nvPr/>
          </p:nvSpPr>
          <p:spPr>
            <a:xfrm>
              <a:off x="3556925" y="4258325"/>
              <a:ext cx="41625" cy="10650"/>
            </a:xfrm>
            <a:custGeom>
              <a:avLst/>
              <a:gdLst/>
              <a:ahLst/>
              <a:cxnLst/>
              <a:rect l="l" t="t" r="r" b="b"/>
              <a:pathLst>
                <a:path w="1665" h="426" extrusionOk="0">
                  <a:moveTo>
                    <a:pt x="1" y="0"/>
                  </a:moveTo>
                  <a:lnTo>
                    <a:pt x="1" y="426"/>
                  </a:lnTo>
                  <a:lnTo>
                    <a:pt x="1664" y="42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20;p32">
              <a:extLst>
                <a:ext uri="{FF2B5EF4-FFF2-40B4-BE49-F238E27FC236}">
                  <a16:creationId xmlns:a16="http://schemas.microsoft.com/office/drawing/2014/main" id="{2F6B71F9-2267-B3AA-A495-FD4D4F3D5089}"/>
                </a:ext>
              </a:extLst>
            </p:cNvPr>
            <p:cNvSpPr/>
            <p:nvPr/>
          </p:nvSpPr>
          <p:spPr>
            <a:xfrm>
              <a:off x="3688450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55" y="0"/>
                    <a:pt x="1" y="103"/>
                    <a:pt x="1" y="271"/>
                  </a:cubicBezTo>
                  <a:cubicBezTo>
                    <a:pt x="1" y="426"/>
                    <a:pt x="155" y="593"/>
                    <a:pt x="323" y="593"/>
                  </a:cubicBezTo>
                  <a:cubicBezTo>
                    <a:pt x="478" y="593"/>
                    <a:pt x="594" y="426"/>
                    <a:pt x="594" y="271"/>
                  </a:cubicBezTo>
                  <a:cubicBezTo>
                    <a:pt x="594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21;p32">
              <a:extLst>
                <a:ext uri="{FF2B5EF4-FFF2-40B4-BE49-F238E27FC236}">
                  <a16:creationId xmlns:a16="http://schemas.microsoft.com/office/drawing/2014/main" id="{3F5B430F-D10F-0285-5BCC-E9C527D4EF8D}"/>
                </a:ext>
              </a:extLst>
            </p:cNvPr>
            <p:cNvSpPr/>
            <p:nvPr/>
          </p:nvSpPr>
          <p:spPr>
            <a:xfrm>
              <a:off x="3589175" y="4310550"/>
              <a:ext cx="13225" cy="6800"/>
            </a:xfrm>
            <a:custGeom>
              <a:avLst/>
              <a:gdLst/>
              <a:ahLst/>
              <a:cxnLst/>
              <a:rect l="l" t="t" r="r" b="b"/>
              <a:pathLst>
                <a:path w="529" h="272" extrusionOk="0">
                  <a:moveTo>
                    <a:pt x="0" y="0"/>
                  </a:moveTo>
                  <a:lnTo>
                    <a:pt x="0" y="271"/>
                  </a:lnTo>
                  <a:lnTo>
                    <a:pt x="529" y="271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22;p32">
              <a:extLst>
                <a:ext uri="{FF2B5EF4-FFF2-40B4-BE49-F238E27FC236}">
                  <a16:creationId xmlns:a16="http://schemas.microsoft.com/office/drawing/2014/main" id="{3393326A-B00D-766B-0F5E-FA807B6CBD7C}"/>
                </a:ext>
              </a:extLst>
            </p:cNvPr>
            <p:cNvSpPr/>
            <p:nvPr/>
          </p:nvSpPr>
          <p:spPr>
            <a:xfrm>
              <a:off x="3414450" y="4402100"/>
              <a:ext cx="5500" cy="18725"/>
            </a:xfrm>
            <a:custGeom>
              <a:avLst/>
              <a:gdLst/>
              <a:ahLst/>
              <a:cxnLst/>
              <a:rect l="l" t="t" r="r" b="b"/>
              <a:pathLst>
                <a:path w="220" h="749" extrusionOk="0">
                  <a:moveTo>
                    <a:pt x="104" y="0"/>
                  </a:moveTo>
                  <a:lnTo>
                    <a:pt x="104" y="52"/>
                  </a:lnTo>
                  <a:cubicBezTo>
                    <a:pt x="52" y="52"/>
                    <a:pt x="52" y="104"/>
                    <a:pt x="52" y="155"/>
                  </a:cubicBezTo>
                  <a:cubicBezTo>
                    <a:pt x="52" y="207"/>
                    <a:pt x="0" y="271"/>
                    <a:pt x="0" y="271"/>
                  </a:cubicBezTo>
                  <a:lnTo>
                    <a:pt x="0" y="374"/>
                  </a:lnTo>
                  <a:lnTo>
                    <a:pt x="0" y="529"/>
                  </a:lnTo>
                  <a:lnTo>
                    <a:pt x="0" y="748"/>
                  </a:lnTo>
                  <a:lnTo>
                    <a:pt x="52" y="748"/>
                  </a:lnTo>
                  <a:lnTo>
                    <a:pt x="104" y="697"/>
                  </a:lnTo>
                  <a:cubicBezTo>
                    <a:pt x="155" y="594"/>
                    <a:pt x="155" y="529"/>
                    <a:pt x="220" y="426"/>
                  </a:cubicBezTo>
                  <a:lnTo>
                    <a:pt x="220" y="155"/>
                  </a:lnTo>
                  <a:lnTo>
                    <a:pt x="220" y="52"/>
                  </a:lnTo>
                  <a:cubicBezTo>
                    <a:pt x="220" y="0"/>
                    <a:pt x="220" y="0"/>
                    <a:pt x="155" y="0"/>
                  </a:cubicBez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3;p32">
              <a:extLst>
                <a:ext uri="{FF2B5EF4-FFF2-40B4-BE49-F238E27FC236}">
                  <a16:creationId xmlns:a16="http://schemas.microsoft.com/office/drawing/2014/main" id="{D8E71132-474E-A39B-78B1-28998C2AD3C0}"/>
                </a:ext>
              </a:extLst>
            </p:cNvPr>
            <p:cNvSpPr/>
            <p:nvPr/>
          </p:nvSpPr>
          <p:spPr>
            <a:xfrm>
              <a:off x="3442500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2050" y="543"/>
                  </a:moveTo>
                  <a:cubicBezTo>
                    <a:pt x="2205" y="543"/>
                    <a:pt x="2373" y="697"/>
                    <a:pt x="2373" y="865"/>
                  </a:cubicBezTo>
                  <a:lnTo>
                    <a:pt x="2373" y="1239"/>
                  </a:lnTo>
                  <a:lnTo>
                    <a:pt x="2747" y="1239"/>
                  </a:lnTo>
                  <a:cubicBezTo>
                    <a:pt x="2901" y="1239"/>
                    <a:pt x="3069" y="1406"/>
                    <a:pt x="3069" y="1561"/>
                  </a:cubicBezTo>
                  <a:lnTo>
                    <a:pt x="3069" y="1987"/>
                  </a:lnTo>
                  <a:cubicBezTo>
                    <a:pt x="3069" y="2154"/>
                    <a:pt x="2901" y="2309"/>
                    <a:pt x="2747" y="2309"/>
                  </a:cubicBezTo>
                  <a:lnTo>
                    <a:pt x="2373" y="2309"/>
                  </a:lnTo>
                  <a:lnTo>
                    <a:pt x="2373" y="2696"/>
                  </a:lnTo>
                  <a:cubicBezTo>
                    <a:pt x="2373" y="2851"/>
                    <a:pt x="2205" y="3018"/>
                    <a:pt x="2050" y="3018"/>
                  </a:cubicBezTo>
                  <a:lnTo>
                    <a:pt x="1612" y="3018"/>
                  </a:lnTo>
                  <a:cubicBezTo>
                    <a:pt x="1457" y="3018"/>
                    <a:pt x="1290" y="2851"/>
                    <a:pt x="1290" y="2696"/>
                  </a:cubicBezTo>
                  <a:lnTo>
                    <a:pt x="1290" y="2309"/>
                  </a:lnTo>
                  <a:lnTo>
                    <a:pt x="916" y="2309"/>
                  </a:lnTo>
                  <a:cubicBezTo>
                    <a:pt x="761" y="2309"/>
                    <a:pt x="593" y="2154"/>
                    <a:pt x="593" y="1987"/>
                  </a:cubicBezTo>
                  <a:lnTo>
                    <a:pt x="593" y="1561"/>
                  </a:lnTo>
                  <a:cubicBezTo>
                    <a:pt x="593" y="1406"/>
                    <a:pt x="761" y="1239"/>
                    <a:pt x="916" y="1239"/>
                  </a:cubicBezTo>
                  <a:lnTo>
                    <a:pt x="1290" y="1239"/>
                  </a:lnTo>
                  <a:lnTo>
                    <a:pt x="1290" y="865"/>
                  </a:lnTo>
                  <a:cubicBezTo>
                    <a:pt x="1290" y="697"/>
                    <a:pt x="1457" y="543"/>
                    <a:pt x="1612" y="543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95" y="3341"/>
                    <a:pt x="3018" y="3018"/>
                  </a:cubicBezTo>
                  <a:cubicBezTo>
                    <a:pt x="3340" y="2696"/>
                    <a:pt x="3546" y="2258"/>
                    <a:pt x="3546" y="1780"/>
                  </a:cubicBezTo>
                  <a:cubicBezTo>
                    <a:pt x="3546" y="1290"/>
                    <a:pt x="3340" y="813"/>
                    <a:pt x="3018" y="491"/>
                  </a:cubicBezTo>
                  <a:cubicBezTo>
                    <a:pt x="2695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4;p32">
              <a:extLst>
                <a:ext uri="{FF2B5EF4-FFF2-40B4-BE49-F238E27FC236}">
                  <a16:creationId xmlns:a16="http://schemas.microsoft.com/office/drawing/2014/main" id="{DF5B0E1F-CCB9-FF28-BB94-915D70F987E3}"/>
                </a:ext>
              </a:extLst>
            </p:cNvPr>
            <p:cNvSpPr/>
            <p:nvPr/>
          </p:nvSpPr>
          <p:spPr>
            <a:xfrm>
              <a:off x="3421225" y="4360525"/>
              <a:ext cx="9375" cy="20000"/>
            </a:xfrm>
            <a:custGeom>
              <a:avLst/>
              <a:gdLst/>
              <a:ahLst/>
              <a:cxnLst/>
              <a:rect l="l" t="t" r="r" b="b"/>
              <a:pathLst>
                <a:path w="375" h="800" extrusionOk="0">
                  <a:moveTo>
                    <a:pt x="206" y="0"/>
                  </a:moveTo>
                  <a:lnTo>
                    <a:pt x="206" y="52"/>
                  </a:lnTo>
                  <a:cubicBezTo>
                    <a:pt x="155" y="103"/>
                    <a:pt x="103" y="155"/>
                    <a:pt x="103" y="206"/>
                  </a:cubicBezTo>
                  <a:lnTo>
                    <a:pt x="52" y="258"/>
                  </a:lnTo>
                  <a:lnTo>
                    <a:pt x="52" y="322"/>
                  </a:lnTo>
                  <a:cubicBezTo>
                    <a:pt x="52" y="374"/>
                    <a:pt x="0" y="426"/>
                    <a:pt x="0" y="426"/>
                  </a:cubicBezTo>
                  <a:lnTo>
                    <a:pt x="0" y="645"/>
                  </a:lnTo>
                  <a:lnTo>
                    <a:pt x="0" y="748"/>
                  </a:lnTo>
                  <a:lnTo>
                    <a:pt x="0" y="800"/>
                  </a:lnTo>
                  <a:lnTo>
                    <a:pt x="103" y="800"/>
                  </a:lnTo>
                  <a:lnTo>
                    <a:pt x="155" y="748"/>
                  </a:lnTo>
                  <a:cubicBezTo>
                    <a:pt x="206" y="696"/>
                    <a:pt x="271" y="580"/>
                    <a:pt x="323" y="477"/>
                  </a:cubicBezTo>
                  <a:cubicBezTo>
                    <a:pt x="374" y="322"/>
                    <a:pt x="374" y="206"/>
                    <a:pt x="374" y="155"/>
                  </a:cubicBezTo>
                  <a:lnTo>
                    <a:pt x="374" y="5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025;p32">
              <a:extLst>
                <a:ext uri="{FF2B5EF4-FFF2-40B4-BE49-F238E27FC236}">
                  <a16:creationId xmlns:a16="http://schemas.microsoft.com/office/drawing/2014/main" id="{57307F42-DCD6-E05B-1D7F-B6B8D561F4C9}"/>
                </a:ext>
              </a:extLst>
            </p:cNvPr>
            <p:cNvSpPr/>
            <p:nvPr/>
          </p:nvSpPr>
          <p:spPr>
            <a:xfrm>
              <a:off x="3402200" y="4248975"/>
              <a:ext cx="356225" cy="217625"/>
            </a:xfrm>
            <a:custGeom>
              <a:avLst/>
              <a:gdLst/>
              <a:ahLst/>
              <a:cxnLst/>
              <a:rect l="l" t="t" r="r" b="b"/>
              <a:pathLst>
                <a:path w="14249" h="8705" extrusionOk="0">
                  <a:moveTo>
                    <a:pt x="6667" y="2257"/>
                  </a:moveTo>
                  <a:lnTo>
                    <a:pt x="6718" y="2309"/>
                  </a:lnTo>
                  <a:lnTo>
                    <a:pt x="6770" y="2360"/>
                  </a:lnTo>
                  <a:lnTo>
                    <a:pt x="6770" y="2850"/>
                  </a:lnTo>
                  <a:lnTo>
                    <a:pt x="6718" y="2902"/>
                  </a:lnTo>
                  <a:cubicBezTo>
                    <a:pt x="6718" y="2953"/>
                    <a:pt x="6667" y="2953"/>
                    <a:pt x="6667" y="2953"/>
                  </a:cubicBezTo>
                  <a:lnTo>
                    <a:pt x="5971" y="2953"/>
                  </a:lnTo>
                  <a:cubicBezTo>
                    <a:pt x="5919" y="2953"/>
                    <a:pt x="5919" y="2953"/>
                    <a:pt x="5919" y="2902"/>
                  </a:cubicBezTo>
                  <a:cubicBezTo>
                    <a:pt x="5867" y="2902"/>
                    <a:pt x="5867" y="2850"/>
                    <a:pt x="5867" y="2850"/>
                  </a:cubicBezTo>
                  <a:lnTo>
                    <a:pt x="5867" y="2360"/>
                  </a:lnTo>
                  <a:cubicBezTo>
                    <a:pt x="5867" y="2360"/>
                    <a:pt x="5867" y="2309"/>
                    <a:pt x="5919" y="2309"/>
                  </a:cubicBezTo>
                  <a:cubicBezTo>
                    <a:pt x="5919" y="2309"/>
                    <a:pt x="5919" y="2257"/>
                    <a:pt x="5971" y="2257"/>
                  </a:cubicBezTo>
                  <a:close/>
                  <a:moveTo>
                    <a:pt x="8059" y="2257"/>
                  </a:moveTo>
                  <a:cubicBezTo>
                    <a:pt x="8124" y="2257"/>
                    <a:pt x="8124" y="2309"/>
                    <a:pt x="8176" y="2309"/>
                  </a:cubicBezTo>
                  <a:lnTo>
                    <a:pt x="8176" y="2360"/>
                  </a:lnTo>
                  <a:lnTo>
                    <a:pt x="8176" y="2850"/>
                  </a:lnTo>
                  <a:lnTo>
                    <a:pt x="8176" y="2902"/>
                  </a:lnTo>
                  <a:cubicBezTo>
                    <a:pt x="8124" y="2953"/>
                    <a:pt x="8124" y="2953"/>
                    <a:pt x="8059" y="2953"/>
                  </a:cubicBezTo>
                  <a:lnTo>
                    <a:pt x="7415" y="2953"/>
                  </a:lnTo>
                  <a:cubicBezTo>
                    <a:pt x="7363" y="2953"/>
                    <a:pt x="7363" y="2953"/>
                    <a:pt x="7312" y="2902"/>
                  </a:cubicBezTo>
                  <a:lnTo>
                    <a:pt x="7312" y="2850"/>
                  </a:lnTo>
                  <a:lnTo>
                    <a:pt x="7312" y="2360"/>
                  </a:lnTo>
                  <a:lnTo>
                    <a:pt x="7312" y="2309"/>
                  </a:lnTo>
                  <a:cubicBezTo>
                    <a:pt x="7363" y="2309"/>
                    <a:pt x="7363" y="2257"/>
                    <a:pt x="7415" y="2257"/>
                  </a:cubicBezTo>
                  <a:close/>
                  <a:moveTo>
                    <a:pt x="3392" y="529"/>
                  </a:moveTo>
                  <a:cubicBezTo>
                    <a:pt x="4513" y="529"/>
                    <a:pt x="5429" y="1445"/>
                    <a:pt x="5429" y="2579"/>
                  </a:cubicBezTo>
                  <a:cubicBezTo>
                    <a:pt x="5429" y="3701"/>
                    <a:pt x="4513" y="4617"/>
                    <a:pt x="3392" y="4617"/>
                  </a:cubicBezTo>
                  <a:cubicBezTo>
                    <a:pt x="2257" y="4617"/>
                    <a:pt x="1354" y="3701"/>
                    <a:pt x="1354" y="2579"/>
                  </a:cubicBezTo>
                  <a:cubicBezTo>
                    <a:pt x="1354" y="1445"/>
                    <a:pt x="2257" y="529"/>
                    <a:pt x="3392" y="529"/>
                  </a:cubicBezTo>
                  <a:close/>
                  <a:moveTo>
                    <a:pt x="10703" y="529"/>
                  </a:moveTo>
                  <a:cubicBezTo>
                    <a:pt x="11825" y="529"/>
                    <a:pt x="12740" y="1445"/>
                    <a:pt x="12740" y="2579"/>
                  </a:cubicBezTo>
                  <a:cubicBezTo>
                    <a:pt x="12740" y="3701"/>
                    <a:pt x="11825" y="4617"/>
                    <a:pt x="10703" y="4617"/>
                  </a:cubicBezTo>
                  <a:cubicBezTo>
                    <a:pt x="9568" y="4617"/>
                    <a:pt x="8653" y="3701"/>
                    <a:pt x="8653" y="2579"/>
                  </a:cubicBezTo>
                  <a:cubicBezTo>
                    <a:pt x="8653" y="1445"/>
                    <a:pt x="9568" y="529"/>
                    <a:pt x="10703" y="529"/>
                  </a:cubicBezTo>
                  <a:close/>
                  <a:moveTo>
                    <a:pt x="1032" y="4243"/>
                  </a:moveTo>
                  <a:cubicBezTo>
                    <a:pt x="1084" y="4243"/>
                    <a:pt x="1135" y="4294"/>
                    <a:pt x="1187" y="4294"/>
                  </a:cubicBezTo>
                  <a:cubicBezTo>
                    <a:pt x="1238" y="4346"/>
                    <a:pt x="1290" y="4398"/>
                    <a:pt x="1290" y="4462"/>
                  </a:cubicBezTo>
                  <a:cubicBezTo>
                    <a:pt x="1354" y="4514"/>
                    <a:pt x="1354" y="4565"/>
                    <a:pt x="1354" y="4617"/>
                  </a:cubicBezTo>
                  <a:cubicBezTo>
                    <a:pt x="1354" y="4720"/>
                    <a:pt x="1290" y="4836"/>
                    <a:pt x="1238" y="4991"/>
                  </a:cubicBezTo>
                  <a:cubicBezTo>
                    <a:pt x="1187" y="5107"/>
                    <a:pt x="1187" y="5158"/>
                    <a:pt x="1135" y="5262"/>
                  </a:cubicBezTo>
                  <a:cubicBezTo>
                    <a:pt x="1084" y="5313"/>
                    <a:pt x="1032" y="5365"/>
                    <a:pt x="967" y="5429"/>
                  </a:cubicBezTo>
                  <a:cubicBezTo>
                    <a:pt x="916" y="5429"/>
                    <a:pt x="864" y="5481"/>
                    <a:pt x="813" y="5481"/>
                  </a:cubicBezTo>
                  <a:cubicBezTo>
                    <a:pt x="761" y="5481"/>
                    <a:pt x="710" y="5429"/>
                    <a:pt x="645" y="5429"/>
                  </a:cubicBezTo>
                  <a:cubicBezTo>
                    <a:pt x="594" y="5365"/>
                    <a:pt x="594" y="5313"/>
                    <a:pt x="594" y="5262"/>
                  </a:cubicBezTo>
                  <a:cubicBezTo>
                    <a:pt x="542" y="5210"/>
                    <a:pt x="542" y="5158"/>
                    <a:pt x="542" y="5107"/>
                  </a:cubicBezTo>
                  <a:cubicBezTo>
                    <a:pt x="542" y="4991"/>
                    <a:pt x="594" y="4836"/>
                    <a:pt x="594" y="4720"/>
                  </a:cubicBezTo>
                  <a:cubicBezTo>
                    <a:pt x="645" y="4720"/>
                    <a:pt x="645" y="4668"/>
                    <a:pt x="645" y="4668"/>
                  </a:cubicBezTo>
                  <a:cubicBezTo>
                    <a:pt x="645" y="4617"/>
                    <a:pt x="710" y="4565"/>
                    <a:pt x="710" y="4514"/>
                  </a:cubicBezTo>
                  <a:cubicBezTo>
                    <a:pt x="761" y="4462"/>
                    <a:pt x="813" y="4398"/>
                    <a:pt x="864" y="4346"/>
                  </a:cubicBezTo>
                  <a:cubicBezTo>
                    <a:pt x="916" y="4294"/>
                    <a:pt x="967" y="4243"/>
                    <a:pt x="1032" y="4243"/>
                  </a:cubicBezTo>
                  <a:close/>
                  <a:moveTo>
                    <a:pt x="645" y="5906"/>
                  </a:moveTo>
                  <a:cubicBezTo>
                    <a:pt x="710" y="5906"/>
                    <a:pt x="710" y="5906"/>
                    <a:pt x="761" y="5958"/>
                  </a:cubicBezTo>
                  <a:cubicBezTo>
                    <a:pt x="813" y="5958"/>
                    <a:pt x="864" y="6009"/>
                    <a:pt x="864" y="6074"/>
                  </a:cubicBezTo>
                  <a:cubicBezTo>
                    <a:pt x="916" y="6177"/>
                    <a:pt x="916" y="6229"/>
                    <a:pt x="916" y="6280"/>
                  </a:cubicBezTo>
                  <a:cubicBezTo>
                    <a:pt x="916" y="6396"/>
                    <a:pt x="916" y="6448"/>
                    <a:pt x="864" y="6551"/>
                  </a:cubicBezTo>
                  <a:cubicBezTo>
                    <a:pt x="864" y="6654"/>
                    <a:pt x="813" y="6770"/>
                    <a:pt x="813" y="6822"/>
                  </a:cubicBezTo>
                  <a:cubicBezTo>
                    <a:pt x="761" y="6925"/>
                    <a:pt x="710" y="6976"/>
                    <a:pt x="645" y="6976"/>
                  </a:cubicBezTo>
                  <a:cubicBezTo>
                    <a:pt x="594" y="7041"/>
                    <a:pt x="594" y="7041"/>
                    <a:pt x="542" y="7041"/>
                  </a:cubicBezTo>
                  <a:lnTo>
                    <a:pt x="387" y="7041"/>
                  </a:lnTo>
                  <a:cubicBezTo>
                    <a:pt x="323" y="6976"/>
                    <a:pt x="323" y="6925"/>
                    <a:pt x="323" y="6873"/>
                  </a:cubicBezTo>
                  <a:cubicBezTo>
                    <a:pt x="271" y="6770"/>
                    <a:pt x="271" y="6719"/>
                    <a:pt x="271" y="6654"/>
                  </a:cubicBezTo>
                  <a:lnTo>
                    <a:pt x="271" y="6448"/>
                  </a:lnTo>
                  <a:cubicBezTo>
                    <a:pt x="323" y="6396"/>
                    <a:pt x="323" y="6396"/>
                    <a:pt x="323" y="6332"/>
                  </a:cubicBezTo>
                  <a:cubicBezTo>
                    <a:pt x="323" y="6332"/>
                    <a:pt x="323" y="6229"/>
                    <a:pt x="387" y="6177"/>
                  </a:cubicBezTo>
                  <a:cubicBezTo>
                    <a:pt x="387" y="6125"/>
                    <a:pt x="439" y="6074"/>
                    <a:pt x="490" y="6009"/>
                  </a:cubicBezTo>
                  <a:cubicBezTo>
                    <a:pt x="490" y="5958"/>
                    <a:pt x="594" y="5906"/>
                    <a:pt x="645" y="5906"/>
                  </a:cubicBezTo>
                  <a:close/>
                  <a:moveTo>
                    <a:pt x="3546" y="1"/>
                  </a:moveTo>
                  <a:cubicBezTo>
                    <a:pt x="2798" y="1"/>
                    <a:pt x="2102" y="271"/>
                    <a:pt x="1612" y="800"/>
                  </a:cubicBezTo>
                  <a:cubicBezTo>
                    <a:pt x="1135" y="1290"/>
                    <a:pt x="813" y="1935"/>
                    <a:pt x="813" y="2683"/>
                  </a:cubicBezTo>
                  <a:cubicBezTo>
                    <a:pt x="813" y="2786"/>
                    <a:pt x="813" y="2902"/>
                    <a:pt x="864" y="3005"/>
                  </a:cubicBezTo>
                  <a:lnTo>
                    <a:pt x="864" y="3057"/>
                  </a:lnTo>
                  <a:cubicBezTo>
                    <a:pt x="594" y="3753"/>
                    <a:pt x="387" y="4617"/>
                    <a:pt x="168" y="5365"/>
                  </a:cubicBezTo>
                  <a:cubicBezTo>
                    <a:pt x="65" y="5855"/>
                    <a:pt x="0" y="6280"/>
                    <a:pt x="0" y="6603"/>
                  </a:cubicBezTo>
                  <a:cubicBezTo>
                    <a:pt x="0" y="7144"/>
                    <a:pt x="168" y="7570"/>
                    <a:pt x="387" y="7892"/>
                  </a:cubicBezTo>
                  <a:cubicBezTo>
                    <a:pt x="594" y="8163"/>
                    <a:pt x="916" y="8382"/>
                    <a:pt x="1290" y="8537"/>
                  </a:cubicBezTo>
                  <a:cubicBezTo>
                    <a:pt x="1509" y="8653"/>
                    <a:pt x="1728" y="8704"/>
                    <a:pt x="1883" y="8704"/>
                  </a:cubicBezTo>
                  <a:cubicBezTo>
                    <a:pt x="2051" y="8704"/>
                    <a:pt x="2154" y="8653"/>
                    <a:pt x="2321" y="8588"/>
                  </a:cubicBezTo>
                  <a:cubicBezTo>
                    <a:pt x="2425" y="8537"/>
                    <a:pt x="2579" y="8434"/>
                    <a:pt x="2747" y="8330"/>
                  </a:cubicBezTo>
                  <a:cubicBezTo>
                    <a:pt x="3018" y="8060"/>
                    <a:pt x="3392" y="7621"/>
                    <a:pt x="3869" y="7041"/>
                  </a:cubicBezTo>
                  <a:cubicBezTo>
                    <a:pt x="4462" y="6229"/>
                    <a:pt x="4900" y="5532"/>
                    <a:pt x="5158" y="4939"/>
                  </a:cubicBezTo>
                  <a:cubicBezTo>
                    <a:pt x="5223" y="4888"/>
                    <a:pt x="5274" y="4888"/>
                    <a:pt x="5274" y="4888"/>
                  </a:cubicBezTo>
                  <a:lnTo>
                    <a:pt x="8975" y="4888"/>
                  </a:lnTo>
                  <a:cubicBezTo>
                    <a:pt x="9027" y="4888"/>
                    <a:pt x="9091" y="4888"/>
                    <a:pt x="9091" y="4939"/>
                  </a:cubicBezTo>
                  <a:cubicBezTo>
                    <a:pt x="9349" y="5532"/>
                    <a:pt x="9787" y="6229"/>
                    <a:pt x="10432" y="7041"/>
                  </a:cubicBezTo>
                  <a:cubicBezTo>
                    <a:pt x="10754" y="7466"/>
                    <a:pt x="11025" y="7840"/>
                    <a:pt x="11283" y="8060"/>
                  </a:cubicBezTo>
                  <a:cubicBezTo>
                    <a:pt x="11554" y="8330"/>
                    <a:pt x="11773" y="8485"/>
                    <a:pt x="11928" y="8588"/>
                  </a:cubicBezTo>
                  <a:cubicBezTo>
                    <a:pt x="12095" y="8653"/>
                    <a:pt x="12199" y="8704"/>
                    <a:pt x="12366" y="8704"/>
                  </a:cubicBezTo>
                  <a:cubicBezTo>
                    <a:pt x="12521" y="8704"/>
                    <a:pt x="12740" y="8653"/>
                    <a:pt x="13011" y="8537"/>
                  </a:cubicBezTo>
                  <a:cubicBezTo>
                    <a:pt x="13385" y="8382"/>
                    <a:pt x="13656" y="8163"/>
                    <a:pt x="13927" y="7892"/>
                  </a:cubicBezTo>
                  <a:cubicBezTo>
                    <a:pt x="14133" y="7570"/>
                    <a:pt x="14249" y="7144"/>
                    <a:pt x="14249" y="6603"/>
                  </a:cubicBezTo>
                  <a:cubicBezTo>
                    <a:pt x="14249" y="6280"/>
                    <a:pt x="14184" y="5855"/>
                    <a:pt x="14081" y="5365"/>
                  </a:cubicBezTo>
                  <a:cubicBezTo>
                    <a:pt x="13862" y="4617"/>
                    <a:pt x="13656" y="3753"/>
                    <a:pt x="13437" y="3057"/>
                  </a:cubicBezTo>
                  <a:lnTo>
                    <a:pt x="13437" y="3005"/>
                  </a:lnTo>
                  <a:lnTo>
                    <a:pt x="13437" y="2683"/>
                  </a:lnTo>
                  <a:cubicBezTo>
                    <a:pt x="13437" y="1935"/>
                    <a:pt x="13114" y="1290"/>
                    <a:pt x="12637" y="800"/>
                  </a:cubicBezTo>
                  <a:cubicBezTo>
                    <a:pt x="12147" y="271"/>
                    <a:pt x="11451" y="1"/>
                    <a:pt x="10703" y="1"/>
                  </a:cubicBezTo>
                  <a:cubicBezTo>
                    <a:pt x="9891" y="1"/>
                    <a:pt x="9091" y="374"/>
                    <a:pt x="8601" y="1019"/>
                  </a:cubicBezTo>
                  <a:cubicBezTo>
                    <a:pt x="8601" y="1019"/>
                    <a:pt x="8549" y="1071"/>
                    <a:pt x="8498" y="1071"/>
                  </a:cubicBezTo>
                  <a:lnTo>
                    <a:pt x="5751" y="1071"/>
                  </a:lnTo>
                  <a:cubicBezTo>
                    <a:pt x="5700" y="1071"/>
                    <a:pt x="5700" y="1019"/>
                    <a:pt x="5648" y="1019"/>
                  </a:cubicBezTo>
                  <a:cubicBezTo>
                    <a:pt x="5158" y="374"/>
                    <a:pt x="4410" y="1"/>
                    <a:pt x="3546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026;p32">
              <a:extLst>
                <a:ext uri="{FF2B5EF4-FFF2-40B4-BE49-F238E27FC236}">
                  <a16:creationId xmlns:a16="http://schemas.microsoft.com/office/drawing/2014/main" id="{B4BC558F-6F75-6B94-30A2-03F15B25FF95}"/>
                </a:ext>
              </a:extLst>
            </p:cNvPr>
            <p:cNvSpPr/>
            <p:nvPr/>
          </p:nvSpPr>
          <p:spPr>
            <a:xfrm>
              <a:off x="3397050" y="4242200"/>
              <a:ext cx="367825" cy="229550"/>
            </a:xfrm>
            <a:custGeom>
              <a:avLst/>
              <a:gdLst/>
              <a:ahLst/>
              <a:cxnLst/>
              <a:rect l="l" t="t" r="r" b="b"/>
              <a:pathLst>
                <a:path w="14713" h="9182" extrusionOk="0">
                  <a:moveTo>
                    <a:pt x="8059" y="645"/>
                  </a:moveTo>
                  <a:lnTo>
                    <a:pt x="8059" y="1071"/>
                  </a:lnTo>
                  <a:lnTo>
                    <a:pt x="6396" y="1071"/>
                  </a:lnTo>
                  <a:lnTo>
                    <a:pt x="6396" y="645"/>
                  </a:lnTo>
                  <a:close/>
                  <a:moveTo>
                    <a:pt x="10909" y="272"/>
                  </a:moveTo>
                  <a:cubicBezTo>
                    <a:pt x="11657" y="272"/>
                    <a:pt x="12353" y="542"/>
                    <a:pt x="12843" y="1071"/>
                  </a:cubicBezTo>
                  <a:cubicBezTo>
                    <a:pt x="13320" y="1561"/>
                    <a:pt x="13643" y="2206"/>
                    <a:pt x="13643" y="2954"/>
                  </a:cubicBezTo>
                  <a:lnTo>
                    <a:pt x="13643" y="3276"/>
                  </a:lnTo>
                  <a:lnTo>
                    <a:pt x="13643" y="3328"/>
                  </a:lnTo>
                  <a:cubicBezTo>
                    <a:pt x="13862" y="4024"/>
                    <a:pt x="14068" y="4888"/>
                    <a:pt x="14287" y="5636"/>
                  </a:cubicBezTo>
                  <a:cubicBezTo>
                    <a:pt x="14390" y="6126"/>
                    <a:pt x="14455" y="6551"/>
                    <a:pt x="14455" y="6874"/>
                  </a:cubicBezTo>
                  <a:cubicBezTo>
                    <a:pt x="14455" y="7415"/>
                    <a:pt x="14339" y="7841"/>
                    <a:pt x="14133" y="8163"/>
                  </a:cubicBezTo>
                  <a:cubicBezTo>
                    <a:pt x="13862" y="8434"/>
                    <a:pt x="13591" y="8653"/>
                    <a:pt x="13217" y="8808"/>
                  </a:cubicBezTo>
                  <a:cubicBezTo>
                    <a:pt x="12946" y="8924"/>
                    <a:pt x="12727" y="8975"/>
                    <a:pt x="12572" y="8975"/>
                  </a:cubicBezTo>
                  <a:cubicBezTo>
                    <a:pt x="12405" y="8975"/>
                    <a:pt x="12301" y="8924"/>
                    <a:pt x="12134" y="8859"/>
                  </a:cubicBezTo>
                  <a:cubicBezTo>
                    <a:pt x="11979" y="8756"/>
                    <a:pt x="11760" y="8601"/>
                    <a:pt x="11489" y="8331"/>
                  </a:cubicBezTo>
                  <a:cubicBezTo>
                    <a:pt x="11231" y="8111"/>
                    <a:pt x="10960" y="7737"/>
                    <a:pt x="10638" y="7312"/>
                  </a:cubicBezTo>
                  <a:cubicBezTo>
                    <a:pt x="9993" y="6500"/>
                    <a:pt x="9555" y="5803"/>
                    <a:pt x="9297" y="5210"/>
                  </a:cubicBezTo>
                  <a:cubicBezTo>
                    <a:pt x="9297" y="5159"/>
                    <a:pt x="9233" y="5159"/>
                    <a:pt x="9181" y="5159"/>
                  </a:cubicBezTo>
                  <a:lnTo>
                    <a:pt x="5480" y="5159"/>
                  </a:lnTo>
                  <a:cubicBezTo>
                    <a:pt x="5480" y="5159"/>
                    <a:pt x="5429" y="5159"/>
                    <a:pt x="5364" y="5210"/>
                  </a:cubicBezTo>
                  <a:cubicBezTo>
                    <a:pt x="5106" y="5803"/>
                    <a:pt x="4668" y="6500"/>
                    <a:pt x="4075" y="7312"/>
                  </a:cubicBezTo>
                  <a:cubicBezTo>
                    <a:pt x="3598" y="7892"/>
                    <a:pt x="3224" y="8331"/>
                    <a:pt x="2953" y="8601"/>
                  </a:cubicBezTo>
                  <a:cubicBezTo>
                    <a:pt x="2785" y="8705"/>
                    <a:pt x="2631" y="8808"/>
                    <a:pt x="2527" y="8859"/>
                  </a:cubicBezTo>
                  <a:cubicBezTo>
                    <a:pt x="2360" y="8924"/>
                    <a:pt x="2257" y="8975"/>
                    <a:pt x="2089" y="8975"/>
                  </a:cubicBezTo>
                  <a:cubicBezTo>
                    <a:pt x="1934" y="8975"/>
                    <a:pt x="1715" y="8924"/>
                    <a:pt x="1496" y="8808"/>
                  </a:cubicBezTo>
                  <a:cubicBezTo>
                    <a:pt x="1122" y="8653"/>
                    <a:pt x="800" y="8434"/>
                    <a:pt x="593" y="8163"/>
                  </a:cubicBezTo>
                  <a:cubicBezTo>
                    <a:pt x="374" y="7841"/>
                    <a:pt x="206" y="7415"/>
                    <a:pt x="206" y="6874"/>
                  </a:cubicBezTo>
                  <a:cubicBezTo>
                    <a:pt x="206" y="6551"/>
                    <a:pt x="271" y="6126"/>
                    <a:pt x="374" y="5636"/>
                  </a:cubicBezTo>
                  <a:cubicBezTo>
                    <a:pt x="593" y="4888"/>
                    <a:pt x="800" y="4024"/>
                    <a:pt x="1070" y="3328"/>
                  </a:cubicBezTo>
                  <a:lnTo>
                    <a:pt x="1070" y="3276"/>
                  </a:lnTo>
                  <a:cubicBezTo>
                    <a:pt x="1019" y="3173"/>
                    <a:pt x="1019" y="3057"/>
                    <a:pt x="1019" y="2954"/>
                  </a:cubicBezTo>
                  <a:cubicBezTo>
                    <a:pt x="1019" y="2206"/>
                    <a:pt x="1341" y="1561"/>
                    <a:pt x="1818" y="1071"/>
                  </a:cubicBezTo>
                  <a:cubicBezTo>
                    <a:pt x="2308" y="542"/>
                    <a:pt x="3004" y="272"/>
                    <a:pt x="3752" y="272"/>
                  </a:cubicBezTo>
                  <a:cubicBezTo>
                    <a:pt x="4616" y="272"/>
                    <a:pt x="5364" y="645"/>
                    <a:pt x="5854" y="1290"/>
                  </a:cubicBezTo>
                  <a:cubicBezTo>
                    <a:pt x="5906" y="1290"/>
                    <a:pt x="5906" y="1342"/>
                    <a:pt x="5957" y="1342"/>
                  </a:cubicBezTo>
                  <a:lnTo>
                    <a:pt x="8704" y="1342"/>
                  </a:lnTo>
                  <a:cubicBezTo>
                    <a:pt x="8755" y="1342"/>
                    <a:pt x="8807" y="1290"/>
                    <a:pt x="8807" y="1290"/>
                  </a:cubicBezTo>
                  <a:cubicBezTo>
                    <a:pt x="9297" y="645"/>
                    <a:pt x="10097" y="272"/>
                    <a:pt x="10909" y="272"/>
                  </a:cubicBezTo>
                  <a:close/>
                  <a:moveTo>
                    <a:pt x="3752" y="1"/>
                  </a:moveTo>
                  <a:cubicBezTo>
                    <a:pt x="2089" y="1"/>
                    <a:pt x="800" y="1342"/>
                    <a:pt x="800" y="2954"/>
                  </a:cubicBezTo>
                  <a:lnTo>
                    <a:pt x="800" y="3276"/>
                  </a:lnTo>
                  <a:cubicBezTo>
                    <a:pt x="593" y="3972"/>
                    <a:pt x="374" y="4836"/>
                    <a:pt x="155" y="5584"/>
                  </a:cubicBezTo>
                  <a:cubicBezTo>
                    <a:pt x="52" y="6074"/>
                    <a:pt x="0" y="6500"/>
                    <a:pt x="0" y="6874"/>
                  </a:cubicBezTo>
                  <a:cubicBezTo>
                    <a:pt x="0" y="7467"/>
                    <a:pt x="103" y="7957"/>
                    <a:pt x="374" y="8279"/>
                  </a:cubicBezTo>
                  <a:cubicBezTo>
                    <a:pt x="645" y="8653"/>
                    <a:pt x="967" y="8859"/>
                    <a:pt x="1393" y="9027"/>
                  </a:cubicBezTo>
                  <a:cubicBezTo>
                    <a:pt x="1663" y="9130"/>
                    <a:pt x="1883" y="9182"/>
                    <a:pt x="2089" y="9182"/>
                  </a:cubicBezTo>
                  <a:cubicBezTo>
                    <a:pt x="2308" y="9182"/>
                    <a:pt x="2463" y="9130"/>
                    <a:pt x="2631" y="9079"/>
                  </a:cubicBezTo>
                  <a:cubicBezTo>
                    <a:pt x="2850" y="8975"/>
                    <a:pt x="3108" y="8808"/>
                    <a:pt x="3378" y="8537"/>
                  </a:cubicBezTo>
                  <a:cubicBezTo>
                    <a:pt x="3598" y="8279"/>
                    <a:pt x="3920" y="7892"/>
                    <a:pt x="4242" y="7415"/>
                  </a:cubicBezTo>
                  <a:cubicBezTo>
                    <a:pt x="4836" y="6667"/>
                    <a:pt x="5261" y="5958"/>
                    <a:pt x="5583" y="5378"/>
                  </a:cubicBezTo>
                  <a:lnTo>
                    <a:pt x="9078" y="5378"/>
                  </a:lnTo>
                  <a:cubicBezTo>
                    <a:pt x="9400" y="5958"/>
                    <a:pt x="9826" y="6667"/>
                    <a:pt x="10419" y="7415"/>
                  </a:cubicBezTo>
                  <a:cubicBezTo>
                    <a:pt x="10909" y="8060"/>
                    <a:pt x="11231" y="8485"/>
                    <a:pt x="11554" y="8756"/>
                  </a:cubicBezTo>
                  <a:cubicBezTo>
                    <a:pt x="11708" y="8924"/>
                    <a:pt x="11876" y="9027"/>
                    <a:pt x="12031" y="9079"/>
                  </a:cubicBezTo>
                  <a:cubicBezTo>
                    <a:pt x="12198" y="9130"/>
                    <a:pt x="12405" y="9182"/>
                    <a:pt x="12572" y="9182"/>
                  </a:cubicBezTo>
                  <a:cubicBezTo>
                    <a:pt x="12779" y="9182"/>
                    <a:pt x="12998" y="9130"/>
                    <a:pt x="13269" y="9027"/>
                  </a:cubicBezTo>
                  <a:cubicBezTo>
                    <a:pt x="13694" y="8859"/>
                    <a:pt x="14068" y="8653"/>
                    <a:pt x="14287" y="8279"/>
                  </a:cubicBezTo>
                  <a:cubicBezTo>
                    <a:pt x="14558" y="7957"/>
                    <a:pt x="14713" y="7467"/>
                    <a:pt x="14713" y="6874"/>
                  </a:cubicBezTo>
                  <a:cubicBezTo>
                    <a:pt x="14713" y="6500"/>
                    <a:pt x="14661" y="6074"/>
                    <a:pt x="14506" y="5584"/>
                  </a:cubicBezTo>
                  <a:cubicBezTo>
                    <a:pt x="14287" y="4836"/>
                    <a:pt x="14133" y="3972"/>
                    <a:pt x="13862" y="3276"/>
                  </a:cubicBezTo>
                  <a:lnTo>
                    <a:pt x="13862" y="2954"/>
                  </a:lnTo>
                  <a:cubicBezTo>
                    <a:pt x="13862" y="1342"/>
                    <a:pt x="12572" y="1"/>
                    <a:pt x="10909" y="1"/>
                  </a:cubicBezTo>
                  <a:cubicBezTo>
                    <a:pt x="10045" y="1"/>
                    <a:pt x="9181" y="426"/>
                    <a:pt x="8652" y="1071"/>
                  </a:cubicBezTo>
                  <a:lnTo>
                    <a:pt x="8330" y="1071"/>
                  </a:lnTo>
                  <a:lnTo>
                    <a:pt x="8330" y="542"/>
                  </a:lnTo>
                  <a:cubicBezTo>
                    <a:pt x="8330" y="542"/>
                    <a:pt x="8330" y="478"/>
                    <a:pt x="8265" y="426"/>
                  </a:cubicBezTo>
                  <a:lnTo>
                    <a:pt x="6177" y="426"/>
                  </a:lnTo>
                  <a:cubicBezTo>
                    <a:pt x="6125" y="478"/>
                    <a:pt x="6125" y="542"/>
                    <a:pt x="6125" y="542"/>
                  </a:cubicBezTo>
                  <a:lnTo>
                    <a:pt x="6125" y="1071"/>
                  </a:lnTo>
                  <a:lnTo>
                    <a:pt x="6009" y="1071"/>
                  </a:lnTo>
                  <a:cubicBezTo>
                    <a:pt x="5480" y="426"/>
                    <a:pt x="4668" y="1"/>
                    <a:pt x="37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27;p32">
              <a:extLst>
                <a:ext uri="{FF2B5EF4-FFF2-40B4-BE49-F238E27FC236}">
                  <a16:creationId xmlns:a16="http://schemas.microsoft.com/office/drawing/2014/main" id="{100CBC3B-06A1-6CF6-ECFA-6FF863B9D73C}"/>
                </a:ext>
              </a:extLst>
            </p:cNvPr>
            <p:cNvSpPr/>
            <p:nvPr/>
          </p:nvSpPr>
          <p:spPr>
            <a:xfrm>
              <a:off x="3436050" y="4262200"/>
              <a:ext cx="101875" cy="102200"/>
            </a:xfrm>
            <a:custGeom>
              <a:avLst/>
              <a:gdLst/>
              <a:ahLst/>
              <a:cxnLst/>
              <a:rect l="l" t="t" r="r" b="b"/>
              <a:pathLst>
                <a:path w="4075" h="4088" extrusionOk="0">
                  <a:moveTo>
                    <a:pt x="2038" y="271"/>
                  </a:moveTo>
                  <a:cubicBezTo>
                    <a:pt x="2515" y="271"/>
                    <a:pt x="2953" y="439"/>
                    <a:pt x="3276" y="761"/>
                  </a:cubicBezTo>
                  <a:cubicBezTo>
                    <a:pt x="3598" y="1083"/>
                    <a:pt x="3804" y="1560"/>
                    <a:pt x="3804" y="2050"/>
                  </a:cubicBezTo>
                  <a:cubicBezTo>
                    <a:pt x="3804" y="2528"/>
                    <a:pt x="3598" y="2966"/>
                    <a:pt x="3276" y="3288"/>
                  </a:cubicBezTo>
                  <a:cubicBezTo>
                    <a:pt x="2953" y="3611"/>
                    <a:pt x="2515" y="3817"/>
                    <a:pt x="2038" y="3817"/>
                  </a:cubicBezTo>
                  <a:cubicBezTo>
                    <a:pt x="1548" y="3817"/>
                    <a:pt x="1071" y="3611"/>
                    <a:pt x="748" y="3288"/>
                  </a:cubicBezTo>
                  <a:cubicBezTo>
                    <a:pt x="426" y="2966"/>
                    <a:pt x="258" y="2528"/>
                    <a:pt x="258" y="2050"/>
                  </a:cubicBezTo>
                  <a:cubicBezTo>
                    <a:pt x="258" y="1560"/>
                    <a:pt x="426" y="1083"/>
                    <a:pt x="748" y="761"/>
                  </a:cubicBezTo>
                  <a:cubicBezTo>
                    <a:pt x="1071" y="439"/>
                    <a:pt x="1548" y="271"/>
                    <a:pt x="2038" y="271"/>
                  </a:cubicBezTo>
                  <a:close/>
                  <a:moveTo>
                    <a:pt x="2038" y="0"/>
                  </a:moveTo>
                  <a:cubicBezTo>
                    <a:pt x="903" y="0"/>
                    <a:pt x="0" y="916"/>
                    <a:pt x="0" y="2050"/>
                  </a:cubicBezTo>
                  <a:cubicBezTo>
                    <a:pt x="0" y="3172"/>
                    <a:pt x="903" y="4088"/>
                    <a:pt x="2038" y="4088"/>
                  </a:cubicBezTo>
                  <a:cubicBezTo>
                    <a:pt x="3159" y="4088"/>
                    <a:pt x="4075" y="3172"/>
                    <a:pt x="4075" y="2050"/>
                  </a:cubicBezTo>
                  <a:cubicBezTo>
                    <a:pt x="4075" y="916"/>
                    <a:pt x="3159" y="0"/>
                    <a:pt x="20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28;p32">
              <a:extLst>
                <a:ext uri="{FF2B5EF4-FFF2-40B4-BE49-F238E27FC236}">
                  <a16:creationId xmlns:a16="http://schemas.microsoft.com/office/drawing/2014/main" id="{8D57C2E8-E40D-E14E-BF6A-E0406B7A8F04}"/>
                </a:ext>
              </a:extLst>
            </p:cNvPr>
            <p:cNvSpPr/>
            <p:nvPr/>
          </p:nvSpPr>
          <p:spPr>
            <a:xfrm>
              <a:off x="3618500" y="4262200"/>
              <a:ext cx="102225" cy="102200"/>
            </a:xfrm>
            <a:custGeom>
              <a:avLst/>
              <a:gdLst/>
              <a:ahLst/>
              <a:cxnLst/>
              <a:rect l="l" t="t" r="r" b="b"/>
              <a:pathLst>
                <a:path w="4089" h="4088" extrusionOk="0">
                  <a:moveTo>
                    <a:pt x="2051" y="271"/>
                  </a:moveTo>
                  <a:cubicBezTo>
                    <a:pt x="2528" y="271"/>
                    <a:pt x="2953" y="439"/>
                    <a:pt x="3276" y="761"/>
                  </a:cubicBezTo>
                  <a:cubicBezTo>
                    <a:pt x="3598" y="1083"/>
                    <a:pt x="3817" y="1560"/>
                    <a:pt x="3817" y="2050"/>
                  </a:cubicBezTo>
                  <a:cubicBezTo>
                    <a:pt x="3817" y="2528"/>
                    <a:pt x="3598" y="2966"/>
                    <a:pt x="3276" y="3288"/>
                  </a:cubicBezTo>
                  <a:cubicBezTo>
                    <a:pt x="2953" y="3611"/>
                    <a:pt x="2528" y="3817"/>
                    <a:pt x="2051" y="3817"/>
                  </a:cubicBezTo>
                  <a:cubicBezTo>
                    <a:pt x="1561" y="3817"/>
                    <a:pt x="1084" y="3611"/>
                    <a:pt x="761" y="3288"/>
                  </a:cubicBezTo>
                  <a:cubicBezTo>
                    <a:pt x="439" y="2966"/>
                    <a:pt x="271" y="2528"/>
                    <a:pt x="271" y="2050"/>
                  </a:cubicBezTo>
                  <a:cubicBezTo>
                    <a:pt x="271" y="1560"/>
                    <a:pt x="439" y="1083"/>
                    <a:pt x="761" y="761"/>
                  </a:cubicBezTo>
                  <a:cubicBezTo>
                    <a:pt x="1084" y="439"/>
                    <a:pt x="1561" y="271"/>
                    <a:pt x="2051" y="271"/>
                  </a:cubicBezTo>
                  <a:close/>
                  <a:moveTo>
                    <a:pt x="2051" y="0"/>
                  </a:moveTo>
                  <a:cubicBezTo>
                    <a:pt x="916" y="0"/>
                    <a:pt x="1" y="916"/>
                    <a:pt x="1" y="2050"/>
                  </a:cubicBezTo>
                  <a:cubicBezTo>
                    <a:pt x="1" y="3172"/>
                    <a:pt x="916" y="4088"/>
                    <a:pt x="2051" y="4088"/>
                  </a:cubicBezTo>
                  <a:cubicBezTo>
                    <a:pt x="3173" y="4088"/>
                    <a:pt x="4088" y="3172"/>
                    <a:pt x="4088" y="2050"/>
                  </a:cubicBezTo>
                  <a:cubicBezTo>
                    <a:pt x="4088" y="916"/>
                    <a:pt x="3173" y="0"/>
                    <a:pt x="20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29;p32">
              <a:extLst>
                <a:ext uri="{FF2B5EF4-FFF2-40B4-BE49-F238E27FC236}">
                  <a16:creationId xmlns:a16="http://schemas.microsoft.com/office/drawing/2014/main" id="{AFACEB85-BEE1-FDD4-C0EB-8FFADF549705}"/>
                </a:ext>
              </a:extLst>
            </p:cNvPr>
            <p:cNvSpPr/>
            <p:nvPr/>
          </p:nvSpPr>
          <p:spPr>
            <a:xfrm>
              <a:off x="3657500" y="427315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07"/>
                  </a:moveTo>
                  <a:cubicBezTo>
                    <a:pt x="646" y="207"/>
                    <a:pt x="749" y="323"/>
                    <a:pt x="749" y="478"/>
                  </a:cubicBezTo>
                  <a:cubicBezTo>
                    <a:pt x="749" y="645"/>
                    <a:pt x="646" y="800"/>
                    <a:pt x="491" y="800"/>
                  </a:cubicBezTo>
                  <a:cubicBezTo>
                    <a:pt x="323" y="800"/>
                    <a:pt x="168" y="645"/>
                    <a:pt x="168" y="478"/>
                  </a:cubicBezTo>
                  <a:cubicBezTo>
                    <a:pt x="168" y="323"/>
                    <a:pt x="323" y="207"/>
                    <a:pt x="491" y="207"/>
                  </a:cubicBezTo>
                  <a:close/>
                  <a:moveTo>
                    <a:pt x="491" y="1"/>
                  </a:moveTo>
                  <a:cubicBezTo>
                    <a:pt x="220" y="1"/>
                    <a:pt x="1" y="207"/>
                    <a:pt x="1" y="478"/>
                  </a:cubicBezTo>
                  <a:cubicBezTo>
                    <a:pt x="1" y="748"/>
                    <a:pt x="220" y="968"/>
                    <a:pt x="491" y="968"/>
                  </a:cubicBezTo>
                  <a:cubicBezTo>
                    <a:pt x="749" y="968"/>
                    <a:pt x="968" y="748"/>
                    <a:pt x="968" y="478"/>
                  </a:cubicBezTo>
                  <a:cubicBezTo>
                    <a:pt x="968" y="207"/>
                    <a:pt x="749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30;p32">
              <a:extLst>
                <a:ext uri="{FF2B5EF4-FFF2-40B4-BE49-F238E27FC236}">
                  <a16:creationId xmlns:a16="http://schemas.microsoft.com/office/drawing/2014/main" id="{7A774633-C537-BC68-A9E7-C57B89E3EAA0}"/>
                </a:ext>
              </a:extLst>
            </p:cNvPr>
            <p:cNvSpPr/>
            <p:nvPr/>
          </p:nvSpPr>
          <p:spPr>
            <a:xfrm>
              <a:off x="3657500" y="432667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19"/>
                  </a:moveTo>
                  <a:cubicBezTo>
                    <a:pt x="646" y="219"/>
                    <a:pt x="749" y="322"/>
                    <a:pt x="749" y="490"/>
                  </a:cubicBezTo>
                  <a:cubicBezTo>
                    <a:pt x="749" y="645"/>
                    <a:pt x="646" y="812"/>
                    <a:pt x="491" y="812"/>
                  </a:cubicBezTo>
                  <a:cubicBezTo>
                    <a:pt x="323" y="812"/>
                    <a:pt x="168" y="645"/>
                    <a:pt x="168" y="490"/>
                  </a:cubicBezTo>
                  <a:cubicBezTo>
                    <a:pt x="168" y="322"/>
                    <a:pt x="323" y="219"/>
                    <a:pt x="491" y="219"/>
                  </a:cubicBezTo>
                  <a:close/>
                  <a:moveTo>
                    <a:pt x="491" y="0"/>
                  </a:moveTo>
                  <a:cubicBezTo>
                    <a:pt x="220" y="0"/>
                    <a:pt x="1" y="219"/>
                    <a:pt x="1" y="490"/>
                  </a:cubicBezTo>
                  <a:cubicBezTo>
                    <a:pt x="1" y="761"/>
                    <a:pt x="220" y="967"/>
                    <a:pt x="491" y="967"/>
                  </a:cubicBezTo>
                  <a:cubicBezTo>
                    <a:pt x="749" y="967"/>
                    <a:pt x="968" y="761"/>
                    <a:pt x="968" y="490"/>
                  </a:cubicBezTo>
                  <a:cubicBezTo>
                    <a:pt x="968" y="219"/>
                    <a:pt x="749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031;p32">
              <a:extLst>
                <a:ext uri="{FF2B5EF4-FFF2-40B4-BE49-F238E27FC236}">
                  <a16:creationId xmlns:a16="http://schemas.microsoft.com/office/drawing/2014/main" id="{FF42E1E0-3164-5614-E144-1578CDA8BC0E}"/>
                </a:ext>
              </a:extLst>
            </p:cNvPr>
            <p:cNvSpPr/>
            <p:nvPr/>
          </p:nvSpPr>
          <p:spPr>
            <a:xfrm>
              <a:off x="3684275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0" y="220"/>
                  </a:moveTo>
                  <a:cubicBezTo>
                    <a:pt x="645" y="220"/>
                    <a:pt x="761" y="323"/>
                    <a:pt x="761" y="491"/>
                  </a:cubicBezTo>
                  <a:cubicBezTo>
                    <a:pt x="761" y="646"/>
                    <a:pt x="645" y="813"/>
                    <a:pt x="490" y="813"/>
                  </a:cubicBezTo>
                  <a:cubicBezTo>
                    <a:pt x="322" y="813"/>
                    <a:pt x="168" y="646"/>
                    <a:pt x="168" y="491"/>
                  </a:cubicBezTo>
                  <a:cubicBezTo>
                    <a:pt x="168" y="323"/>
                    <a:pt x="322" y="220"/>
                    <a:pt x="490" y="220"/>
                  </a:cubicBezTo>
                  <a:close/>
                  <a:moveTo>
                    <a:pt x="490" y="1"/>
                  </a:moveTo>
                  <a:cubicBezTo>
                    <a:pt x="219" y="1"/>
                    <a:pt x="0" y="220"/>
                    <a:pt x="0" y="491"/>
                  </a:cubicBezTo>
                  <a:cubicBezTo>
                    <a:pt x="0" y="749"/>
                    <a:pt x="219" y="968"/>
                    <a:pt x="490" y="968"/>
                  </a:cubicBezTo>
                  <a:cubicBezTo>
                    <a:pt x="761" y="968"/>
                    <a:pt x="967" y="749"/>
                    <a:pt x="967" y="491"/>
                  </a:cubicBezTo>
                  <a:cubicBezTo>
                    <a:pt x="967" y="220"/>
                    <a:pt x="761" y="1"/>
                    <a:pt x="49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032;p32">
              <a:extLst>
                <a:ext uri="{FF2B5EF4-FFF2-40B4-BE49-F238E27FC236}">
                  <a16:creationId xmlns:a16="http://schemas.microsoft.com/office/drawing/2014/main" id="{19BFD247-0B40-5693-879A-F8F813DE4D19}"/>
                </a:ext>
              </a:extLst>
            </p:cNvPr>
            <p:cNvSpPr/>
            <p:nvPr/>
          </p:nvSpPr>
          <p:spPr>
            <a:xfrm>
              <a:off x="3630750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78" y="220"/>
                  </a:moveTo>
                  <a:cubicBezTo>
                    <a:pt x="645" y="220"/>
                    <a:pt x="749" y="323"/>
                    <a:pt x="749" y="491"/>
                  </a:cubicBezTo>
                  <a:cubicBezTo>
                    <a:pt x="749" y="646"/>
                    <a:pt x="645" y="813"/>
                    <a:pt x="478" y="813"/>
                  </a:cubicBezTo>
                  <a:cubicBezTo>
                    <a:pt x="323" y="813"/>
                    <a:pt x="155" y="646"/>
                    <a:pt x="155" y="491"/>
                  </a:cubicBezTo>
                  <a:cubicBezTo>
                    <a:pt x="155" y="323"/>
                    <a:pt x="323" y="220"/>
                    <a:pt x="478" y="220"/>
                  </a:cubicBezTo>
                  <a:close/>
                  <a:moveTo>
                    <a:pt x="478" y="1"/>
                  </a:moveTo>
                  <a:cubicBezTo>
                    <a:pt x="207" y="1"/>
                    <a:pt x="1" y="220"/>
                    <a:pt x="1" y="491"/>
                  </a:cubicBezTo>
                  <a:cubicBezTo>
                    <a:pt x="1" y="749"/>
                    <a:pt x="207" y="968"/>
                    <a:pt x="478" y="968"/>
                  </a:cubicBezTo>
                  <a:cubicBezTo>
                    <a:pt x="749" y="968"/>
                    <a:pt x="968" y="749"/>
                    <a:pt x="968" y="491"/>
                  </a:cubicBezTo>
                  <a:cubicBezTo>
                    <a:pt x="968" y="220"/>
                    <a:pt x="749" y="1"/>
                    <a:pt x="47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033;p32">
              <a:extLst>
                <a:ext uri="{FF2B5EF4-FFF2-40B4-BE49-F238E27FC236}">
                  <a16:creationId xmlns:a16="http://schemas.microsoft.com/office/drawing/2014/main" id="{CA56D8F9-3208-F0CD-CCBD-8FF5AAB2CDE9}"/>
                </a:ext>
              </a:extLst>
            </p:cNvPr>
            <p:cNvSpPr/>
            <p:nvPr/>
          </p:nvSpPr>
          <p:spPr>
            <a:xfrm>
              <a:off x="3457325" y="4282500"/>
              <a:ext cx="61925" cy="61925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457" y="220"/>
                  </a:moveTo>
                  <a:cubicBezTo>
                    <a:pt x="1509" y="220"/>
                    <a:pt x="1561" y="271"/>
                    <a:pt x="1561" y="323"/>
                  </a:cubicBezTo>
                  <a:lnTo>
                    <a:pt x="1561" y="800"/>
                  </a:lnTo>
                  <a:cubicBezTo>
                    <a:pt x="1561" y="800"/>
                    <a:pt x="1561" y="864"/>
                    <a:pt x="1612" y="864"/>
                  </a:cubicBezTo>
                  <a:cubicBezTo>
                    <a:pt x="1612" y="916"/>
                    <a:pt x="1664" y="916"/>
                    <a:pt x="1664" y="916"/>
                  </a:cubicBezTo>
                  <a:lnTo>
                    <a:pt x="2154" y="916"/>
                  </a:lnTo>
                  <a:cubicBezTo>
                    <a:pt x="2205" y="916"/>
                    <a:pt x="2257" y="968"/>
                    <a:pt x="2257" y="1019"/>
                  </a:cubicBezTo>
                  <a:lnTo>
                    <a:pt x="2257" y="1445"/>
                  </a:lnTo>
                  <a:cubicBezTo>
                    <a:pt x="2257" y="1509"/>
                    <a:pt x="2205" y="1561"/>
                    <a:pt x="2154" y="1561"/>
                  </a:cubicBezTo>
                  <a:lnTo>
                    <a:pt x="1664" y="1561"/>
                  </a:lnTo>
                  <a:cubicBezTo>
                    <a:pt x="1664" y="1561"/>
                    <a:pt x="1612" y="1561"/>
                    <a:pt x="1612" y="1612"/>
                  </a:cubicBezTo>
                  <a:cubicBezTo>
                    <a:pt x="1561" y="1612"/>
                    <a:pt x="1561" y="1664"/>
                    <a:pt x="1561" y="1664"/>
                  </a:cubicBezTo>
                  <a:lnTo>
                    <a:pt x="1561" y="2154"/>
                  </a:lnTo>
                  <a:cubicBezTo>
                    <a:pt x="1561" y="2206"/>
                    <a:pt x="1509" y="2257"/>
                    <a:pt x="1457" y="2257"/>
                  </a:cubicBezTo>
                  <a:lnTo>
                    <a:pt x="1019" y="2257"/>
                  </a:lnTo>
                  <a:cubicBezTo>
                    <a:pt x="967" y="2257"/>
                    <a:pt x="916" y="2206"/>
                    <a:pt x="916" y="2154"/>
                  </a:cubicBezTo>
                  <a:lnTo>
                    <a:pt x="916" y="1664"/>
                  </a:lnTo>
                  <a:lnTo>
                    <a:pt x="864" y="1612"/>
                  </a:lnTo>
                  <a:cubicBezTo>
                    <a:pt x="864" y="1561"/>
                    <a:pt x="813" y="1561"/>
                    <a:pt x="813" y="1561"/>
                  </a:cubicBezTo>
                  <a:lnTo>
                    <a:pt x="323" y="1561"/>
                  </a:lnTo>
                  <a:cubicBezTo>
                    <a:pt x="271" y="1561"/>
                    <a:pt x="220" y="1509"/>
                    <a:pt x="220" y="1445"/>
                  </a:cubicBezTo>
                  <a:lnTo>
                    <a:pt x="220" y="1019"/>
                  </a:lnTo>
                  <a:cubicBezTo>
                    <a:pt x="220" y="968"/>
                    <a:pt x="271" y="916"/>
                    <a:pt x="323" y="916"/>
                  </a:cubicBezTo>
                  <a:lnTo>
                    <a:pt x="813" y="916"/>
                  </a:lnTo>
                  <a:cubicBezTo>
                    <a:pt x="813" y="916"/>
                    <a:pt x="864" y="916"/>
                    <a:pt x="864" y="864"/>
                  </a:cubicBezTo>
                  <a:lnTo>
                    <a:pt x="916" y="800"/>
                  </a:lnTo>
                  <a:lnTo>
                    <a:pt x="916" y="323"/>
                  </a:lnTo>
                  <a:cubicBezTo>
                    <a:pt x="916" y="271"/>
                    <a:pt x="967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64" y="1"/>
                    <a:pt x="697" y="155"/>
                    <a:pt x="697" y="323"/>
                  </a:cubicBezTo>
                  <a:lnTo>
                    <a:pt x="697" y="697"/>
                  </a:lnTo>
                  <a:lnTo>
                    <a:pt x="323" y="697"/>
                  </a:lnTo>
                  <a:cubicBezTo>
                    <a:pt x="168" y="697"/>
                    <a:pt x="0" y="864"/>
                    <a:pt x="0" y="1019"/>
                  </a:cubicBezTo>
                  <a:lnTo>
                    <a:pt x="0" y="1445"/>
                  </a:lnTo>
                  <a:cubicBezTo>
                    <a:pt x="0" y="1612"/>
                    <a:pt x="168" y="1767"/>
                    <a:pt x="323" y="1767"/>
                  </a:cubicBezTo>
                  <a:lnTo>
                    <a:pt x="697" y="1767"/>
                  </a:lnTo>
                  <a:lnTo>
                    <a:pt x="697" y="2154"/>
                  </a:lnTo>
                  <a:cubicBezTo>
                    <a:pt x="697" y="2309"/>
                    <a:pt x="864" y="2476"/>
                    <a:pt x="1019" y="2476"/>
                  </a:cubicBezTo>
                  <a:lnTo>
                    <a:pt x="1457" y="2476"/>
                  </a:lnTo>
                  <a:cubicBezTo>
                    <a:pt x="1612" y="2476"/>
                    <a:pt x="1780" y="2309"/>
                    <a:pt x="1780" y="2154"/>
                  </a:cubicBezTo>
                  <a:lnTo>
                    <a:pt x="1780" y="1767"/>
                  </a:lnTo>
                  <a:lnTo>
                    <a:pt x="2154" y="1767"/>
                  </a:lnTo>
                  <a:cubicBezTo>
                    <a:pt x="2308" y="1767"/>
                    <a:pt x="2476" y="1612"/>
                    <a:pt x="2476" y="1445"/>
                  </a:cubicBezTo>
                  <a:lnTo>
                    <a:pt x="2476" y="1019"/>
                  </a:lnTo>
                  <a:cubicBezTo>
                    <a:pt x="2476" y="864"/>
                    <a:pt x="2308" y="697"/>
                    <a:pt x="2154" y="697"/>
                  </a:cubicBezTo>
                  <a:lnTo>
                    <a:pt x="1780" y="697"/>
                  </a:lnTo>
                  <a:lnTo>
                    <a:pt x="1780" y="323"/>
                  </a:lnTo>
                  <a:cubicBezTo>
                    <a:pt x="1780" y="155"/>
                    <a:pt x="1612" y="1"/>
                    <a:pt x="14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34;p32">
              <a:extLst>
                <a:ext uri="{FF2B5EF4-FFF2-40B4-BE49-F238E27FC236}">
                  <a16:creationId xmlns:a16="http://schemas.microsoft.com/office/drawing/2014/main" id="{CB55239A-037A-1E6A-499E-FFFEBA2CC029}"/>
                </a:ext>
              </a:extLst>
            </p:cNvPr>
            <p:cNvSpPr/>
            <p:nvPr/>
          </p:nvSpPr>
          <p:spPr>
            <a:xfrm>
              <a:off x="3548875" y="4305400"/>
              <a:ext cx="22575" cy="17425"/>
            </a:xfrm>
            <a:custGeom>
              <a:avLst/>
              <a:gdLst/>
              <a:ahLst/>
              <a:cxnLst/>
              <a:rect l="l" t="t" r="r" b="b"/>
              <a:pathLst>
                <a:path w="903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207" y="477"/>
                  </a:lnTo>
                  <a:lnTo>
                    <a:pt x="207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52" y="52"/>
                  </a:cubicBezTo>
                  <a:cubicBezTo>
                    <a:pt x="0" y="52"/>
                    <a:pt x="0" y="103"/>
                    <a:pt x="0" y="103"/>
                  </a:cubicBezTo>
                  <a:lnTo>
                    <a:pt x="0" y="593"/>
                  </a:lnTo>
                  <a:cubicBezTo>
                    <a:pt x="0" y="593"/>
                    <a:pt x="0" y="645"/>
                    <a:pt x="52" y="645"/>
                  </a:cubicBezTo>
                  <a:cubicBezTo>
                    <a:pt x="52" y="696"/>
                    <a:pt x="52" y="696"/>
                    <a:pt x="104" y="696"/>
                  </a:cubicBezTo>
                  <a:lnTo>
                    <a:pt x="800" y="696"/>
                  </a:lnTo>
                  <a:cubicBezTo>
                    <a:pt x="800" y="696"/>
                    <a:pt x="851" y="696"/>
                    <a:pt x="851" y="645"/>
                  </a:cubicBezTo>
                  <a:lnTo>
                    <a:pt x="903" y="593"/>
                  </a:lnTo>
                  <a:lnTo>
                    <a:pt x="903" y="103"/>
                  </a:lnTo>
                  <a:lnTo>
                    <a:pt x="851" y="52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35;p32">
              <a:extLst>
                <a:ext uri="{FF2B5EF4-FFF2-40B4-BE49-F238E27FC236}">
                  <a16:creationId xmlns:a16="http://schemas.microsoft.com/office/drawing/2014/main" id="{F1C04556-91A7-822C-912F-91E22858585E}"/>
                </a:ext>
              </a:extLst>
            </p:cNvPr>
            <p:cNvSpPr/>
            <p:nvPr/>
          </p:nvSpPr>
          <p:spPr>
            <a:xfrm>
              <a:off x="3584975" y="4305400"/>
              <a:ext cx="21625" cy="17425"/>
            </a:xfrm>
            <a:custGeom>
              <a:avLst/>
              <a:gdLst/>
              <a:ahLst/>
              <a:cxnLst/>
              <a:rect l="l" t="t" r="r" b="b"/>
              <a:pathLst>
                <a:path w="865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168" y="477"/>
                  </a:lnTo>
                  <a:lnTo>
                    <a:pt x="168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1" y="52"/>
                  </a:cubicBezTo>
                  <a:lnTo>
                    <a:pt x="1" y="103"/>
                  </a:lnTo>
                  <a:lnTo>
                    <a:pt x="1" y="593"/>
                  </a:lnTo>
                  <a:lnTo>
                    <a:pt x="1" y="645"/>
                  </a:lnTo>
                  <a:cubicBezTo>
                    <a:pt x="52" y="696"/>
                    <a:pt x="52" y="696"/>
                    <a:pt x="104" y="696"/>
                  </a:cubicBezTo>
                  <a:lnTo>
                    <a:pt x="748" y="696"/>
                  </a:lnTo>
                  <a:cubicBezTo>
                    <a:pt x="813" y="696"/>
                    <a:pt x="813" y="696"/>
                    <a:pt x="865" y="645"/>
                  </a:cubicBezTo>
                  <a:lnTo>
                    <a:pt x="865" y="593"/>
                  </a:lnTo>
                  <a:lnTo>
                    <a:pt x="865" y="103"/>
                  </a:lnTo>
                  <a:lnTo>
                    <a:pt x="865" y="52"/>
                  </a:lnTo>
                  <a:cubicBezTo>
                    <a:pt x="813" y="52"/>
                    <a:pt x="813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036;p32">
              <a:extLst>
                <a:ext uri="{FF2B5EF4-FFF2-40B4-BE49-F238E27FC236}">
                  <a16:creationId xmlns:a16="http://schemas.microsoft.com/office/drawing/2014/main" id="{F8D0D8D4-DC95-D413-AAA4-BE1F56D3A290}"/>
                </a:ext>
              </a:extLst>
            </p:cNvPr>
            <p:cNvSpPr/>
            <p:nvPr/>
          </p:nvSpPr>
          <p:spPr>
            <a:xfrm>
              <a:off x="3415725" y="4355025"/>
              <a:ext cx="20350" cy="30975"/>
            </a:xfrm>
            <a:custGeom>
              <a:avLst/>
              <a:gdLst/>
              <a:ahLst/>
              <a:cxnLst/>
              <a:rect l="l" t="t" r="r" b="b"/>
              <a:pathLst>
                <a:path w="814" h="1239" extrusionOk="0">
                  <a:moveTo>
                    <a:pt x="543" y="220"/>
                  </a:moveTo>
                  <a:lnTo>
                    <a:pt x="594" y="272"/>
                  </a:lnTo>
                  <a:lnTo>
                    <a:pt x="594" y="375"/>
                  </a:lnTo>
                  <a:cubicBezTo>
                    <a:pt x="594" y="426"/>
                    <a:pt x="594" y="542"/>
                    <a:pt x="543" y="697"/>
                  </a:cubicBezTo>
                  <a:cubicBezTo>
                    <a:pt x="491" y="800"/>
                    <a:pt x="426" y="916"/>
                    <a:pt x="375" y="968"/>
                  </a:cubicBezTo>
                  <a:lnTo>
                    <a:pt x="323" y="1020"/>
                  </a:lnTo>
                  <a:lnTo>
                    <a:pt x="220" y="1020"/>
                  </a:lnTo>
                  <a:lnTo>
                    <a:pt x="220" y="968"/>
                  </a:lnTo>
                  <a:lnTo>
                    <a:pt x="220" y="865"/>
                  </a:lnTo>
                  <a:lnTo>
                    <a:pt x="220" y="646"/>
                  </a:lnTo>
                  <a:cubicBezTo>
                    <a:pt x="220" y="646"/>
                    <a:pt x="272" y="594"/>
                    <a:pt x="272" y="542"/>
                  </a:cubicBezTo>
                  <a:lnTo>
                    <a:pt x="272" y="478"/>
                  </a:lnTo>
                  <a:lnTo>
                    <a:pt x="323" y="426"/>
                  </a:lnTo>
                  <a:cubicBezTo>
                    <a:pt x="323" y="375"/>
                    <a:pt x="375" y="323"/>
                    <a:pt x="426" y="272"/>
                  </a:cubicBezTo>
                  <a:lnTo>
                    <a:pt x="426" y="220"/>
                  </a:lnTo>
                  <a:close/>
                  <a:moveTo>
                    <a:pt x="491" y="1"/>
                  </a:moveTo>
                  <a:cubicBezTo>
                    <a:pt x="426" y="1"/>
                    <a:pt x="375" y="52"/>
                    <a:pt x="323" y="104"/>
                  </a:cubicBezTo>
                  <a:cubicBezTo>
                    <a:pt x="272" y="156"/>
                    <a:pt x="220" y="220"/>
                    <a:pt x="169" y="272"/>
                  </a:cubicBezTo>
                  <a:cubicBezTo>
                    <a:pt x="169" y="323"/>
                    <a:pt x="104" y="375"/>
                    <a:pt x="104" y="426"/>
                  </a:cubicBezTo>
                  <a:cubicBezTo>
                    <a:pt x="104" y="426"/>
                    <a:pt x="104" y="478"/>
                    <a:pt x="53" y="478"/>
                  </a:cubicBezTo>
                  <a:cubicBezTo>
                    <a:pt x="53" y="594"/>
                    <a:pt x="1" y="749"/>
                    <a:pt x="1" y="865"/>
                  </a:cubicBezTo>
                  <a:cubicBezTo>
                    <a:pt x="1" y="916"/>
                    <a:pt x="1" y="968"/>
                    <a:pt x="53" y="1020"/>
                  </a:cubicBezTo>
                  <a:cubicBezTo>
                    <a:pt x="53" y="1071"/>
                    <a:pt x="53" y="1123"/>
                    <a:pt x="104" y="1187"/>
                  </a:cubicBezTo>
                  <a:cubicBezTo>
                    <a:pt x="169" y="1187"/>
                    <a:pt x="220" y="1239"/>
                    <a:pt x="272" y="1239"/>
                  </a:cubicBezTo>
                  <a:cubicBezTo>
                    <a:pt x="323" y="1239"/>
                    <a:pt x="375" y="1187"/>
                    <a:pt x="426" y="1187"/>
                  </a:cubicBezTo>
                  <a:cubicBezTo>
                    <a:pt x="491" y="1123"/>
                    <a:pt x="543" y="1071"/>
                    <a:pt x="594" y="1020"/>
                  </a:cubicBezTo>
                  <a:cubicBezTo>
                    <a:pt x="646" y="916"/>
                    <a:pt x="646" y="865"/>
                    <a:pt x="697" y="749"/>
                  </a:cubicBezTo>
                  <a:cubicBezTo>
                    <a:pt x="749" y="594"/>
                    <a:pt x="813" y="478"/>
                    <a:pt x="813" y="375"/>
                  </a:cubicBezTo>
                  <a:cubicBezTo>
                    <a:pt x="813" y="323"/>
                    <a:pt x="813" y="272"/>
                    <a:pt x="749" y="220"/>
                  </a:cubicBezTo>
                  <a:cubicBezTo>
                    <a:pt x="749" y="156"/>
                    <a:pt x="697" y="104"/>
                    <a:pt x="646" y="52"/>
                  </a:cubicBezTo>
                  <a:cubicBezTo>
                    <a:pt x="594" y="52"/>
                    <a:pt x="543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037;p32">
              <a:extLst>
                <a:ext uri="{FF2B5EF4-FFF2-40B4-BE49-F238E27FC236}">
                  <a16:creationId xmlns:a16="http://schemas.microsoft.com/office/drawing/2014/main" id="{81CB21E4-C61D-C9A3-C831-744CB3E26A5D}"/>
                </a:ext>
              </a:extLst>
            </p:cNvPr>
            <p:cNvSpPr/>
            <p:nvPr/>
          </p:nvSpPr>
          <p:spPr>
            <a:xfrm>
              <a:off x="3408975" y="4396625"/>
              <a:ext cx="16125" cy="28375"/>
            </a:xfrm>
            <a:custGeom>
              <a:avLst/>
              <a:gdLst/>
              <a:ahLst/>
              <a:cxnLst/>
              <a:rect l="l" t="t" r="r" b="b"/>
              <a:pathLst>
                <a:path w="645" h="1135" extrusionOk="0">
                  <a:moveTo>
                    <a:pt x="374" y="219"/>
                  </a:moveTo>
                  <a:cubicBezTo>
                    <a:pt x="439" y="219"/>
                    <a:pt x="439" y="219"/>
                    <a:pt x="439" y="271"/>
                  </a:cubicBezTo>
                  <a:lnTo>
                    <a:pt x="439" y="374"/>
                  </a:lnTo>
                  <a:lnTo>
                    <a:pt x="439" y="645"/>
                  </a:lnTo>
                  <a:cubicBezTo>
                    <a:pt x="374" y="748"/>
                    <a:pt x="374" y="813"/>
                    <a:pt x="323" y="916"/>
                  </a:cubicBezTo>
                  <a:lnTo>
                    <a:pt x="271" y="967"/>
                  </a:lnTo>
                  <a:lnTo>
                    <a:pt x="219" y="967"/>
                  </a:lnTo>
                  <a:lnTo>
                    <a:pt x="219" y="748"/>
                  </a:lnTo>
                  <a:lnTo>
                    <a:pt x="219" y="593"/>
                  </a:lnTo>
                  <a:lnTo>
                    <a:pt x="219" y="490"/>
                  </a:lnTo>
                  <a:cubicBezTo>
                    <a:pt x="219" y="490"/>
                    <a:pt x="271" y="426"/>
                    <a:pt x="271" y="374"/>
                  </a:cubicBezTo>
                  <a:cubicBezTo>
                    <a:pt x="271" y="323"/>
                    <a:pt x="271" y="271"/>
                    <a:pt x="323" y="271"/>
                  </a:cubicBezTo>
                  <a:lnTo>
                    <a:pt x="323" y="219"/>
                  </a:lnTo>
                  <a:close/>
                  <a:moveTo>
                    <a:pt x="374" y="0"/>
                  </a:moveTo>
                  <a:cubicBezTo>
                    <a:pt x="323" y="0"/>
                    <a:pt x="219" y="52"/>
                    <a:pt x="219" y="103"/>
                  </a:cubicBezTo>
                  <a:cubicBezTo>
                    <a:pt x="168" y="168"/>
                    <a:pt x="116" y="219"/>
                    <a:pt x="116" y="271"/>
                  </a:cubicBezTo>
                  <a:cubicBezTo>
                    <a:pt x="52" y="323"/>
                    <a:pt x="52" y="426"/>
                    <a:pt x="52" y="426"/>
                  </a:cubicBezTo>
                  <a:cubicBezTo>
                    <a:pt x="52" y="490"/>
                    <a:pt x="52" y="490"/>
                    <a:pt x="0" y="542"/>
                  </a:cubicBezTo>
                  <a:lnTo>
                    <a:pt x="0" y="748"/>
                  </a:lnTo>
                  <a:cubicBezTo>
                    <a:pt x="0" y="813"/>
                    <a:pt x="0" y="864"/>
                    <a:pt x="52" y="967"/>
                  </a:cubicBezTo>
                  <a:cubicBezTo>
                    <a:pt x="52" y="1019"/>
                    <a:pt x="52" y="1070"/>
                    <a:pt x="116" y="1135"/>
                  </a:cubicBezTo>
                  <a:lnTo>
                    <a:pt x="271" y="1135"/>
                  </a:lnTo>
                  <a:cubicBezTo>
                    <a:pt x="323" y="1135"/>
                    <a:pt x="323" y="1135"/>
                    <a:pt x="374" y="1070"/>
                  </a:cubicBezTo>
                  <a:cubicBezTo>
                    <a:pt x="439" y="1070"/>
                    <a:pt x="490" y="1019"/>
                    <a:pt x="542" y="916"/>
                  </a:cubicBezTo>
                  <a:cubicBezTo>
                    <a:pt x="542" y="864"/>
                    <a:pt x="593" y="748"/>
                    <a:pt x="593" y="645"/>
                  </a:cubicBezTo>
                  <a:cubicBezTo>
                    <a:pt x="645" y="542"/>
                    <a:pt x="645" y="490"/>
                    <a:pt x="645" y="374"/>
                  </a:cubicBezTo>
                  <a:cubicBezTo>
                    <a:pt x="645" y="323"/>
                    <a:pt x="645" y="271"/>
                    <a:pt x="593" y="168"/>
                  </a:cubicBezTo>
                  <a:cubicBezTo>
                    <a:pt x="593" y="103"/>
                    <a:pt x="542" y="52"/>
                    <a:pt x="490" y="52"/>
                  </a:cubicBezTo>
                  <a:cubicBezTo>
                    <a:pt x="439" y="0"/>
                    <a:pt x="439" y="0"/>
                    <a:pt x="3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038;p32">
              <a:extLst>
                <a:ext uri="{FF2B5EF4-FFF2-40B4-BE49-F238E27FC236}">
                  <a16:creationId xmlns:a16="http://schemas.microsoft.com/office/drawing/2014/main" id="{2B41DB31-65C6-7653-704B-03375933E9F4}"/>
                </a:ext>
              </a:extLst>
            </p:cNvPr>
            <p:cNvSpPr/>
            <p:nvPr/>
          </p:nvSpPr>
          <p:spPr>
            <a:xfrm>
              <a:off x="3814825" y="4250275"/>
              <a:ext cx="73850" cy="69975"/>
            </a:xfrm>
            <a:custGeom>
              <a:avLst/>
              <a:gdLst/>
              <a:ahLst/>
              <a:cxnLst/>
              <a:rect l="l" t="t" r="r" b="b"/>
              <a:pathLst>
                <a:path w="2954" h="2799" extrusionOk="0">
                  <a:moveTo>
                    <a:pt x="2089" y="0"/>
                  </a:moveTo>
                  <a:lnTo>
                    <a:pt x="0" y="1186"/>
                  </a:lnTo>
                  <a:lnTo>
                    <a:pt x="851" y="2798"/>
                  </a:lnTo>
                  <a:lnTo>
                    <a:pt x="2953" y="1509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039;p32">
              <a:extLst>
                <a:ext uri="{FF2B5EF4-FFF2-40B4-BE49-F238E27FC236}">
                  <a16:creationId xmlns:a16="http://schemas.microsoft.com/office/drawing/2014/main" id="{5C5B4886-0E7E-ADFF-4529-012A516BFB82}"/>
                </a:ext>
              </a:extLst>
            </p:cNvPr>
            <p:cNvSpPr/>
            <p:nvPr/>
          </p:nvSpPr>
          <p:spPr>
            <a:xfrm>
              <a:off x="3802575" y="4238900"/>
              <a:ext cx="96725" cy="91975"/>
            </a:xfrm>
            <a:custGeom>
              <a:avLst/>
              <a:gdLst/>
              <a:ahLst/>
              <a:cxnLst/>
              <a:rect l="l" t="t" r="r" b="b"/>
              <a:pathLst>
                <a:path w="3869" h="3679" extrusionOk="0">
                  <a:moveTo>
                    <a:pt x="2579" y="455"/>
                  </a:moveTo>
                  <a:lnTo>
                    <a:pt x="3443" y="1964"/>
                  </a:lnTo>
                  <a:lnTo>
                    <a:pt x="1341" y="3253"/>
                  </a:lnTo>
                  <a:lnTo>
                    <a:pt x="490" y="1641"/>
                  </a:lnTo>
                  <a:lnTo>
                    <a:pt x="2579" y="455"/>
                  </a:lnTo>
                  <a:close/>
                  <a:moveTo>
                    <a:pt x="2644" y="1"/>
                  </a:moveTo>
                  <a:cubicBezTo>
                    <a:pt x="2625" y="1"/>
                    <a:pt x="2614" y="30"/>
                    <a:pt x="2579" y="30"/>
                  </a:cubicBezTo>
                  <a:lnTo>
                    <a:pt x="104" y="1422"/>
                  </a:lnTo>
                  <a:cubicBezTo>
                    <a:pt x="52" y="1474"/>
                    <a:pt x="0" y="1577"/>
                    <a:pt x="52" y="1693"/>
                  </a:cubicBezTo>
                  <a:lnTo>
                    <a:pt x="1135" y="3576"/>
                  </a:lnTo>
                  <a:cubicBezTo>
                    <a:pt x="1187" y="3627"/>
                    <a:pt x="1187" y="3679"/>
                    <a:pt x="1238" y="3679"/>
                  </a:cubicBezTo>
                  <a:lnTo>
                    <a:pt x="1393" y="3679"/>
                  </a:lnTo>
                  <a:lnTo>
                    <a:pt x="3766" y="2170"/>
                  </a:lnTo>
                  <a:cubicBezTo>
                    <a:pt x="3869" y="2118"/>
                    <a:pt x="3869" y="2015"/>
                    <a:pt x="3817" y="1964"/>
                  </a:cubicBezTo>
                  <a:lnTo>
                    <a:pt x="2799" y="81"/>
                  </a:lnTo>
                  <a:cubicBezTo>
                    <a:pt x="2799" y="81"/>
                    <a:pt x="2747" y="30"/>
                    <a:pt x="2683" y="30"/>
                  </a:cubicBezTo>
                  <a:cubicBezTo>
                    <a:pt x="2665" y="8"/>
                    <a:pt x="2654" y="1"/>
                    <a:pt x="264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040;p32">
              <a:extLst>
                <a:ext uri="{FF2B5EF4-FFF2-40B4-BE49-F238E27FC236}">
                  <a16:creationId xmlns:a16="http://schemas.microsoft.com/office/drawing/2014/main" id="{F9123FEF-75CB-5EAC-B393-5541F95C1842}"/>
                </a:ext>
              </a:extLst>
            </p:cNvPr>
            <p:cNvSpPr/>
            <p:nvPr/>
          </p:nvSpPr>
          <p:spPr>
            <a:xfrm>
              <a:off x="3875100" y="4007200"/>
              <a:ext cx="64500" cy="72550"/>
            </a:xfrm>
            <a:custGeom>
              <a:avLst/>
              <a:gdLst/>
              <a:ahLst/>
              <a:cxnLst/>
              <a:rect l="l" t="t" r="r" b="b"/>
              <a:pathLst>
                <a:path w="2580" h="2902" extrusionOk="0">
                  <a:moveTo>
                    <a:pt x="749" y="1"/>
                  </a:moveTo>
                  <a:lnTo>
                    <a:pt x="491" y="207"/>
                  </a:lnTo>
                  <a:lnTo>
                    <a:pt x="1071" y="1238"/>
                  </a:lnTo>
                  <a:lnTo>
                    <a:pt x="1" y="2141"/>
                  </a:lnTo>
                  <a:lnTo>
                    <a:pt x="375" y="2412"/>
                  </a:lnTo>
                  <a:lnTo>
                    <a:pt x="1290" y="1561"/>
                  </a:lnTo>
                  <a:lnTo>
                    <a:pt x="2103" y="2902"/>
                  </a:lnTo>
                  <a:lnTo>
                    <a:pt x="2580" y="2631"/>
                  </a:lnTo>
                  <a:lnTo>
                    <a:pt x="1613" y="1290"/>
                  </a:lnTo>
                  <a:lnTo>
                    <a:pt x="2580" y="426"/>
                  </a:lnTo>
                  <a:lnTo>
                    <a:pt x="2309" y="207"/>
                  </a:lnTo>
                  <a:lnTo>
                    <a:pt x="1393" y="968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041;p32">
              <a:extLst>
                <a:ext uri="{FF2B5EF4-FFF2-40B4-BE49-F238E27FC236}">
                  <a16:creationId xmlns:a16="http://schemas.microsoft.com/office/drawing/2014/main" id="{0DDB9D03-663B-87C0-D307-57AC488EEB85}"/>
                </a:ext>
              </a:extLst>
            </p:cNvPr>
            <p:cNvSpPr/>
            <p:nvPr/>
          </p:nvSpPr>
          <p:spPr>
            <a:xfrm>
              <a:off x="4033700" y="4123900"/>
              <a:ext cx="84500" cy="83525"/>
            </a:xfrm>
            <a:custGeom>
              <a:avLst/>
              <a:gdLst/>
              <a:ahLst/>
              <a:cxnLst/>
              <a:rect l="l" t="t" r="r" b="b"/>
              <a:pathLst>
                <a:path w="3380" h="3341" extrusionOk="0">
                  <a:moveTo>
                    <a:pt x="1561" y="0"/>
                  </a:moveTo>
                  <a:lnTo>
                    <a:pt x="1" y="1831"/>
                  </a:lnTo>
                  <a:lnTo>
                    <a:pt x="1819" y="3340"/>
                  </a:lnTo>
                  <a:lnTo>
                    <a:pt x="3379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042;p32">
              <a:extLst>
                <a:ext uri="{FF2B5EF4-FFF2-40B4-BE49-F238E27FC236}">
                  <a16:creationId xmlns:a16="http://schemas.microsoft.com/office/drawing/2014/main" id="{D530881F-2834-3D19-BEAC-DA3464F7E43A}"/>
                </a:ext>
              </a:extLst>
            </p:cNvPr>
            <p:cNvSpPr/>
            <p:nvPr/>
          </p:nvSpPr>
          <p:spPr>
            <a:xfrm>
              <a:off x="4026950" y="4017850"/>
              <a:ext cx="83175" cy="83175"/>
            </a:xfrm>
            <a:custGeom>
              <a:avLst/>
              <a:gdLst/>
              <a:ahLst/>
              <a:cxnLst/>
              <a:rect l="l" t="t" r="r" b="b"/>
              <a:pathLst>
                <a:path w="3327" h="3327" extrusionOk="0">
                  <a:moveTo>
                    <a:pt x="1560" y="0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043;p32">
              <a:extLst>
                <a:ext uri="{FF2B5EF4-FFF2-40B4-BE49-F238E27FC236}">
                  <a16:creationId xmlns:a16="http://schemas.microsoft.com/office/drawing/2014/main" id="{E5D82A50-E6E6-B2D8-F7CE-248F228A250F}"/>
                </a:ext>
              </a:extLst>
            </p:cNvPr>
            <p:cNvSpPr/>
            <p:nvPr/>
          </p:nvSpPr>
          <p:spPr>
            <a:xfrm>
              <a:off x="3977300" y="4074250"/>
              <a:ext cx="83200" cy="83200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561" y="1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044;p32">
              <a:extLst>
                <a:ext uri="{FF2B5EF4-FFF2-40B4-BE49-F238E27FC236}">
                  <a16:creationId xmlns:a16="http://schemas.microsoft.com/office/drawing/2014/main" id="{A742531B-F69B-3EAC-308C-D45B29F98A80}"/>
                </a:ext>
              </a:extLst>
            </p:cNvPr>
            <p:cNvSpPr/>
            <p:nvPr/>
          </p:nvSpPr>
          <p:spPr>
            <a:xfrm>
              <a:off x="3927650" y="4130675"/>
              <a:ext cx="83200" cy="84800"/>
            </a:xfrm>
            <a:custGeom>
              <a:avLst/>
              <a:gdLst/>
              <a:ahLst/>
              <a:cxnLst/>
              <a:rect l="l" t="t" r="r" b="b"/>
              <a:pathLst>
                <a:path w="3328" h="3392" extrusionOk="0">
                  <a:moveTo>
                    <a:pt x="1548" y="0"/>
                  </a:moveTo>
                  <a:lnTo>
                    <a:pt x="1" y="1831"/>
                  </a:lnTo>
                  <a:lnTo>
                    <a:pt x="1767" y="3391"/>
                  </a:lnTo>
                  <a:lnTo>
                    <a:pt x="3327" y="156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045;p32">
              <a:extLst>
                <a:ext uri="{FF2B5EF4-FFF2-40B4-BE49-F238E27FC236}">
                  <a16:creationId xmlns:a16="http://schemas.microsoft.com/office/drawing/2014/main" id="{CC841BC2-7E50-E1E0-F2CD-BC2956DC0759}"/>
                </a:ext>
              </a:extLst>
            </p:cNvPr>
            <p:cNvSpPr/>
            <p:nvPr/>
          </p:nvSpPr>
          <p:spPr>
            <a:xfrm>
              <a:off x="4018875" y="4010100"/>
              <a:ext cx="98025" cy="98675"/>
            </a:xfrm>
            <a:custGeom>
              <a:avLst/>
              <a:gdLst/>
              <a:ahLst/>
              <a:cxnLst/>
              <a:rect l="l" t="t" r="r" b="b"/>
              <a:pathLst>
                <a:path w="3921" h="3947" extrusionOk="0">
                  <a:moveTo>
                    <a:pt x="1883" y="310"/>
                  </a:moveTo>
                  <a:lnTo>
                    <a:pt x="3650" y="1870"/>
                  </a:lnTo>
                  <a:lnTo>
                    <a:pt x="2090" y="3637"/>
                  </a:lnTo>
                  <a:lnTo>
                    <a:pt x="323" y="2090"/>
                  </a:lnTo>
                  <a:lnTo>
                    <a:pt x="1883" y="310"/>
                  </a:lnTo>
                  <a:close/>
                  <a:moveTo>
                    <a:pt x="1832" y="1"/>
                  </a:moveTo>
                  <a:cubicBezTo>
                    <a:pt x="1796" y="1"/>
                    <a:pt x="1767" y="14"/>
                    <a:pt x="1767" y="39"/>
                  </a:cubicBezTo>
                  <a:lnTo>
                    <a:pt x="52" y="2025"/>
                  </a:lnTo>
                  <a:cubicBezTo>
                    <a:pt x="1" y="2090"/>
                    <a:pt x="1" y="2141"/>
                    <a:pt x="52" y="2193"/>
                  </a:cubicBezTo>
                  <a:lnTo>
                    <a:pt x="2038" y="3908"/>
                  </a:lnTo>
                  <a:cubicBezTo>
                    <a:pt x="2064" y="3933"/>
                    <a:pt x="2093" y="3946"/>
                    <a:pt x="2122" y="3946"/>
                  </a:cubicBezTo>
                  <a:cubicBezTo>
                    <a:pt x="2151" y="3946"/>
                    <a:pt x="2180" y="3933"/>
                    <a:pt x="2206" y="3908"/>
                  </a:cubicBezTo>
                  <a:lnTo>
                    <a:pt x="3921" y="1922"/>
                  </a:lnTo>
                  <a:lnTo>
                    <a:pt x="3921" y="1870"/>
                  </a:lnTo>
                  <a:lnTo>
                    <a:pt x="3921" y="1767"/>
                  </a:lnTo>
                  <a:lnTo>
                    <a:pt x="1935" y="39"/>
                  </a:lnTo>
                  <a:cubicBezTo>
                    <a:pt x="1909" y="14"/>
                    <a:pt x="1867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046;p32">
              <a:extLst>
                <a:ext uri="{FF2B5EF4-FFF2-40B4-BE49-F238E27FC236}">
                  <a16:creationId xmlns:a16="http://schemas.microsoft.com/office/drawing/2014/main" id="{442F6029-B50D-5ABC-0626-DF71C391B214}"/>
                </a:ext>
              </a:extLst>
            </p:cNvPr>
            <p:cNvSpPr/>
            <p:nvPr/>
          </p:nvSpPr>
          <p:spPr>
            <a:xfrm>
              <a:off x="3969225" y="4067475"/>
              <a:ext cx="99325" cy="97700"/>
            </a:xfrm>
            <a:custGeom>
              <a:avLst/>
              <a:gdLst/>
              <a:ahLst/>
              <a:cxnLst/>
              <a:rect l="l" t="t" r="r" b="b"/>
              <a:pathLst>
                <a:path w="3973" h="3908" extrusionOk="0">
                  <a:moveTo>
                    <a:pt x="1884" y="272"/>
                  </a:moveTo>
                  <a:lnTo>
                    <a:pt x="3650" y="1832"/>
                  </a:lnTo>
                  <a:lnTo>
                    <a:pt x="2090" y="3598"/>
                  </a:lnTo>
                  <a:lnTo>
                    <a:pt x="323" y="2051"/>
                  </a:lnTo>
                  <a:lnTo>
                    <a:pt x="1884" y="272"/>
                  </a:lnTo>
                  <a:close/>
                  <a:moveTo>
                    <a:pt x="1935" y="1"/>
                  </a:moveTo>
                  <a:cubicBezTo>
                    <a:pt x="1884" y="1"/>
                    <a:pt x="1819" y="1"/>
                    <a:pt x="1767" y="52"/>
                  </a:cubicBezTo>
                  <a:lnTo>
                    <a:pt x="53" y="1987"/>
                  </a:lnTo>
                  <a:cubicBezTo>
                    <a:pt x="53" y="2051"/>
                    <a:pt x="1" y="2051"/>
                    <a:pt x="1" y="2103"/>
                  </a:cubicBezTo>
                  <a:lnTo>
                    <a:pt x="53" y="2154"/>
                  </a:lnTo>
                  <a:lnTo>
                    <a:pt x="2038" y="3869"/>
                  </a:lnTo>
                  <a:cubicBezTo>
                    <a:pt x="2064" y="3895"/>
                    <a:pt x="2090" y="3908"/>
                    <a:pt x="2117" y="3908"/>
                  </a:cubicBezTo>
                  <a:cubicBezTo>
                    <a:pt x="2145" y="3908"/>
                    <a:pt x="2174" y="3895"/>
                    <a:pt x="2206" y="3869"/>
                  </a:cubicBezTo>
                  <a:lnTo>
                    <a:pt x="3921" y="1935"/>
                  </a:lnTo>
                  <a:cubicBezTo>
                    <a:pt x="3972" y="1883"/>
                    <a:pt x="3972" y="1780"/>
                    <a:pt x="3921" y="1729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047;p32">
              <a:extLst>
                <a:ext uri="{FF2B5EF4-FFF2-40B4-BE49-F238E27FC236}">
                  <a16:creationId xmlns:a16="http://schemas.microsoft.com/office/drawing/2014/main" id="{88F54A36-7DA9-E0C8-8656-74684CC40624}"/>
                </a:ext>
              </a:extLst>
            </p:cNvPr>
            <p:cNvSpPr/>
            <p:nvPr/>
          </p:nvSpPr>
          <p:spPr>
            <a:xfrm>
              <a:off x="4026950" y="4117125"/>
              <a:ext cx="98025" cy="98350"/>
            </a:xfrm>
            <a:custGeom>
              <a:avLst/>
              <a:gdLst/>
              <a:ahLst/>
              <a:cxnLst/>
              <a:rect l="l" t="t" r="r" b="b"/>
              <a:pathLst>
                <a:path w="3921" h="3934" extrusionOk="0">
                  <a:moveTo>
                    <a:pt x="1831" y="271"/>
                  </a:moveTo>
                  <a:lnTo>
                    <a:pt x="3649" y="1832"/>
                  </a:lnTo>
                  <a:lnTo>
                    <a:pt x="2089" y="3611"/>
                  </a:lnTo>
                  <a:lnTo>
                    <a:pt x="271" y="2102"/>
                  </a:lnTo>
                  <a:lnTo>
                    <a:pt x="1831" y="271"/>
                  </a:lnTo>
                  <a:close/>
                  <a:moveTo>
                    <a:pt x="1934" y="1"/>
                  </a:moveTo>
                  <a:cubicBezTo>
                    <a:pt x="1883" y="1"/>
                    <a:pt x="1767" y="1"/>
                    <a:pt x="1715" y="65"/>
                  </a:cubicBezTo>
                  <a:lnTo>
                    <a:pt x="52" y="1999"/>
                  </a:lnTo>
                  <a:cubicBezTo>
                    <a:pt x="0" y="2051"/>
                    <a:pt x="0" y="2154"/>
                    <a:pt x="52" y="2206"/>
                  </a:cubicBezTo>
                  <a:lnTo>
                    <a:pt x="1986" y="3869"/>
                  </a:lnTo>
                  <a:cubicBezTo>
                    <a:pt x="2037" y="3933"/>
                    <a:pt x="2037" y="3933"/>
                    <a:pt x="2089" y="3933"/>
                  </a:cubicBezTo>
                  <a:cubicBezTo>
                    <a:pt x="2153" y="3933"/>
                    <a:pt x="2153" y="3933"/>
                    <a:pt x="2205" y="3869"/>
                  </a:cubicBezTo>
                  <a:lnTo>
                    <a:pt x="3920" y="1935"/>
                  </a:lnTo>
                  <a:lnTo>
                    <a:pt x="3920" y="1832"/>
                  </a:lnTo>
                  <a:cubicBezTo>
                    <a:pt x="3920" y="1780"/>
                    <a:pt x="3920" y="1780"/>
                    <a:pt x="3868" y="1728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048;p32">
              <a:extLst>
                <a:ext uri="{FF2B5EF4-FFF2-40B4-BE49-F238E27FC236}">
                  <a16:creationId xmlns:a16="http://schemas.microsoft.com/office/drawing/2014/main" id="{1138B26D-87B7-4630-5D65-D63794DF7D74}"/>
                </a:ext>
              </a:extLst>
            </p:cNvPr>
            <p:cNvSpPr/>
            <p:nvPr/>
          </p:nvSpPr>
          <p:spPr>
            <a:xfrm>
              <a:off x="3919600" y="4123900"/>
              <a:ext cx="99300" cy="98025"/>
            </a:xfrm>
            <a:custGeom>
              <a:avLst/>
              <a:gdLst/>
              <a:ahLst/>
              <a:cxnLst/>
              <a:rect l="l" t="t" r="r" b="b"/>
              <a:pathLst>
                <a:path w="3972" h="3921" extrusionOk="0">
                  <a:moveTo>
                    <a:pt x="1870" y="271"/>
                  </a:moveTo>
                  <a:lnTo>
                    <a:pt x="3649" y="1831"/>
                  </a:lnTo>
                  <a:lnTo>
                    <a:pt x="2089" y="3662"/>
                  </a:lnTo>
                  <a:lnTo>
                    <a:pt x="323" y="2102"/>
                  </a:lnTo>
                  <a:lnTo>
                    <a:pt x="1870" y="271"/>
                  </a:lnTo>
                  <a:close/>
                  <a:moveTo>
                    <a:pt x="1934" y="0"/>
                  </a:moveTo>
                  <a:cubicBezTo>
                    <a:pt x="1870" y="0"/>
                    <a:pt x="1818" y="0"/>
                    <a:pt x="1767" y="52"/>
                  </a:cubicBezTo>
                  <a:lnTo>
                    <a:pt x="52" y="1986"/>
                  </a:lnTo>
                  <a:cubicBezTo>
                    <a:pt x="0" y="2051"/>
                    <a:pt x="52" y="2154"/>
                    <a:pt x="103" y="2205"/>
                  </a:cubicBezTo>
                  <a:lnTo>
                    <a:pt x="2038" y="3869"/>
                  </a:lnTo>
                  <a:cubicBezTo>
                    <a:pt x="2089" y="3920"/>
                    <a:pt x="2089" y="3920"/>
                    <a:pt x="2141" y="3920"/>
                  </a:cubicBezTo>
                  <a:cubicBezTo>
                    <a:pt x="2141" y="3920"/>
                    <a:pt x="2192" y="3920"/>
                    <a:pt x="2192" y="3869"/>
                  </a:cubicBezTo>
                  <a:lnTo>
                    <a:pt x="3920" y="1935"/>
                  </a:lnTo>
                  <a:cubicBezTo>
                    <a:pt x="3972" y="1883"/>
                    <a:pt x="3972" y="1883"/>
                    <a:pt x="3972" y="1831"/>
                  </a:cubicBezTo>
                  <a:cubicBezTo>
                    <a:pt x="3972" y="1780"/>
                    <a:pt x="3972" y="1780"/>
                    <a:pt x="3920" y="1728"/>
                  </a:cubicBezTo>
                  <a:lnTo>
                    <a:pt x="1934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049;p32">
              <a:extLst>
                <a:ext uri="{FF2B5EF4-FFF2-40B4-BE49-F238E27FC236}">
                  <a16:creationId xmlns:a16="http://schemas.microsoft.com/office/drawing/2014/main" id="{48AE5345-4046-B5DB-54C0-E0680F23C176}"/>
                </a:ext>
              </a:extLst>
            </p:cNvPr>
            <p:cNvSpPr/>
            <p:nvPr/>
          </p:nvSpPr>
          <p:spPr>
            <a:xfrm>
              <a:off x="4107525" y="4221900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0"/>
                  </a:moveTo>
                  <a:lnTo>
                    <a:pt x="1" y="1780"/>
                  </a:lnTo>
                  <a:lnTo>
                    <a:pt x="1767" y="3340"/>
                  </a:lnTo>
                  <a:lnTo>
                    <a:pt x="3328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050;p32">
              <a:extLst>
                <a:ext uri="{FF2B5EF4-FFF2-40B4-BE49-F238E27FC236}">
                  <a16:creationId xmlns:a16="http://schemas.microsoft.com/office/drawing/2014/main" id="{2B086BAE-437A-BB5D-AAD9-6C1EDF731891}"/>
                </a:ext>
              </a:extLst>
            </p:cNvPr>
            <p:cNvSpPr/>
            <p:nvPr/>
          </p:nvSpPr>
          <p:spPr>
            <a:xfrm>
              <a:off x="4157175" y="4165475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1"/>
                  </a:moveTo>
                  <a:lnTo>
                    <a:pt x="0" y="1780"/>
                  </a:lnTo>
                  <a:lnTo>
                    <a:pt x="1780" y="3341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051;p32">
              <a:extLst>
                <a:ext uri="{FF2B5EF4-FFF2-40B4-BE49-F238E27FC236}">
                  <a16:creationId xmlns:a16="http://schemas.microsoft.com/office/drawing/2014/main" id="{7ED10ADA-29E7-11B5-7DBB-D8055222EC9E}"/>
                </a:ext>
              </a:extLst>
            </p:cNvPr>
            <p:cNvSpPr/>
            <p:nvPr/>
          </p:nvSpPr>
          <p:spPr>
            <a:xfrm>
              <a:off x="4263225" y="4159025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1"/>
                  </a:moveTo>
                  <a:lnTo>
                    <a:pt x="1" y="1767"/>
                  </a:lnTo>
                  <a:lnTo>
                    <a:pt x="1780" y="3328"/>
                  </a:lnTo>
                  <a:lnTo>
                    <a:pt x="3340" y="1548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52;p32">
              <a:extLst>
                <a:ext uri="{FF2B5EF4-FFF2-40B4-BE49-F238E27FC236}">
                  <a16:creationId xmlns:a16="http://schemas.microsoft.com/office/drawing/2014/main" id="{278F73E2-E8E1-5750-F276-CAB6D9654BFB}"/>
                </a:ext>
              </a:extLst>
            </p:cNvPr>
            <p:cNvSpPr/>
            <p:nvPr/>
          </p:nvSpPr>
          <p:spPr>
            <a:xfrm>
              <a:off x="4213600" y="4215450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831" y="3327"/>
                  </a:lnTo>
                  <a:lnTo>
                    <a:pt x="3391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53;p32">
              <a:extLst>
                <a:ext uri="{FF2B5EF4-FFF2-40B4-BE49-F238E27FC236}">
                  <a16:creationId xmlns:a16="http://schemas.microsoft.com/office/drawing/2014/main" id="{CE1121B5-AF0B-92D1-8ADE-72F429FA6C8C}"/>
                </a:ext>
              </a:extLst>
            </p:cNvPr>
            <p:cNvSpPr/>
            <p:nvPr/>
          </p:nvSpPr>
          <p:spPr>
            <a:xfrm>
              <a:off x="4149125" y="4157825"/>
              <a:ext cx="99300" cy="98900"/>
            </a:xfrm>
            <a:custGeom>
              <a:avLst/>
              <a:gdLst/>
              <a:ahLst/>
              <a:cxnLst/>
              <a:rect l="l" t="t" r="r" b="b"/>
              <a:pathLst>
                <a:path w="3972" h="3956" extrusionOk="0">
                  <a:moveTo>
                    <a:pt x="1883" y="307"/>
                  </a:moveTo>
                  <a:lnTo>
                    <a:pt x="3649" y="1867"/>
                  </a:lnTo>
                  <a:lnTo>
                    <a:pt x="2102" y="3647"/>
                  </a:lnTo>
                  <a:lnTo>
                    <a:pt x="322" y="2086"/>
                  </a:lnTo>
                  <a:lnTo>
                    <a:pt x="1883" y="307"/>
                  </a:lnTo>
                  <a:close/>
                  <a:moveTo>
                    <a:pt x="1857" y="1"/>
                  </a:moveTo>
                  <a:cubicBezTo>
                    <a:pt x="1831" y="1"/>
                    <a:pt x="1805" y="17"/>
                    <a:pt x="1780" y="49"/>
                  </a:cubicBezTo>
                  <a:lnTo>
                    <a:pt x="52" y="2035"/>
                  </a:lnTo>
                  <a:cubicBezTo>
                    <a:pt x="0" y="2086"/>
                    <a:pt x="0" y="2138"/>
                    <a:pt x="52" y="2189"/>
                  </a:cubicBezTo>
                  <a:lnTo>
                    <a:pt x="2037" y="3917"/>
                  </a:lnTo>
                  <a:cubicBezTo>
                    <a:pt x="2070" y="3943"/>
                    <a:pt x="2099" y="3956"/>
                    <a:pt x="2126" y="3956"/>
                  </a:cubicBezTo>
                  <a:cubicBezTo>
                    <a:pt x="2154" y="3956"/>
                    <a:pt x="2179" y="3943"/>
                    <a:pt x="2205" y="3917"/>
                  </a:cubicBezTo>
                  <a:lnTo>
                    <a:pt x="3920" y="1919"/>
                  </a:lnTo>
                  <a:cubicBezTo>
                    <a:pt x="3920" y="1919"/>
                    <a:pt x="3972" y="1867"/>
                    <a:pt x="3972" y="1815"/>
                  </a:cubicBezTo>
                  <a:lnTo>
                    <a:pt x="3920" y="1764"/>
                  </a:lnTo>
                  <a:lnTo>
                    <a:pt x="1934" y="49"/>
                  </a:lnTo>
                  <a:cubicBezTo>
                    <a:pt x="1909" y="17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54;p32">
              <a:extLst>
                <a:ext uri="{FF2B5EF4-FFF2-40B4-BE49-F238E27FC236}">
                  <a16:creationId xmlns:a16="http://schemas.microsoft.com/office/drawing/2014/main" id="{0DC0215A-EFB0-41B2-BAAF-D2B2332052D6}"/>
                </a:ext>
              </a:extLst>
            </p:cNvPr>
            <p:cNvSpPr/>
            <p:nvPr/>
          </p:nvSpPr>
          <p:spPr>
            <a:xfrm>
              <a:off x="4206825" y="4207725"/>
              <a:ext cx="98025" cy="98650"/>
            </a:xfrm>
            <a:custGeom>
              <a:avLst/>
              <a:gdLst/>
              <a:ahLst/>
              <a:cxnLst/>
              <a:rect l="l" t="t" r="r" b="b"/>
              <a:pathLst>
                <a:path w="3921" h="3946" extrusionOk="0">
                  <a:moveTo>
                    <a:pt x="1831" y="309"/>
                  </a:moveTo>
                  <a:lnTo>
                    <a:pt x="3662" y="1857"/>
                  </a:lnTo>
                  <a:lnTo>
                    <a:pt x="2102" y="3636"/>
                  </a:lnTo>
                  <a:lnTo>
                    <a:pt x="271" y="2076"/>
                  </a:lnTo>
                  <a:lnTo>
                    <a:pt x="1831" y="309"/>
                  </a:lnTo>
                  <a:close/>
                  <a:moveTo>
                    <a:pt x="1831" y="0"/>
                  </a:moveTo>
                  <a:cubicBezTo>
                    <a:pt x="1793" y="0"/>
                    <a:pt x="1754" y="13"/>
                    <a:pt x="1728" y="39"/>
                  </a:cubicBezTo>
                  <a:lnTo>
                    <a:pt x="52" y="2024"/>
                  </a:lnTo>
                  <a:cubicBezTo>
                    <a:pt x="0" y="2076"/>
                    <a:pt x="0" y="2128"/>
                    <a:pt x="52" y="2179"/>
                  </a:cubicBezTo>
                  <a:lnTo>
                    <a:pt x="1986" y="3907"/>
                  </a:lnTo>
                  <a:cubicBezTo>
                    <a:pt x="2018" y="3933"/>
                    <a:pt x="2060" y="3946"/>
                    <a:pt x="2100" y="3946"/>
                  </a:cubicBezTo>
                  <a:cubicBezTo>
                    <a:pt x="2141" y="3946"/>
                    <a:pt x="2179" y="3933"/>
                    <a:pt x="2205" y="3907"/>
                  </a:cubicBezTo>
                  <a:lnTo>
                    <a:pt x="3920" y="1921"/>
                  </a:lnTo>
                  <a:lnTo>
                    <a:pt x="3920" y="1805"/>
                  </a:lnTo>
                  <a:cubicBezTo>
                    <a:pt x="3920" y="1805"/>
                    <a:pt x="3920" y="1754"/>
                    <a:pt x="3869" y="1754"/>
                  </a:cubicBezTo>
                  <a:lnTo>
                    <a:pt x="1934" y="39"/>
                  </a:lnTo>
                  <a:cubicBezTo>
                    <a:pt x="1909" y="13"/>
                    <a:pt x="1870" y="0"/>
                    <a:pt x="183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55;p32">
              <a:extLst>
                <a:ext uri="{FF2B5EF4-FFF2-40B4-BE49-F238E27FC236}">
                  <a16:creationId xmlns:a16="http://schemas.microsoft.com/office/drawing/2014/main" id="{BD50D979-5A46-ED06-747C-A956C7DCE0DB}"/>
                </a:ext>
              </a:extLst>
            </p:cNvPr>
            <p:cNvSpPr/>
            <p:nvPr/>
          </p:nvSpPr>
          <p:spPr>
            <a:xfrm>
              <a:off x="4255175" y="4152275"/>
              <a:ext cx="99625" cy="98025"/>
            </a:xfrm>
            <a:custGeom>
              <a:avLst/>
              <a:gdLst/>
              <a:ahLst/>
              <a:cxnLst/>
              <a:rect l="l" t="t" r="r" b="b"/>
              <a:pathLst>
                <a:path w="3985" h="3921" extrusionOk="0">
                  <a:moveTo>
                    <a:pt x="1883" y="271"/>
                  </a:moveTo>
                  <a:lnTo>
                    <a:pt x="3662" y="1818"/>
                  </a:lnTo>
                  <a:lnTo>
                    <a:pt x="2102" y="3598"/>
                  </a:lnTo>
                  <a:lnTo>
                    <a:pt x="323" y="2037"/>
                  </a:lnTo>
                  <a:lnTo>
                    <a:pt x="1883" y="271"/>
                  </a:lnTo>
                  <a:close/>
                  <a:moveTo>
                    <a:pt x="1780" y="0"/>
                  </a:moveTo>
                  <a:lnTo>
                    <a:pt x="52" y="1986"/>
                  </a:lnTo>
                  <a:cubicBezTo>
                    <a:pt x="0" y="2037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51" y="3920"/>
                    <a:pt x="2102" y="3920"/>
                    <a:pt x="2102" y="3920"/>
                  </a:cubicBezTo>
                  <a:cubicBezTo>
                    <a:pt x="2154" y="3920"/>
                    <a:pt x="2205" y="3869"/>
                    <a:pt x="2205" y="3869"/>
                  </a:cubicBezTo>
                  <a:lnTo>
                    <a:pt x="3920" y="1883"/>
                  </a:lnTo>
                  <a:cubicBezTo>
                    <a:pt x="3985" y="1818"/>
                    <a:pt x="3985" y="1767"/>
                    <a:pt x="3920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56;p32">
              <a:extLst>
                <a:ext uri="{FF2B5EF4-FFF2-40B4-BE49-F238E27FC236}">
                  <a16:creationId xmlns:a16="http://schemas.microsoft.com/office/drawing/2014/main" id="{2F6B8964-426E-3896-7CD1-9A374309739E}"/>
                </a:ext>
              </a:extLst>
            </p:cNvPr>
            <p:cNvSpPr/>
            <p:nvPr/>
          </p:nvSpPr>
          <p:spPr>
            <a:xfrm>
              <a:off x="4099475" y="4214250"/>
              <a:ext cx="99300" cy="99225"/>
            </a:xfrm>
            <a:custGeom>
              <a:avLst/>
              <a:gdLst/>
              <a:ahLst/>
              <a:cxnLst/>
              <a:rect l="l" t="t" r="r" b="b"/>
              <a:pathLst>
                <a:path w="3972" h="3969" extrusionOk="0">
                  <a:moveTo>
                    <a:pt x="1883" y="306"/>
                  </a:moveTo>
                  <a:lnTo>
                    <a:pt x="3650" y="1867"/>
                  </a:lnTo>
                  <a:lnTo>
                    <a:pt x="2089" y="3646"/>
                  </a:lnTo>
                  <a:lnTo>
                    <a:pt x="323" y="2086"/>
                  </a:lnTo>
                  <a:lnTo>
                    <a:pt x="1883" y="306"/>
                  </a:lnTo>
                  <a:close/>
                  <a:moveTo>
                    <a:pt x="1856" y="0"/>
                  </a:moveTo>
                  <a:cubicBezTo>
                    <a:pt x="1828" y="0"/>
                    <a:pt x="1799" y="16"/>
                    <a:pt x="1767" y="48"/>
                  </a:cubicBezTo>
                  <a:lnTo>
                    <a:pt x="52" y="2034"/>
                  </a:lnTo>
                  <a:cubicBezTo>
                    <a:pt x="0" y="2086"/>
                    <a:pt x="52" y="2137"/>
                    <a:pt x="52" y="2189"/>
                  </a:cubicBezTo>
                  <a:lnTo>
                    <a:pt x="2038" y="3917"/>
                  </a:lnTo>
                  <a:cubicBezTo>
                    <a:pt x="2089" y="3917"/>
                    <a:pt x="2089" y="3968"/>
                    <a:pt x="2154" y="3968"/>
                  </a:cubicBezTo>
                  <a:lnTo>
                    <a:pt x="2205" y="3917"/>
                  </a:lnTo>
                  <a:lnTo>
                    <a:pt x="3920" y="1918"/>
                  </a:lnTo>
                  <a:cubicBezTo>
                    <a:pt x="3972" y="1918"/>
                    <a:pt x="3972" y="1867"/>
                    <a:pt x="3972" y="1867"/>
                  </a:cubicBezTo>
                  <a:cubicBezTo>
                    <a:pt x="3972" y="1815"/>
                    <a:pt x="3972" y="1763"/>
                    <a:pt x="3920" y="1763"/>
                  </a:cubicBezTo>
                  <a:lnTo>
                    <a:pt x="1935" y="48"/>
                  </a:lnTo>
                  <a:cubicBezTo>
                    <a:pt x="1909" y="16"/>
                    <a:pt x="1883" y="0"/>
                    <a:pt x="185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57;p32">
              <a:extLst>
                <a:ext uri="{FF2B5EF4-FFF2-40B4-BE49-F238E27FC236}">
                  <a16:creationId xmlns:a16="http://schemas.microsoft.com/office/drawing/2014/main" id="{B2B9EC78-CB5A-FBC2-E73F-09C093E2227C}"/>
                </a:ext>
              </a:extLst>
            </p:cNvPr>
            <p:cNvSpPr/>
            <p:nvPr/>
          </p:nvSpPr>
          <p:spPr>
            <a:xfrm>
              <a:off x="4029525" y="4304100"/>
              <a:ext cx="83500" cy="83200"/>
            </a:xfrm>
            <a:custGeom>
              <a:avLst/>
              <a:gdLst/>
              <a:ahLst/>
              <a:cxnLst/>
              <a:rect l="l" t="t" r="r" b="b"/>
              <a:pathLst>
                <a:path w="3340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780" y="3327"/>
                  </a:lnTo>
                  <a:lnTo>
                    <a:pt x="3340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58;p32">
              <a:extLst>
                <a:ext uri="{FF2B5EF4-FFF2-40B4-BE49-F238E27FC236}">
                  <a16:creationId xmlns:a16="http://schemas.microsoft.com/office/drawing/2014/main" id="{7402E227-8DE7-6A16-29C2-D98486C39D11}"/>
                </a:ext>
              </a:extLst>
            </p:cNvPr>
            <p:cNvSpPr/>
            <p:nvPr/>
          </p:nvSpPr>
          <p:spPr>
            <a:xfrm>
              <a:off x="3973100" y="4254125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1509" y="1"/>
                  </a:moveTo>
                  <a:lnTo>
                    <a:pt x="1" y="1832"/>
                  </a:lnTo>
                  <a:lnTo>
                    <a:pt x="1780" y="3341"/>
                  </a:lnTo>
                  <a:lnTo>
                    <a:pt x="3340" y="1561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59;p32">
              <a:extLst>
                <a:ext uri="{FF2B5EF4-FFF2-40B4-BE49-F238E27FC236}">
                  <a16:creationId xmlns:a16="http://schemas.microsoft.com/office/drawing/2014/main" id="{2710D6A2-D8EF-A1B3-C66B-3F970C0BDB8C}"/>
                </a:ext>
              </a:extLst>
            </p:cNvPr>
            <p:cNvSpPr/>
            <p:nvPr/>
          </p:nvSpPr>
          <p:spPr>
            <a:xfrm>
              <a:off x="4085925" y="4353750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780" y="3327"/>
                  </a:lnTo>
                  <a:lnTo>
                    <a:pt x="3340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60;p32">
              <a:extLst>
                <a:ext uri="{FF2B5EF4-FFF2-40B4-BE49-F238E27FC236}">
                  <a16:creationId xmlns:a16="http://schemas.microsoft.com/office/drawing/2014/main" id="{2C25EEB9-832C-03D4-C622-F4E0FF4BD5EA}"/>
                </a:ext>
              </a:extLst>
            </p:cNvPr>
            <p:cNvSpPr/>
            <p:nvPr/>
          </p:nvSpPr>
          <p:spPr>
            <a:xfrm>
              <a:off x="4037575" y="4408875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832" y="3327"/>
                  </a:lnTo>
                  <a:lnTo>
                    <a:pt x="3392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61;p32">
              <a:extLst>
                <a:ext uri="{FF2B5EF4-FFF2-40B4-BE49-F238E27FC236}">
                  <a16:creationId xmlns:a16="http://schemas.microsoft.com/office/drawing/2014/main" id="{ABB0E470-7587-1F27-7F8B-251E88CA4424}"/>
                </a:ext>
              </a:extLst>
            </p:cNvPr>
            <p:cNvSpPr/>
            <p:nvPr/>
          </p:nvSpPr>
          <p:spPr>
            <a:xfrm>
              <a:off x="3965050" y="4247675"/>
              <a:ext cx="98025" cy="97700"/>
            </a:xfrm>
            <a:custGeom>
              <a:avLst/>
              <a:gdLst/>
              <a:ahLst/>
              <a:cxnLst/>
              <a:rect l="l" t="t" r="r" b="b"/>
              <a:pathLst>
                <a:path w="3921" h="3908" extrusionOk="0">
                  <a:moveTo>
                    <a:pt x="1831" y="259"/>
                  </a:moveTo>
                  <a:lnTo>
                    <a:pt x="3662" y="1819"/>
                  </a:lnTo>
                  <a:lnTo>
                    <a:pt x="2102" y="3599"/>
                  </a:lnTo>
                  <a:lnTo>
                    <a:pt x="323" y="2090"/>
                  </a:lnTo>
                  <a:lnTo>
                    <a:pt x="1831" y="259"/>
                  </a:lnTo>
                  <a:close/>
                  <a:moveTo>
                    <a:pt x="1831" y="1"/>
                  </a:moveTo>
                  <a:cubicBezTo>
                    <a:pt x="1780" y="1"/>
                    <a:pt x="1780" y="1"/>
                    <a:pt x="1780" y="53"/>
                  </a:cubicBezTo>
                  <a:lnTo>
                    <a:pt x="52" y="1987"/>
                  </a:lnTo>
                  <a:cubicBezTo>
                    <a:pt x="0" y="2038"/>
                    <a:pt x="0" y="2038"/>
                    <a:pt x="0" y="2090"/>
                  </a:cubicBezTo>
                  <a:cubicBezTo>
                    <a:pt x="0" y="2141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76" y="3895"/>
                    <a:pt x="2102" y="3908"/>
                    <a:pt x="2128" y="3908"/>
                  </a:cubicBezTo>
                  <a:cubicBezTo>
                    <a:pt x="2154" y="3908"/>
                    <a:pt x="2179" y="3895"/>
                    <a:pt x="2205" y="3869"/>
                  </a:cubicBezTo>
                  <a:lnTo>
                    <a:pt x="3920" y="1871"/>
                  </a:lnTo>
                  <a:lnTo>
                    <a:pt x="3920" y="1819"/>
                  </a:lnTo>
                  <a:cubicBezTo>
                    <a:pt x="3920" y="1767"/>
                    <a:pt x="3920" y="1767"/>
                    <a:pt x="3869" y="1716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62;p32">
              <a:extLst>
                <a:ext uri="{FF2B5EF4-FFF2-40B4-BE49-F238E27FC236}">
                  <a16:creationId xmlns:a16="http://schemas.microsoft.com/office/drawing/2014/main" id="{A0C21999-4C90-38F5-0A6A-5F1340B22107}"/>
                </a:ext>
              </a:extLst>
            </p:cNvPr>
            <p:cNvSpPr/>
            <p:nvPr/>
          </p:nvSpPr>
          <p:spPr>
            <a:xfrm>
              <a:off x="4021450" y="4296050"/>
              <a:ext cx="99650" cy="99300"/>
            </a:xfrm>
            <a:custGeom>
              <a:avLst/>
              <a:gdLst/>
              <a:ahLst/>
              <a:cxnLst/>
              <a:rect l="l" t="t" r="r" b="b"/>
              <a:pathLst>
                <a:path w="3986" h="3972" extrusionOk="0">
                  <a:moveTo>
                    <a:pt x="1883" y="322"/>
                  </a:moveTo>
                  <a:lnTo>
                    <a:pt x="3663" y="1870"/>
                  </a:lnTo>
                  <a:lnTo>
                    <a:pt x="2103" y="3649"/>
                  </a:lnTo>
                  <a:lnTo>
                    <a:pt x="323" y="2089"/>
                  </a:lnTo>
                  <a:lnTo>
                    <a:pt x="1883" y="322"/>
                  </a:lnTo>
                  <a:close/>
                  <a:moveTo>
                    <a:pt x="1832" y="0"/>
                  </a:moveTo>
                  <a:lnTo>
                    <a:pt x="1780" y="52"/>
                  </a:lnTo>
                  <a:lnTo>
                    <a:pt x="52" y="2037"/>
                  </a:lnTo>
                  <a:cubicBezTo>
                    <a:pt x="1" y="2089"/>
                    <a:pt x="1" y="2141"/>
                    <a:pt x="52" y="2192"/>
                  </a:cubicBezTo>
                  <a:lnTo>
                    <a:pt x="2051" y="3920"/>
                  </a:lnTo>
                  <a:lnTo>
                    <a:pt x="2103" y="3972"/>
                  </a:lnTo>
                  <a:cubicBezTo>
                    <a:pt x="2154" y="3920"/>
                    <a:pt x="2206" y="3920"/>
                    <a:pt x="2206" y="3920"/>
                  </a:cubicBezTo>
                  <a:lnTo>
                    <a:pt x="3921" y="1934"/>
                  </a:lnTo>
                  <a:cubicBezTo>
                    <a:pt x="3985" y="1870"/>
                    <a:pt x="3985" y="1818"/>
                    <a:pt x="3921" y="1767"/>
                  </a:cubicBezTo>
                  <a:lnTo>
                    <a:pt x="1935" y="52"/>
                  </a:lnTo>
                  <a:cubicBezTo>
                    <a:pt x="1883" y="52"/>
                    <a:pt x="1883" y="0"/>
                    <a:pt x="183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63;p32">
              <a:extLst>
                <a:ext uri="{FF2B5EF4-FFF2-40B4-BE49-F238E27FC236}">
                  <a16:creationId xmlns:a16="http://schemas.microsoft.com/office/drawing/2014/main" id="{86F8A303-23A1-1139-6195-DA255D36972D}"/>
                </a:ext>
              </a:extLst>
            </p:cNvPr>
            <p:cNvSpPr/>
            <p:nvPr/>
          </p:nvSpPr>
          <p:spPr>
            <a:xfrm>
              <a:off x="4077875" y="4346000"/>
              <a:ext cx="99625" cy="97700"/>
            </a:xfrm>
            <a:custGeom>
              <a:avLst/>
              <a:gdLst/>
              <a:ahLst/>
              <a:cxnLst/>
              <a:rect l="l" t="t" r="r" b="b"/>
              <a:pathLst>
                <a:path w="3985" h="3908" extrusionOk="0">
                  <a:moveTo>
                    <a:pt x="1883" y="310"/>
                  </a:moveTo>
                  <a:lnTo>
                    <a:pt x="3662" y="1806"/>
                  </a:lnTo>
                  <a:lnTo>
                    <a:pt x="2102" y="3637"/>
                  </a:lnTo>
                  <a:lnTo>
                    <a:pt x="323" y="2077"/>
                  </a:lnTo>
                  <a:lnTo>
                    <a:pt x="1883" y="310"/>
                  </a:lnTo>
                  <a:close/>
                  <a:moveTo>
                    <a:pt x="1857" y="1"/>
                  </a:moveTo>
                  <a:cubicBezTo>
                    <a:pt x="1831" y="1"/>
                    <a:pt x="1806" y="14"/>
                    <a:pt x="1780" y="39"/>
                  </a:cubicBezTo>
                  <a:lnTo>
                    <a:pt x="52" y="2025"/>
                  </a:lnTo>
                  <a:cubicBezTo>
                    <a:pt x="0" y="2025"/>
                    <a:pt x="0" y="2128"/>
                    <a:pt x="52" y="2193"/>
                  </a:cubicBezTo>
                  <a:lnTo>
                    <a:pt x="2051" y="3908"/>
                  </a:lnTo>
                  <a:lnTo>
                    <a:pt x="2154" y="3908"/>
                  </a:lnTo>
                  <a:cubicBezTo>
                    <a:pt x="2154" y="3908"/>
                    <a:pt x="2205" y="3908"/>
                    <a:pt x="2205" y="3856"/>
                  </a:cubicBezTo>
                  <a:lnTo>
                    <a:pt x="3920" y="1922"/>
                  </a:lnTo>
                  <a:cubicBezTo>
                    <a:pt x="3920" y="1870"/>
                    <a:pt x="3985" y="1870"/>
                    <a:pt x="3985" y="1806"/>
                  </a:cubicBezTo>
                  <a:cubicBezTo>
                    <a:pt x="3985" y="1754"/>
                    <a:pt x="3920" y="1754"/>
                    <a:pt x="3920" y="1703"/>
                  </a:cubicBezTo>
                  <a:lnTo>
                    <a:pt x="1935" y="39"/>
                  </a:lnTo>
                  <a:cubicBezTo>
                    <a:pt x="1909" y="14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64;p32">
              <a:extLst>
                <a:ext uri="{FF2B5EF4-FFF2-40B4-BE49-F238E27FC236}">
                  <a16:creationId xmlns:a16="http://schemas.microsoft.com/office/drawing/2014/main" id="{98F6573D-E3E4-360F-78A9-AAA5D62ECBA7}"/>
                </a:ext>
              </a:extLst>
            </p:cNvPr>
            <p:cNvSpPr/>
            <p:nvPr/>
          </p:nvSpPr>
          <p:spPr>
            <a:xfrm>
              <a:off x="4030800" y="4401125"/>
              <a:ext cx="98350" cy="97700"/>
            </a:xfrm>
            <a:custGeom>
              <a:avLst/>
              <a:gdLst/>
              <a:ahLst/>
              <a:cxnLst/>
              <a:rect l="l" t="t" r="r" b="b"/>
              <a:pathLst>
                <a:path w="3934" h="3908" extrusionOk="0">
                  <a:moveTo>
                    <a:pt x="1832" y="310"/>
                  </a:moveTo>
                  <a:lnTo>
                    <a:pt x="3663" y="1806"/>
                  </a:lnTo>
                  <a:lnTo>
                    <a:pt x="2103" y="3637"/>
                  </a:lnTo>
                  <a:lnTo>
                    <a:pt x="272" y="2077"/>
                  </a:lnTo>
                  <a:lnTo>
                    <a:pt x="1832" y="310"/>
                  </a:lnTo>
                  <a:close/>
                  <a:moveTo>
                    <a:pt x="1832" y="1"/>
                  </a:moveTo>
                  <a:cubicBezTo>
                    <a:pt x="1793" y="1"/>
                    <a:pt x="1754" y="14"/>
                    <a:pt x="1729" y="39"/>
                  </a:cubicBezTo>
                  <a:lnTo>
                    <a:pt x="1" y="1974"/>
                  </a:lnTo>
                  <a:cubicBezTo>
                    <a:pt x="1" y="2025"/>
                    <a:pt x="1" y="2128"/>
                    <a:pt x="65" y="2180"/>
                  </a:cubicBezTo>
                  <a:lnTo>
                    <a:pt x="1999" y="3908"/>
                  </a:lnTo>
                  <a:lnTo>
                    <a:pt x="2103" y="3908"/>
                  </a:lnTo>
                  <a:cubicBezTo>
                    <a:pt x="2154" y="3908"/>
                    <a:pt x="2154" y="3908"/>
                    <a:pt x="2206" y="3856"/>
                  </a:cubicBezTo>
                  <a:lnTo>
                    <a:pt x="3934" y="1922"/>
                  </a:lnTo>
                  <a:lnTo>
                    <a:pt x="3934" y="1806"/>
                  </a:lnTo>
                  <a:cubicBezTo>
                    <a:pt x="3934" y="1754"/>
                    <a:pt x="3934" y="1754"/>
                    <a:pt x="3869" y="1703"/>
                  </a:cubicBezTo>
                  <a:lnTo>
                    <a:pt x="1935" y="39"/>
                  </a:lnTo>
                  <a:cubicBezTo>
                    <a:pt x="1909" y="14"/>
                    <a:pt x="1871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65;p32">
              <a:extLst>
                <a:ext uri="{FF2B5EF4-FFF2-40B4-BE49-F238E27FC236}">
                  <a16:creationId xmlns:a16="http://schemas.microsoft.com/office/drawing/2014/main" id="{8DE99C60-A46B-4785-E862-180E1DA481BF}"/>
                </a:ext>
              </a:extLst>
            </p:cNvPr>
            <p:cNvSpPr/>
            <p:nvPr/>
          </p:nvSpPr>
          <p:spPr>
            <a:xfrm>
              <a:off x="4174575" y="4497525"/>
              <a:ext cx="172175" cy="171850"/>
            </a:xfrm>
            <a:custGeom>
              <a:avLst/>
              <a:gdLst/>
              <a:ahLst/>
              <a:cxnLst/>
              <a:rect l="l" t="t" r="r" b="b"/>
              <a:pathLst>
                <a:path w="6887" h="6874" extrusionOk="0">
                  <a:moveTo>
                    <a:pt x="2477" y="1174"/>
                  </a:moveTo>
                  <a:cubicBezTo>
                    <a:pt x="2747" y="1174"/>
                    <a:pt x="3018" y="1393"/>
                    <a:pt x="3018" y="1715"/>
                  </a:cubicBezTo>
                  <a:cubicBezTo>
                    <a:pt x="3018" y="1986"/>
                    <a:pt x="2747" y="2257"/>
                    <a:pt x="2477" y="2257"/>
                  </a:cubicBezTo>
                  <a:cubicBezTo>
                    <a:pt x="2154" y="2257"/>
                    <a:pt x="1935" y="1986"/>
                    <a:pt x="1935" y="1715"/>
                  </a:cubicBezTo>
                  <a:cubicBezTo>
                    <a:pt x="1935" y="1393"/>
                    <a:pt x="2154" y="1174"/>
                    <a:pt x="2477" y="1174"/>
                  </a:cubicBezTo>
                  <a:close/>
                  <a:moveTo>
                    <a:pt x="5210" y="2192"/>
                  </a:moveTo>
                  <a:cubicBezTo>
                    <a:pt x="5481" y="2192"/>
                    <a:pt x="5752" y="2412"/>
                    <a:pt x="5752" y="2734"/>
                  </a:cubicBezTo>
                  <a:cubicBezTo>
                    <a:pt x="5752" y="3005"/>
                    <a:pt x="5481" y="3224"/>
                    <a:pt x="5210" y="3224"/>
                  </a:cubicBezTo>
                  <a:cubicBezTo>
                    <a:pt x="4888" y="3224"/>
                    <a:pt x="4682" y="3005"/>
                    <a:pt x="4682" y="2734"/>
                  </a:cubicBezTo>
                  <a:cubicBezTo>
                    <a:pt x="4682" y="2412"/>
                    <a:pt x="4888" y="2192"/>
                    <a:pt x="5210" y="2192"/>
                  </a:cubicBezTo>
                  <a:close/>
                  <a:moveTo>
                    <a:pt x="1509" y="3804"/>
                  </a:moveTo>
                  <a:cubicBezTo>
                    <a:pt x="1780" y="3804"/>
                    <a:pt x="1987" y="4075"/>
                    <a:pt x="1987" y="4346"/>
                  </a:cubicBezTo>
                  <a:cubicBezTo>
                    <a:pt x="1987" y="4617"/>
                    <a:pt x="1780" y="4887"/>
                    <a:pt x="1509" y="4887"/>
                  </a:cubicBezTo>
                  <a:cubicBezTo>
                    <a:pt x="1187" y="4887"/>
                    <a:pt x="968" y="4617"/>
                    <a:pt x="968" y="4346"/>
                  </a:cubicBezTo>
                  <a:cubicBezTo>
                    <a:pt x="968" y="4075"/>
                    <a:pt x="1187" y="3804"/>
                    <a:pt x="1509" y="3804"/>
                  </a:cubicBezTo>
                  <a:close/>
                  <a:moveTo>
                    <a:pt x="4192" y="4836"/>
                  </a:moveTo>
                  <a:cubicBezTo>
                    <a:pt x="4514" y="4836"/>
                    <a:pt x="4733" y="5094"/>
                    <a:pt x="4733" y="5364"/>
                  </a:cubicBezTo>
                  <a:cubicBezTo>
                    <a:pt x="4733" y="5635"/>
                    <a:pt x="4514" y="5906"/>
                    <a:pt x="4192" y="5906"/>
                  </a:cubicBezTo>
                  <a:cubicBezTo>
                    <a:pt x="3921" y="5906"/>
                    <a:pt x="3714" y="5635"/>
                    <a:pt x="3714" y="5364"/>
                  </a:cubicBezTo>
                  <a:cubicBezTo>
                    <a:pt x="3714" y="5094"/>
                    <a:pt x="3921" y="4836"/>
                    <a:pt x="4192" y="4836"/>
                  </a:cubicBezTo>
                  <a:close/>
                  <a:moveTo>
                    <a:pt x="1883" y="0"/>
                  </a:moveTo>
                  <a:cubicBezTo>
                    <a:pt x="1780" y="0"/>
                    <a:pt x="1729" y="52"/>
                    <a:pt x="1729" y="103"/>
                  </a:cubicBezTo>
                  <a:lnTo>
                    <a:pt x="1" y="4939"/>
                  </a:lnTo>
                  <a:lnTo>
                    <a:pt x="1" y="4990"/>
                  </a:lnTo>
                  <a:cubicBezTo>
                    <a:pt x="1" y="5042"/>
                    <a:pt x="52" y="5158"/>
                    <a:pt x="117" y="5158"/>
                  </a:cubicBezTo>
                  <a:lnTo>
                    <a:pt x="4888" y="6873"/>
                  </a:lnTo>
                  <a:lnTo>
                    <a:pt x="4952" y="6873"/>
                  </a:lnTo>
                  <a:cubicBezTo>
                    <a:pt x="5055" y="6873"/>
                    <a:pt x="5107" y="6821"/>
                    <a:pt x="5159" y="6705"/>
                  </a:cubicBezTo>
                  <a:lnTo>
                    <a:pt x="6822" y="1934"/>
                  </a:lnTo>
                  <a:cubicBezTo>
                    <a:pt x="6822" y="1934"/>
                    <a:pt x="6886" y="1934"/>
                    <a:pt x="6886" y="1870"/>
                  </a:cubicBezTo>
                  <a:cubicBezTo>
                    <a:pt x="6886" y="1818"/>
                    <a:pt x="6822" y="1715"/>
                    <a:pt x="6719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66;p32">
              <a:extLst>
                <a:ext uri="{FF2B5EF4-FFF2-40B4-BE49-F238E27FC236}">
                  <a16:creationId xmlns:a16="http://schemas.microsoft.com/office/drawing/2014/main" id="{26B70E71-4C5E-B39F-C55E-CB15B4E5A5D8}"/>
                </a:ext>
              </a:extLst>
            </p:cNvPr>
            <p:cNvSpPr/>
            <p:nvPr/>
          </p:nvSpPr>
          <p:spPr>
            <a:xfrm>
              <a:off x="4167800" y="4490750"/>
              <a:ext cx="184100" cy="184100"/>
            </a:xfrm>
            <a:custGeom>
              <a:avLst/>
              <a:gdLst/>
              <a:ahLst/>
              <a:cxnLst/>
              <a:rect l="l" t="t" r="r" b="b"/>
              <a:pathLst>
                <a:path w="7364" h="7364" extrusionOk="0">
                  <a:moveTo>
                    <a:pt x="2206" y="271"/>
                  </a:moveTo>
                  <a:lnTo>
                    <a:pt x="6990" y="1986"/>
                  </a:lnTo>
                  <a:cubicBezTo>
                    <a:pt x="7093" y="1986"/>
                    <a:pt x="7157" y="2089"/>
                    <a:pt x="7157" y="2141"/>
                  </a:cubicBezTo>
                  <a:cubicBezTo>
                    <a:pt x="7157" y="2205"/>
                    <a:pt x="7093" y="2205"/>
                    <a:pt x="7093" y="2205"/>
                  </a:cubicBezTo>
                  <a:lnTo>
                    <a:pt x="5430" y="6976"/>
                  </a:lnTo>
                  <a:cubicBezTo>
                    <a:pt x="5378" y="7092"/>
                    <a:pt x="5326" y="7144"/>
                    <a:pt x="5223" y="7144"/>
                  </a:cubicBezTo>
                  <a:lnTo>
                    <a:pt x="5159" y="7144"/>
                  </a:lnTo>
                  <a:lnTo>
                    <a:pt x="388" y="5429"/>
                  </a:lnTo>
                  <a:cubicBezTo>
                    <a:pt x="323" y="5429"/>
                    <a:pt x="272" y="5313"/>
                    <a:pt x="272" y="5261"/>
                  </a:cubicBezTo>
                  <a:lnTo>
                    <a:pt x="272" y="5210"/>
                  </a:lnTo>
                  <a:lnTo>
                    <a:pt x="2000" y="374"/>
                  </a:lnTo>
                  <a:cubicBezTo>
                    <a:pt x="2000" y="323"/>
                    <a:pt x="2051" y="271"/>
                    <a:pt x="2154" y="271"/>
                  </a:cubicBezTo>
                  <a:close/>
                  <a:moveTo>
                    <a:pt x="2154" y="0"/>
                  </a:moveTo>
                  <a:cubicBezTo>
                    <a:pt x="2000" y="0"/>
                    <a:pt x="1780" y="155"/>
                    <a:pt x="1729" y="323"/>
                  </a:cubicBezTo>
                  <a:lnTo>
                    <a:pt x="65" y="5107"/>
                  </a:lnTo>
                  <a:cubicBezTo>
                    <a:pt x="1" y="5158"/>
                    <a:pt x="1" y="5210"/>
                    <a:pt x="1" y="5261"/>
                  </a:cubicBezTo>
                  <a:cubicBezTo>
                    <a:pt x="1" y="5429"/>
                    <a:pt x="117" y="5584"/>
                    <a:pt x="323" y="5635"/>
                  </a:cubicBezTo>
                  <a:lnTo>
                    <a:pt x="5107" y="7363"/>
                  </a:lnTo>
                  <a:lnTo>
                    <a:pt x="5223" y="7363"/>
                  </a:lnTo>
                  <a:cubicBezTo>
                    <a:pt x="5430" y="7363"/>
                    <a:pt x="5597" y="7247"/>
                    <a:pt x="5649" y="7092"/>
                  </a:cubicBezTo>
                  <a:lnTo>
                    <a:pt x="7364" y="2309"/>
                  </a:lnTo>
                  <a:lnTo>
                    <a:pt x="7364" y="2141"/>
                  </a:lnTo>
                  <a:cubicBezTo>
                    <a:pt x="7364" y="1986"/>
                    <a:pt x="7261" y="1819"/>
                    <a:pt x="7093" y="1767"/>
                  </a:cubicBezTo>
                  <a:lnTo>
                    <a:pt x="2322" y="52"/>
                  </a:lnTo>
                  <a:cubicBezTo>
                    <a:pt x="2258" y="52"/>
                    <a:pt x="2206" y="0"/>
                    <a:pt x="21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67;p32">
              <a:extLst>
                <a:ext uri="{FF2B5EF4-FFF2-40B4-BE49-F238E27FC236}">
                  <a16:creationId xmlns:a16="http://schemas.microsoft.com/office/drawing/2014/main" id="{D0C524FA-6767-F2AC-A7E4-BB5EAFBF8CDE}"/>
                </a:ext>
              </a:extLst>
            </p:cNvPr>
            <p:cNvSpPr/>
            <p:nvPr/>
          </p:nvSpPr>
          <p:spPr>
            <a:xfrm>
              <a:off x="4222925" y="4526850"/>
              <a:ext cx="27125" cy="27100"/>
            </a:xfrm>
            <a:custGeom>
              <a:avLst/>
              <a:gdLst/>
              <a:ahLst/>
              <a:cxnLst/>
              <a:rect l="l" t="t" r="r" b="b"/>
              <a:pathLst>
                <a:path w="1085" h="1084" extrusionOk="0">
                  <a:moveTo>
                    <a:pt x="543" y="1"/>
                  </a:moveTo>
                  <a:cubicBezTo>
                    <a:pt x="220" y="1"/>
                    <a:pt x="1" y="220"/>
                    <a:pt x="1" y="542"/>
                  </a:cubicBezTo>
                  <a:cubicBezTo>
                    <a:pt x="1" y="813"/>
                    <a:pt x="220" y="1084"/>
                    <a:pt x="543" y="1084"/>
                  </a:cubicBezTo>
                  <a:cubicBezTo>
                    <a:pt x="813" y="1084"/>
                    <a:pt x="1084" y="813"/>
                    <a:pt x="1084" y="542"/>
                  </a:cubicBezTo>
                  <a:cubicBezTo>
                    <a:pt x="1084" y="220"/>
                    <a:pt x="813" y="1"/>
                    <a:pt x="543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68;p32">
              <a:extLst>
                <a:ext uri="{FF2B5EF4-FFF2-40B4-BE49-F238E27FC236}">
                  <a16:creationId xmlns:a16="http://schemas.microsoft.com/office/drawing/2014/main" id="{3CB1070F-934D-4F91-FF6D-BC95322C3D8C}"/>
                </a:ext>
              </a:extLst>
            </p:cNvPr>
            <p:cNvSpPr/>
            <p:nvPr/>
          </p:nvSpPr>
          <p:spPr>
            <a:xfrm>
              <a:off x="4291600" y="4552325"/>
              <a:ext cx="26775" cy="25800"/>
            </a:xfrm>
            <a:custGeom>
              <a:avLst/>
              <a:gdLst/>
              <a:ahLst/>
              <a:cxnLst/>
              <a:rect l="l" t="t" r="r" b="b"/>
              <a:pathLst>
                <a:path w="1071" h="1032" extrusionOk="0">
                  <a:moveTo>
                    <a:pt x="529" y="0"/>
                  </a:moveTo>
                  <a:cubicBezTo>
                    <a:pt x="207" y="0"/>
                    <a:pt x="1" y="220"/>
                    <a:pt x="1" y="542"/>
                  </a:cubicBezTo>
                  <a:cubicBezTo>
                    <a:pt x="1" y="813"/>
                    <a:pt x="207" y="1032"/>
                    <a:pt x="529" y="1032"/>
                  </a:cubicBezTo>
                  <a:cubicBezTo>
                    <a:pt x="800" y="1032"/>
                    <a:pt x="1071" y="813"/>
                    <a:pt x="1071" y="542"/>
                  </a:cubicBezTo>
                  <a:cubicBezTo>
                    <a:pt x="1071" y="220"/>
                    <a:pt x="800" y="0"/>
                    <a:pt x="52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69;p32">
              <a:extLst>
                <a:ext uri="{FF2B5EF4-FFF2-40B4-BE49-F238E27FC236}">
                  <a16:creationId xmlns:a16="http://schemas.microsoft.com/office/drawing/2014/main" id="{2A4E17E0-90A5-C292-3D48-4F5308DDF4BC}"/>
                </a:ext>
              </a:extLst>
            </p:cNvPr>
            <p:cNvSpPr/>
            <p:nvPr/>
          </p:nvSpPr>
          <p:spPr>
            <a:xfrm>
              <a:off x="4198750" y="4592625"/>
              <a:ext cx="25500" cy="27100"/>
            </a:xfrm>
            <a:custGeom>
              <a:avLst/>
              <a:gdLst/>
              <a:ahLst/>
              <a:cxnLst/>
              <a:rect l="l" t="t" r="r" b="b"/>
              <a:pathLst>
                <a:path w="1020" h="1084" extrusionOk="0">
                  <a:moveTo>
                    <a:pt x="542" y="0"/>
                  </a:moveTo>
                  <a:cubicBezTo>
                    <a:pt x="220" y="0"/>
                    <a:pt x="1" y="271"/>
                    <a:pt x="1" y="542"/>
                  </a:cubicBezTo>
                  <a:cubicBezTo>
                    <a:pt x="1" y="813"/>
                    <a:pt x="220" y="1083"/>
                    <a:pt x="542" y="1083"/>
                  </a:cubicBezTo>
                  <a:cubicBezTo>
                    <a:pt x="813" y="1083"/>
                    <a:pt x="1020" y="813"/>
                    <a:pt x="1020" y="542"/>
                  </a:cubicBezTo>
                  <a:cubicBezTo>
                    <a:pt x="1020" y="271"/>
                    <a:pt x="813" y="0"/>
                    <a:pt x="54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70;p32">
              <a:extLst>
                <a:ext uri="{FF2B5EF4-FFF2-40B4-BE49-F238E27FC236}">
                  <a16:creationId xmlns:a16="http://schemas.microsoft.com/office/drawing/2014/main" id="{C8F7C98C-A1B1-D7AC-2EBD-67488B4673A6}"/>
                </a:ext>
              </a:extLst>
            </p:cNvPr>
            <p:cNvSpPr/>
            <p:nvPr/>
          </p:nvSpPr>
          <p:spPr>
            <a:xfrm>
              <a:off x="4267425" y="4618400"/>
              <a:ext cx="25500" cy="26775"/>
            </a:xfrm>
            <a:custGeom>
              <a:avLst/>
              <a:gdLst/>
              <a:ahLst/>
              <a:cxnLst/>
              <a:rect l="l" t="t" r="r" b="b"/>
              <a:pathLst>
                <a:path w="1020" h="1071" extrusionOk="0">
                  <a:moveTo>
                    <a:pt x="478" y="1"/>
                  </a:moveTo>
                  <a:cubicBezTo>
                    <a:pt x="207" y="1"/>
                    <a:pt x="0" y="259"/>
                    <a:pt x="0" y="529"/>
                  </a:cubicBezTo>
                  <a:cubicBezTo>
                    <a:pt x="0" y="800"/>
                    <a:pt x="207" y="1071"/>
                    <a:pt x="478" y="1071"/>
                  </a:cubicBezTo>
                  <a:cubicBezTo>
                    <a:pt x="800" y="1071"/>
                    <a:pt x="1019" y="800"/>
                    <a:pt x="1019" y="529"/>
                  </a:cubicBezTo>
                  <a:cubicBezTo>
                    <a:pt x="1019" y="259"/>
                    <a:pt x="800" y="1"/>
                    <a:pt x="47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71;p32">
              <a:extLst>
                <a:ext uri="{FF2B5EF4-FFF2-40B4-BE49-F238E27FC236}">
                  <a16:creationId xmlns:a16="http://schemas.microsoft.com/office/drawing/2014/main" id="{463BA2AE-5AFE-AF73-1B28-968B5AD7008B}"/>
                </a:ext>
              </a:extLst>
            </p:cNvPr>
            <p:cNvSpPr/>
            <p:nvPr/>
          </p:nvSpPr>
          <p:spPr>
            <a:xfrm>
              <a:off x="4400225" y="4580700"/>
              <a:ext cx="61925" cy="60300"/>
            </a:xfrm>
            <a:custGeom>
              <a:avLst/>
              <a:gdLst/>
              <a:ahLst/>
              <a:cxnLst/>
              <a:rect l="l" t="t" r="r" b="b"/>
              <a:pathLst>
                <a:path w="2477" h="2412" extrusionOk="0">
                  <a:moveTo>
                    <a:pt x="1239" y="0"/>
                  </a:moveTo>
                  <a:cubicBezTo>
                    <a:pt x="917" y="0"/>
                    <a:pt x="594" y="155"/>
                    <a:pt x="375" y="374"/>
                  </a:cubicBezTo>
                  <a:cubicBezTo>
                    <a:pt x="169" y="593"/>
                    <a:pt x="1" y="916"/>
                    <a:pt x="1" y="1238"/>
                  </a:cubicBezTo>
                  <a:cubicBezTo>
                    <a:pt x="1" y="1560"/>
                    <a:pt x="169" y="1883"/>
                    <a:pt x="375" y="2089"/>
                  </a:cubicBezTo>
                  <a:cubicBezTo>
                    <a:pt x="594" y="2308"/>
                    <a:pt x="917" y="2411"/>
                    <a:pt x="1239" y="2411"/>
                  </a:cubicBezTo>
                  <a:cubicBezTo>
                    <a:pt x="1561" y="2411"/>
                    <a:pt x="1884" y="2308"/>
                    <a:pt x="2103" y="2089"/>
                  </a:cubicBezTo>
                  <a:cubicBezTo>
                    <a:pt x="2309" y="1883"/>
                    <a:pt x="2477" y="1560"/>
                    <a:pt x="2477" y="1238"/>
                  </a:cubicBezTo>
                  <a:cubicBezTo>
                    <a:pt x="2477" y="916"/>
                    <a:pt x="2309" y="593"/>
                    <a:pt x="2103" y="374"/>
                  </a:cubicBezTo>
                  <a:cubicBezTo>
                    <a:pt x="1884" y="155"/>
                    <a:pt x="1561" y="0"/>
                    <a:pt x="12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72;p32">
              <a:extLst>
                <a:ext uri="{FF2B5EF4-FFF2-40B4-BE49-F238E27FC236}">
                  <a16:creationId xmlns:a16="http://schemas.microsoft.com/office/drawing/2014/main" id="{85EE83CB-9310-1902-9136-091A82244A05}"/>
                </a:ext>
              </a:extLst>
            </p:cNvPr>
            <p:cNvSpPr/>
            <p:nvPr/>
          </p:nvSpPr>
          <p:spPr>
            <a:xfrm>
              <a:off x="4392175" y="4571350"/>
              <a:ext cx="79325" cy="79325"/>
            </a:xfrm>
            <a:custGeom>
              <a:avLst/>
              <a:gdLst/>
              <a:ahLst/>
              <a:cxnLst/>
              <a:rect l="l" t="t" r="r" b="b"/>
              <a:pathLst>
                <a:path w="3173" h="3173" extrusionOk="0">
                  <a:moveTo>
                    <a:pt x="1561" y="374"/>
                  </a:moveTo>
                  <a:cubicBezTo>
                    <a:pt x="1883" y="374"/>
                    <a:pt x="2206" y="529"/>
                    <a:pt x="2425" y="748"/>
                  </a:cubicBezTo>
                  <a:cubicBezTo>
                    <a:pt x="2631" y="967"/>
                    <a:pt x="2799" y="1290"/>
                    <a:pt x="2799" y="1612"/>
                  </a:cubicBezTo>
                  <a:cubicBezTo>
                    <a:pt x="2799" y="1934"/>
                    <a:pt x="2631" y="2257"/>
                    <a:pt x="2425" y="2463"/>
                  </a:cubicBezTo>
                  <a:cubicBezTo>
                    <a:pt x="2206" y="2682"/>
                    <a:pt x="1883" y="2785"/>
                    <a:pt x="1561" y="2785"/>
                  </a:cubicBezTo>
                  <a:cubicBezTo>
                    <a:pt x="1239" y="2785"/>
                    <a:pt x="916" y="2682"/>
                    <a:pt x="697" y="2463"/>
                  </a:cubicBezTo>
                  <a:cubicBezTo>
                    <a:pt x="491" y="2257"/>
                    <a:pt x="323" y="1934"/>
                    <a:pt x="323" y="1612"/>
                  </a:cubicBezTo>
                  <a:cubicBezTo>
                    <a:pt x="323" y="1290"/>
                    <a:pt x="491" y="967"/>
                    <a:pt x="697" y="748"/>
                  </a:cubicBezTo>
                  <a:cubicBezTo>
                    <a:pt x="916" y="529"/>
                    <a:pt x="1239" y="374"/>
                    <a:pt x="1561" y="374"/>
                  </a:cubicBezTo>
                  <a:close/>
                  <a:moveTo>
                    <a:pt x="1561" y="0"/>
                  </a:moveTo>
                  <a:cubicBezTo>
                    <a:pt x="697" y="0"/>
                    <a:pt x="1" y="696"/>
                    <a:pt x="1" y="1612"/>
                  </a:cubicBezTo>
                  <a:cubicBezTo>
                    <a:pt x="1" y="2463"/>
                    <a:pt x="697" y="3172"/>
                    <a:pt x="1561" y="3172"/>
                  </a:cubicBezTo>
                  <a:cubicBezTo>
                    <a:pt x="2425" y="3172"/>
                    <a:pt x="3173" y="2463"/>
                    <a:pt x="3173" y="1612"/>
                  </a:cubicBezTo>
                  <a:cubicBezTo>
                    <a:pt x="3173" y="696"/>
                    <a:pt x="2425" y="0"/>
                    <a:pt x="156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73;p32">
              <a:extLst>
                <a:ext uri="{FF2B5EF4-FFF2-40B4-BE49-F238E27FC236}">
                  <a16:creationId xmlns:a16="http://schemas.microsoft.com/office/drawing/2014/main" id="{F6A72D1C-C2BA-9EC4-B4DC-354743B8C986}"/>
                </a:ext>
              </a:extLst>
            </p:cNvPr>
            <p:cNvSpPr/>
            <p:nvPr/>
          </p:nvSpPr>
          <p:spPr>
            <a:xfrm>
              <a:off x="4299650" y="4704150"/>
              <a:ext cx="225700" cy="225675"/>
            </a:xfrm>
            <a:custGeom>
              <a:avLst/>
              <a:gdLst/>
              <a:ahLst/>
              <a:cxnLst/>
              <a:rect l="l" t="t" r="r" b="b"/>
              <a:pathLst>
                <a:path w="9028" h="9027" extrusionOk="0">
                  <a:moveTo>
                    <a:pt x="2141" y="2902"/>
                  </a:moveTo>
                  <a:cubicBezTo>
                    <a:pt x="2528" y="2902"/>
                    <a:pt x="2786" y="3173"/>
                    <a:pt x="2786" y="3547"/>
                  </a:cubicBezTo>
                  <a:cubicBezTo>
                    <a:pt x="2786" y="3869"/>
                    <a:pt x="2528" y="4140"/>
                    <a:pt x="2141" y="4140"/>
                  </a:cubicBezTo>
                  <a:cubicBezTo>
                    <a:pt x="1819" y="4140"/>
                    <a:pt x="1561" y="3869"/>
                    <a:pt x="1561" y="3547"/>
                  </a:cubicBezTo>
                  <a:cubicBezTo>
                    <a:pt x="1561" y="3173"/>
                    <a:pt x="1819" y="2902"/>
                    <a:pt x="2141" y="2902"/>
                  </a:cubicBezTo>
                  <a:close/>
                  <a:moveTo>
                    <a:pt x="4514" y="3869"/>
                  </a:moveTo>
                  <a:cubicBezTo>
                    <a:pt x="4836" y="3869"/>
                    <a:pt x="5107" y="4140"/>
                    <a:pt x="5107" y="4462"/>
                  </a:cubicBezTo>
                  <a:cubicBezTo>
                    <a:pt x="5107" y="4836"/>
                    <a:pt x="4836" y="5107"/>
                    <a:pt x="4514" y="5107"/>
                  </a:cubicBezTo>
                  <a:cubicBezTo>
                    <a:pt x="4192" y="5107"/>
                    <a:pt x="3921" y="4836"/>
                    <a:pt x="3921" y="4462"/>
                  </a:cubicBezTo>
                  <a:cubicBezTo>
                    <a:pt x="3921" y="4140"/>
                    <a:pt x="4192" y="3869"/>
                    <a:pt x="4514" y="3869"/>
                  </a:cubicBezTo>
                  <a:close/>
                  <a:moveTo>
                    <a:pt x="6874" y="4785"/>
                  </a:moveTo>
                  <a:cubicBezTo>
                    <a:pt x="7196" y="4785"/>
                    <a:pt x="7518" y="5055"/>
                    <a:pt x="7518" y="5429"/>
                  </a:cubicBezTo>
                  <a:cubicBezTo>
                    <a:pt x="7518" y="5752"/>
                    <a:pt x="7196" y="6022"/>
                    <a:pt x="6874" y="6022"/>
                  </a:cubicBezTo>
                  <a:cubicBezTo>
                    <a:pt x="6551" y="6022"/>
                    <a:pt x="6281" y="5752"/>
                    <a:pt x="6281" y="5429"/>
                  </a:cubicBezTo>
                  <a:cubicBezTo>
                    <a:pt x="6281" y="5055"/>
                    <a:pt x="6551" y="4785"/>
                    <a:pt x="6874" y="4785"/>
                  </a:cubicBezTo>
                  <a:close/>
                  <a:moveTo>
                    <a:pt x="6126" y="1"/>
                  </a:moveTo>
                  <a:lnTo>
                    <a:pt x="104" y="2580"/>
                  </a:lnTo>
                  <a:cubicBezTo>
                    <a:pt x="1" y="2631"/>
                    <a:pt x="1" y="2696"/>
                    <a:pt x="1" y="2799"/>
                  </a:cubicBezTo>
                  <a:lnTo>
                    <a:pt x="1" y="2850"/>
                  </a:lnTo>
                  <a:lnTo>
                    <a:pt x="2580" y="8924"/>
                  </a:lnTo>
                  <a:cubicBezTo>
                    <a:pt x="2631" y="8975"/>
                    <a:pt x="2683" y="9027"/>
                    <a:pt x="2735" y="9027"/>
                  </a:cubicBezTo>
                  <a:lnTo>
                    <a:pt x="2851" y="9027"/>
                  </a:lnTo>
                  <a:lnTo>
                    <a:pt x="8859" y="6396"/>
                  </a:lnTo>
                  <a:cubicBezTo>
                    <a:pt x="8976" y="6396"/>
                    <a:pt x="9027" y="6345"/>
                    <a:pt x="9027" y="6242"/>
                  </a:cubicBezTo>
                  <a:lnTo>
                    <a:pt x="8976" y="6177"/>
                  </a:lnTo>
                  <a:lnTo>
                    <a:pt x="6397" y="117"/>
                  </a:lnTo>
                  <a:cubicBezTo>
                    <a:pt x="6332" y="52"/>
                    <a:pt x="6281" y="1"/>
                    <a:pt x="622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74;p32">
              <a:extLst>
                <a:ext uri="{FF2B5EF4-FFF2-40B4-BE49-F238E27FC236}">
                  <a16:creationId xmlns:a16="http://schemas.microsoft.com/office/drawing/2014/main" id="{3F12DA58-4EDC-E409-EC8C-B4BCAC9A0FB4}"/>
                </a:ext>
              </a:extLst>
            </p:cNvPr>
            <p:cNvSpPr/>
            <p:nvPr/>
          </p:nvSpPr>
          <p:spPr>
            <a:xfrm>
              <a:off x="4292900" y="4697375"/>
              <a:ext cx="237600" cy="237950"/>
            </a:xfrm>
            <a:custGeom>
              <a:avLst/>
              <a:gdLst/>
              <a:ahLst/>
              <a:cxnLst/>
              <a:rect l="l" t="t" r="r" b="b"/>
              <a:pathLst>
                <a:path w="9504" h="9518" extrusionOk="0">
                  <a:moveTo>
                    <a:pt x="6499" y="272"/>
                  </a:moveTo>
                  <a:cubicBezTo>
                    <a:pt x="6551" y="272"/>
                    <a:pt x="6602" y="323"/>
                    <a:pt x="6667" y="388"/>
                  </a:cubicBezTo>
                  <a:lnTo>
                    <a:pt x="9246" y="6448"/>
                  </a:lnTo>
                  <a:lnTo>
                    <a:pt x="9297" y="6513"/>
                  </a:lnTo>
                  <a:cubicBezTo>
                    <a:pt x="9297" y="6616"/>
                    <a:pt x="9246" y="6667"/>
                    <a:pt x="9129" y="6667"/>
                  </a:cubicBezTo>
                  <a:lnTo>
                    <a:pt x="3121" y="9298"/>
                  </a:lnTo>
                  <a:lnTo>
                    <a:pt x="3005" y="9298"/>
                  </a:lnTo>
                  <a:cubicBezTo>
                    <a:pt x="2953" y="9298"/>
                    <a:pt x="2901" y="9246"/>
                    <a:pt x="2850" y="9195"/>
                  </a:cubicBezTo>
                  <a:lnTo>
                    <a:pt x="271" y="3121"/>
                  </a:lnTo>
                  <a:lnTo>
                    <a:pt x="271" y="3070"/>
                  </a:lnTo>
                  <a:cubicBezTo>
                    <a:pt x="271" y="2967"/>
                    <a:pt x="271" y="2902"/>
                    <a:pt x="374" y="2851"/>
                  </a:cubicBezTo>
                  <a:lnTo>
                    <a:pt x="6396" y="272"/>
                  </a:lnTo>
                  <a:close/>
                  <a:moveTo>
                    <a:pt x="6499" y="1"/>
                  </a:moveTo>
                  <a:cubicBezTo>
                    <a:pt x="6447" y="1"/>
                    <a:pt x="6396" y="65"/>
                    <a:pt x="6344" y="65"/>
                  </a:cubicBezTo>
                  <a:lnTo>
                    <a:pt x="271" y="2644"/>
                  </a:lnTo>
                  <a:cubicBezTo>
                    <a:pt x="103" y="2747"/>
                    <a:pt x="0" y="2851"/>
                    <a:pt x="0" y="3070"/>
                  </a:cubicBezTo>
                  <a:cubicBezTo>
                    <a:pt x="0" y="3121"/>
                    <a:pt x="0" y="3173"/>
                    <a:pt x="52" y="3225"/>
                  </a:cubicBezTo>
                  <a:lnTo>
                    <a:pt x="2631" y="9298"/>
                  </a:lnTo>
                  <a:cubicBezTo>
                    <a:pt x="2682" y="9466"/>
                    <a:pt x="2850" y="9517"/>
                    <a:pt x="3005" y="9517"/>
                  </a:cubicBezTo>
                  <a:lnTo>
                    <a:pt x="3172" y="9517"/>
                  </a:lnTo>
                  <a:lnTo>
                    <a:pt x="9246" y="6938"/>
                  </a:lnTo>
                  <a:cubicBezTo>
                    <a:pt x="9400" y="6835"/>
                    <a:pt x="9503" y="6667"/>
                    <a:pt x="9503" y="6513"/>
                  </a:cubicBezTo>
                  <a:cubicBezTo>
                    <a:pt x="9503" y="6448"/>
                    <a:pt x="9503" y="6397"/>
                    <a:pt x="9452" y="6345"/>
                  </a:cubicBezTo>
                  <a:lnTo>
                    <a:pt x="6873" y="272"/>
                  </a:lnTo>
                  <a:cubicBezTo>
                    <a:pt x="6821" y="117"/>
                    <a:pt x="6667" y="1"/>
                    <a:pt x="649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75;p32">
              <a:extLst>
                <a:ext uri="{FF2B5EF4-FFF2-40B4-BE49-F238E27FC236}">
                  <a16:creationId xmlns:a16="http://schemas.microsoft.com/office/drawing/2014/main" id="{6EF9065E-3D13-616E-BAEF-093998A61EC4}"/>
                </a:ext>
              </a:extLst>
            </p:cNvPr>
            <p:cNvSpPr/>
            <p:nvPr/>
          </p:nvSpPr>
          <p:spPr>
            <a:xfrm>
              <a:off x="4338675" y="4776675"/>
              <a:ext cx="30650" cy="30975"/>
            </a:xfrm>
            <a:custGeom>
              <a:avLst/>
              <a:gdLst/>
              <a:ahLst/>
              <a:cxnLst/>
              <a:rect l="l" t="t" r="r" b="b"/>
              <a:pathLst>
                <a:path w="1226" h="1239" extrusionOk="0">
                  <a:moveTo>
                    <a:pt x="580" y="1"/>
                  </a:moveTo>
                  <a:cubicBezTo>
                    <a:pt x="258" y="1"/>
                    <a:pt x="0" y="272"/>
                    <a:pt x="0" y="646"/>
                  </a:cubicBezTo>
                  <a:cubicBezTo>
                    <a:pt x="0" y="968"/>
                    <a:pt x="258" y="1239"/>
                    <a:pt x="580" y="1239"/>
                  </a:cubicBezTo>
                  <a:cubicBezTo>
                    <a:pt x="967" y="1239"/>
                    <a:pt x="1225" y="968"/>
                    <a:pt x="1225" y="646"/>
                  </a:cubicBezTo>
                  <a:cubicBezTo>
                    <a:pt x="1225" y="272"/>
                    <a:pt x="967" y="1"/>
                    <a:pt x="5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76;p32">
              <a:extLst>
                <a:ext uri="{FF2B5EF4-FFF2-40B4-BE49-F238E27FC236}">
                  <a16:creationId xmlns:a16="http://schemas.microsoft.com/office/drawing/2014/main" id="{541FC374-C23B-FC20-8581-B05E0F014392}"/>
                </a:ext>
              </a:extLst>
            </p:cNvPr>
            <p:cNvSpPr/>
            <p:nvPr/>
          </p:nvSpPr>
          <p:spPr>
            <a:xfrm>
              <a:off x="4397650" y="4800875"/>
              <a:ext cx="29700" cy="30950"/>
            </a:xfrm>
            <a:custGeom>
              <a:avLst/>
              <a:gdLst/>
              <a:ahLst/>
              <a:cxnLst/>
              <a:rect l="l" t="t" r="r" b="b"/>
              <a:pathLst>
                <a:path w="1188" h="1238" extrusionOk="0">
                  <a:moveTo>
                    <a:pt x="594" y="0"/>
                  </a:moveTo>
                  <a:cubicBezTo>
                    <a:pt x="272" y="0"/>
                    <a:pt x="1" y="271"/>
                    <a:pt x="1" y="593"/>
                  </a:cubicBezTo>
                  <a:cubicBezTo>
                    <a:pt x="1" y="967"/>
                    <a:pt x="272" y="1238"/>
                    <a:pt x="594" y="1238"/>
                  </a:cubicBezTo>
                  <a:cubicBezTo>
                    <a:pt x="916" y="1238"/>
                    <a:pt x="1187" y="967"/>
                    <a:pt x="1187" y="593"/>
                  </a:cubicBezTo>
                  <a:cubicBezTo>
                    <a:pt x="1187" y="271"/>
                    <a:pt x="916" y="0"/>
                    <a:pt x="59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77;p32">
              <a:extLst>
                <a:ext uri="{FF2B5EF4-FFF2-40B4-BE49-F238E27FC236}">
                  <a16:creationId xmlns:a16="http://schemas.microsoft.com/office/drawing/2014/main" id="{F68AB53A-9A5B-99AA-731A-B81E35D2A0E0}"/>
                </a:ext>
              </a:extLst>
            </p:cNvPr>
            <p:cNvSpPr/>
            <p:nvPr/>
          </p:nvSpPr>
          <p:spPr>
            <a:xfrm>
              <a:off x="4456650" y="4823750"/>
              <a:ext cx="30975" cy="30975"/>
            </a:xfrm>
            <a:custGeom>
              <a:avLst/>
              <a:gdLst/>
              <a:ahLst/>
              <a:cxnLst/>
              <a:rect l="l" t="t" r="r" b="b"/>
              <a:pathLst>
                <a:path w="1239" h="1239" extrusionOk="0">
                  <a:moveTo>
                    <a:pt x="594" y="1"/>
                  </a:moveTo>
                  <a:cubicBezTo>
                    <a:pt x="271" y="1"/>
                    <a:pt x="1" y="271"/>
                    <a:pt x="1" y="645"/>
                  </a:cubicBezTo>
                  <a:cubicBezTo>
                    <a:pt x="1" y="968"/>
                    <a:pt x="271" y="1238"/>
                    <a:pt x="594" y="1238"/>
                  </a:cubicBezTo>
                  <a:cubicBezTo>
                    <a:pt x="916" y="1238"/>
                    <a:pt x="1238" y="968"/>
                    <a:pt x="1238" y="645"/>
                  </a:cubicBezTo>
                  <a:cubicBezTo>
                    <a:pt x="1238" y="271"/>
                    <a:pt x="916" y="1"/>
                    <a:pt x="594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78;p32">
              <a:extLst>
                <a:ext uri="{FF2B5EF4-FFF2-40B4-BE49-F238E27FC236}">
                  <a16:creationId xmlns:a16="http://schemas.microsoft.com/office/drawing/2014/main" id="{9B495DD7-3EF5-7EEA-F9CD-A702B128BDBA}"/>
                </a:ext>
              </a:extLst>
            </p:cNvPr>
            <p:cNvSpPr/>
            <p:nvPr/>
          </p:nvSpPr>
          <p:spPr>
            <a:xfrm>
              <a:off x="4342525" y="4342775"/>
              <a:ext cx="159925" cy="159925"/>
            </a:xfrm>
            <a:custGeom>
              <a:avLst/>
              <a:gdLst/>
              <a:ahLst/>
              <a:cxnLst/>
              <a:rect l="l" t="t" r="r" b="b"/>
              <a:pathLst>
                <a:path w="6397" h="6397" extrusionOk="0">
                  <a:moveTo>
                    <a:pt x="3276" y="1510"/>
                  </a:moveTo>
                  <a:cubicBezTo>
                    <a:pt x="3598" y="1510"/>
                    <a:pt x="3818" y="1729"/>
                    <a:pt x="3818" y="1999"/>
                  </a:cubicBezTo>
                  <a:cubicBezTo>
                    <a:pt x="3818" y="2322"/>
                    <a:pt x="3598" y="2528"/>
                    <a:pt x="3276" y="2528"/>
                  </a:cubicBezTo>
                  <a:cubicBezTo>
                    <a:pt x="3005" y="2528"/>
                    <a:pt x="2747" y="2322"/>
                    <a:pt x="2747" y="1999"/>
                  </a:cubicBezTo>
                  <a:cubicBezTo>
                    <a:pt x="2747" y="1729"/>
                    <a:pt x="3005" y="1510"/>
                    <a:pt x="3276" y="1510"/>
                  </a:cubicBezTo>
                  <a:close/>
                  <a:moveTo>
                    <a:pt x="3005" y="3547"/>
                  </a:moveTo>
                  <a:cubicBezTo>
                    <a:pt x="3276" y="3547"/>
                    <a:pt x="3547" y="3766"/>
                    <a:pt x="3547" y="4088"/>
                  </a:cubicBezTo>
                  <a:cubicBezTo>
                    <a:pt x="3547" y="4359"/>
                    <a:pt x="3276" y="4630"/>
                    <a:pt x="3005" y="4630"/>
                  </a:cubicBezTo>
                  <a:cubicBezTo>
                    <a:pt x="2747" y="4630"/>
                    <a:pt x="2477" y="4359"/>
                    <a:pt x="2477" y="4088"/>
                  </a:cubicBezTo>
                  <a:cubicBezTo>
                    <a:pt x="2477" y="3766"/>
                    <a:pt x="2747" y="3547"/>
                    <a:pt x="3005" y="3547"/>
                  </a:cubicBezTo>
                  <a:close/>
                  <a:moveTo>
                    <a:pt x="3766" y="1"/>
                  </a:moveTo>
                  <a:cubicBezTo>
                    <a:pt x="3766" y="1"/>
                    <a:pt x="3715" y="65"/>
                    <a:pt x="3650" y="65"/>
                  </a:cubicBezTo>
                  <a:lnTo>
                    <a:pt x="52" y="2477"/>
                  </a:lnTo>
                  <a:cubicBezTo>
                    <a:pt x="1" y="2477"/>
                    <a:pt x="1" y="2528"/>
                    <a:pt x="1" y="2580"/>
                  </a:cubicBezTo>
                  <a:lnTo>
                    <a:pt x="1" y="2696"/>
                  </a:lnTo>
                  <a:lnTo>
                    <a:pt x="2425" y="6293"/>
                  </a:lnTo>
                  <a:cubicBezTo>
                    <a:pt x="2477" y="6345"/>
                    <a:pt x="2528" y="6397"/>
                    <a:pt x="2580" y="6397"/>
                  </a:cubicBezTo>
                  <a:cubicBezTo>
                    <a:pt x="2631" y="6397"/>
                    <a:pt x="2631" y="6397"/>
                    <a:pt x="2683" y="6345"/>
                  </a:cubicBezTo>
                  <a:lnTo>
                    <a:pt x="6293" y="3985"/>
                  </a:lnTo>
                  <a:cubicBezTo>
                    <a:pt x="6345" y="3934"/>
                    <a:pt x="6397" y="3869"/>
                    <a:pt x="6397" y="3818"/>
                  </a:cubicBezTo>
                  <a:cubicBezTo>
                    <a:pt x="6397" y="3766"/>
                    <a:pt x="6345" y="3714"/>
                    <a:pt x="6345" y="3714"/>
                  </a:cubicBezTo>
                  <a:lnTo>
                    <a:pt x="3921" y="117"/>
                  </a:lnTo>
                  <a:cubicBezTo>
                    <a:pt x="3921" y="65"/>
                    <a:pt x="3818" y="1"/>
                    <a:pt x="376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79;p32">
              <a:extLst>
                <a:ext uri="{FF2B5EF4-FFF2-40B4-BE49-F238E27FC236}">
                  <a16:creationId xmlns:a16="http://schemas.microsoft.com/office/drawing/2014/main" id="{C7B92A16-FB34-DC3C-F968-12E93F63E4FD}"/>
                </a:ext>
              </a:extLst>
            </p:cNvPr>
            <p:cNvSpPr/>
            <p:nvPr/>
          </p:nvSpPr>
          <p:spPr>
            <a:xfrm>
              <a:off x="4335775" y="4337625"/>
              <a:ext cx="172150" cy="171850"/>
            </a:xfrm>
            <a:custGeom>
              <a:avLst/>
              <a:gdLst/>
              <a:ahLst/>
              <a:cxnLst/>
              <a:rect l="l" t="t" r="r" b="b"/>
              <a:pathLst>
                <a:path w="6886" h="6874" extrusionOk="0">
                  <a:moveTo>
                    <a:pt x="4036" y="207"/>
                  </a:moveTo>
                  <a:cubicBezTo>
                    <a:pt x="4088" y="207"/>
                    <a:pt x="4191" y="271"/>
                    <a:pt x="4191" y="323"/>
                  </a:cubicBezTo>
                  <a:lnTo>
                    <a:pt x="6615" y="3920"/>
                  </a:lnTo>
                  <a:cubicBezTo>
                    <a:pt x="6615" y="3920"/>
                    <a:pt x="6667" y="3972"/>
                    <a:pt x="6667" y="4024"/>
                  </a:cubicBezTo>
                  <a:cubicBezTo>
                    <a:pt x="6667" y="4075"/>
                    <a:pt x="6615" y="4140"/>
                    <a:pt x="6563" y="4191"/>
                  </a:cubicBezTo>
                  <a:lnTo>
                    <a:pt x="2953" y="6551"/>
                  </a:lnTo>
                  <a:cubicBezTo>
                    <a:pt x="2901" y="6603"/>
                    <a:pt x="2901" y="6603"/>
                    <a:pt x="2850" y="6603"/>
                  </a:cubicBezTo>
                  <a:cubicBezTo>
                    <a:pt x="2798" y="6603"/>
                    <a:pt x="2747" y="6551"/>
                    <a:pt x="2695" y="6499"/>
                  </a:cubicBezTo>
                  <a:lnTo>
                    <a:pt x="271" y="2902"/>
                  </a:lnTo>
                  <a:lnTo>
                    <a:pt x="271" y="2786"/>
                  </a:lnTo>
                  <a:cubicBezTo>
                    <a:pt x="271" y="2734"/>
                    <a:pt x="271" y="2683"/>
                    <a:pt x="322" y="2683"/>
                  </a:cubicBezTo>
                  <a:lnTo>
                    <a:pt x="3920" y="271"/>
                  </a:lnTo>
                  <a:cubicBezTo>
                    <a:pt x="3985" y="271"/>
                    <a:pt x="4036" y="207"/>
                    <a:pt x="4036" y="207"/>
                  </a:cubicBezTo>
                  <a:close/>
                  <a:moveTo>
                    <a:pt x="4036" y="1"/>
                  </a:moveTo>
                  <a:cubicBezTo>
                    <a:pt x="3985" y="1"/>
                    <a:pt x="3868" y="1"/>
                    <a:pt x="3817" y="52"/>
                  </a:cubicBezTo>
                  <a:lnTo>
                    <a:pt x="219" y="2463"/>
                  </a:lnTo>
                  <a:cubicBezTo>
                    <a:pt x="116" y="2528"/>
                    <a:pt x="0" y="2683"/>
                    <a:pt x="0" y="2786"/>
                  </a:cubicBezTo>
                  <a:cubicBezTo>
                    <a:pt x="0" y="2902"/>
                    <a:pt x="52" y="3005"/>
                    <a:pt x="116" y="3057"/>
                  </a:cubicBezTo>
                  <a:lnTo>
                    <a:pt x="2476" y="6654"/>
                  </a:lnTo>
                  <a:cubicBezTo>
                    <a:pt x="2579" y="6770"/>
                    <a:pt x="2695" y="6873"/>
                    <a:pt x="2850" y="6873"/>
                  </a:cubicBezTo>
                  <a:cubicBezTo>
                    <a:pt x="2953" y="6873"/>
                    <a:pt x="3017" y="6822"/>
                    <a:pt x="3121" y="6770"/>
                  </a:cubicBezTo>
                  <a:lnTo>
                    <a:pt x="6718" y="4398"/>
                  </a:lnTo>
                  <a:cubicBezTo>
                    <a:pt x="6821" y="4294"/>
                    <a:pt x="6886" y="4140"/>
                    <a:pt x="6886" y="4024"/>
                  </a:cubicBezTo>
                  <a:cubicBezTo>
                    <a:pt x="6886" y="3920"/>
                    <a:pt x="6886" y="3869"/>
                    <a:pt x="6821" y="3753"/>
                  </a:cubicBezTo>
                  <a:lnTo>
                    <a:pt x="4410" y="155"/>
                  </a:lnTo>
                  <a:cubicBezTo>
                    <a:pt x="4358" y="52"/>
                    <a:pt x="4191" y="1"/>
                    <a:pt x="403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80;p32">
              <a:extLst>
                <a:ext uri="{FF2B5EF4-FFF2-40B4-BE49-F238E27FC236}">
                  <a16:creationId xmlns:a16="http://schemas.microsoft.com/office/drawing/2014/main" id="{0D9E2DE8-0A13-F098-C2E7-929DC2EAEB8E}"/>
                </a:ext>
              </a:extLst>
            </p:cNvPr>
            <p:cNvSpPr/>
            <p:nvPr/>
          </p:nvSpPr>
          <p:spPr>
            <a:xfrm>
              <a:off x="4411200" y="4380500"/>
              <a:ext cx="26775" cy="25500"/>
            </a:xfrm>
            <a:custGeom>
              <a:avLst/>
              <a:gdLst/>
              <a:ahLst/>
              <a:cxnLst/>
              <a:rect l="l" t="t" r="r" b="b"/>
              <a:pathLst>
                <a:path w="1071" h="1020" extrusionOk="0">
                  <a:moveTo>
                    <a:pt x="529" y="1"/>
                  </a:moveTo>
                  <a:cubicBezTo>
                    <a:pt x="258" y="1"/>
                    <a:pt x="0" y="220"/>
                    <a:pt x="0" y="490"/>
                  </a:cubicBezTo>
                  <a:cubicBezTo>
                    <a:pt x="0" y="813"/>
                    <a:pt x="258" y="1019"/>
                    <a:pt x="529" y="1019"/>
                  </a:cubicBezTo>
                  <a:cubicBezTo>
                    <a:pt x="851" y="1019"/>
                    <a:pt x="1071" y="813"/>
                    <a:pt x="1071" y="490"/>
                  </a:cubicBezTo>
                  <a:cubicBezTo>
                    <a:pt x="1071" y="220"/>
                    <a:pt x="851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81;p32">
              <a:extLst>
                <a:ext uri="{FF2B5EF4-FFF2-40B4-BE49-F238E27FC236}">
                  <a16:creationId xmlns:a16="http://schemas.microsoft.com/office/drawing/2014/main" id="{70583B40-91FF-E5CB-3DCF-09A057941E42}"/>
                </a:ext>
              </a:extLst>
            </p:cNvPr>
            <p:cNvSpPr/>
            <p:nvPr/>
          </p:nvSpPr>
          <p:spPr>
            <a:xfrm>
              <a:off x="4404425" y="4431425"/>
              <a:ext cx="26775" cy="27100"/>
            </a:xfrm>
            <a:custGeom>
              <a:avLst/>
              <a:gdLst/>
              <a:ahLst/>
              <a:cxnLst/>
              <a:rect l="l" t="t" r="r" b="b"/>
              <a:pathLst>
                <a:path w="1071" h="1084" extrusionOk="0">
                  <a:moveTo>
                    <a:pt x="529" y="1"/>
                  </a:moveTo>
                  <a:cubicBezTo>
                    <a:pt x="271" y="1"/>
                    <a:pt x="1" y="220"/>
                    <a:pt x="1" y="542"/>
                  </a:cubicBezTo>
                  <a:cubicBezTo>
                    <a:pt x="1" y="813"/>
                    <a:pt x="271" y="1084"/>
                    <a:pt x="529" y="1084"/>
                  </a:cubicBezTo>
                  <a:cubicBezTo>
                    <a:pt x="800" y="1084"/>
                    <a:pt x="1071" y="813"/>
                    <a:pt x="1071" y="542"/>
                  </a:cubicBezTo>
                  <a:cubicBezTo>
                    <a:pt x="1071" y="220"/>
                    <a:pt x="800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82;p32">
              <a:extLst>
                <a:ext uri="{FF2B5EF4-FFF2-40B4-BE49-F238E27FC236}">
                  <a16:creationId xmlns:a16="http://schemas.microsoft.com/office/drawing/2014/main" id="{EAF72B6F-E3B7-AD6A-4BD4-0CAEEEBCF8A7}"/>
                </a:ext>
              </a:extLst>
            </p:cNvPr>
            <p:cNvSpPr/>
            <p:nvPr/>
          </p:nvSpPr>
          <p:spPr>
            <a:xfrm>
              <a:off x="3819975" y="4383075"/>
              <a:ext cx="126400" cy="72550"/>
            </a:xfrm>
            <a:custGeom>
              <a:avLst/>
              <a:gdLst/>
              <a:ahLst/>
              <a:cxnLst/>
              <a:rect l="l" t="t" r="r" b="b"/>
              <a:pathLst>
                <a:path w="5056" h="2902" extrusionOk="0">
                  <a:moveTo>
                    <a:pt x="2954" y="168"/>
                  </a:moveTo>
                  <a:cubicBezTo>
                    <a:pt x="3224" y="168"/>
                    <a:pt x="3495" y="220"/>
                    <a:pt x="3766" y="271"/>
                  </a:cubicBezTo>
                  <a:cubicBezTo>
                    <a:pt x="3985" y="387"/>
                    <a:pt x="4191" y="491"/>
                    <a:pt x="4308" y="645"/>
                  </a:cubicBezTo>
                  <a:cubicBezTo>
                    <a:pt x="4411" y="761"/>
                    <a:pt x="4462" y="865"/>
                    <a:pt x="4514" y="1032"/>
                  </a:cubicBezTo>
                  <a:lnTo>
                    <a:pt x="4514" y="1187"/>
                  </a:lnTo>
                  <a:cubicBezTo>
                    <a:pt x="4514" y="1355"/>
                    <a:pt x="4462" y="1509"/>
                    <a:pt x="4359" y="1677"/>
                  </a:cubicBezTo>
                  <a:cubicBezTo>
                    <a:pt x="4308" y="1832"/>
                    <a:pt x="4140" y="1935"/>
                    <a:pt x="4037" y="2102"/>
                  </a:cubicBezTo>
                  <a:cubicBezTo>
                    <a:pt x="3714" y="2322"/>
                    <a:pt x="3276" y="2528"/>
                    <a:pt x="2799" y="2644"/>
                  </a:cubicBezTo>
                  <a:cubicBezTo>
                    <a:pt x="2580" y="2696"/>
                    <a:pt x="2309" y="2747"/>
                    <a:pt x="2103" y="2747"/>
                  </a:cubicBezTo>
                  <a:cubicBezTo>
                    <a:pt x="1832" y="2747"/>
                    <a:pt x="1561" y="2696"/>
                    <a:pt x="1290" y="2580"/>
                  </a:cubicBezTo>
                  <a:cubicBezTo>
                    <a:pt x="1084" y="2528"/>
                    <a:pt x="865" y="2373"/>
                    <a:pt x="762" y="2257"/>
                  </a:cubicBezTo>
                  <a:cubicBezTo>
                    <a:pt x="645" y="2154"/>
                    <a:pt x="594" y="1999"/>
                    <a:pt x="542" y="1883"/>
                  </a:cubicBezTo>
                  <a:lnTo>
                    <a:pt x="542" y="1677"/>
                  </a:lnTo>
                  <a:cubicBezTo>
                    <a:pt x="542" y="1509"/>
                    <a:pt x="594" y="1355"/>
                    <a:pt x="697" y="1239"/>
                  </a:cubicBezTo>
                  <a:cubicBezTo>
                    <a:pt x="762" y="1084"/>
                    <a:pt x="916" y="916"/>
                    <a:pt x="1019" y="813"/>
                  </a:cubicBezTo>
                  <a:cubicBezTo>
                    <a:pt x="1342" y="542"/>
                    <a:pt x="1780" y="323"/>
                    <a:pt x="2257" y="220"/>
                  </a:cubicBezTo>
                  <a:cubicBezTo>
                    <a:pt x="2477" y="168"/>
                    <a:pt x="2747" y="168"/>
                    <a:pt x="2954" y="168"/>
                  </a:cubicBezTo>
                  <a:close/>
                  <a:moveTo>
                    <a:pt x="3070" y="1"/>
                  </a:moveTo>
                  <a:cubicBezTo>
                    <a:pt x="2850" y="1"/>
                    <a:pt x="2528" y="65"/>
                    <a:pt x="2257" y="117"/>
                  </a:cubicBezTo>
                  <a:cubicBezTo>
                    <a:pt x="1780" y="168"/>
                    <a:pt x="1342" y="323"/>
                    <a:pt x="968" y="542"/>
                  </a:cubicBezTo>
                  <a:cubicBezTo>
                    <a:pt x="594" y="761"/>
                    <a:pt x="323" y="1032"/>
                    <a:pt x="168" y="1290"/>
                  </a:cubicBezTo>
                  <a:cubicBezTo>
                    <a:pt x="52" y="1458"/>
                    <a:pt x="1" y="1612"/>
                    <a:pt x="1" y="1780"/>
                  </a:cubicBezTo>
                  <a:cubicBezTo>
                    <a:pt x="1" y="1832"/>
                    <a:pt x="1" y="1883"/>
                    <a:pt x="52" y="1935"/>
                  </a:cubicBezTo>
                  <a:cubicBezTo>
                    <a:pt x="52" y="2102"/>
                    <a:pt x="117" y="2206"/>
                    <a:pt x="220" y="2322"/>
                  </a:cubicBezTo>
                  <a:cubicBezTo>
                    <a:pt x="323" y="2425"/>
                    <a:pt x="491" y="2528"/>
                    <a:pt x="645" y="2644"/>
                  </a:cubicBezTo>
                  <a:cubicBezTo>
                    <a:pt x="968" y="2799"/>
                    <a:pt x="1458" y="2902"/>
                    <a:pt x="1987" y="2902"/>
                  </a:cubicBezTo>
                  <a:cubicBezTo>
                    <a:pt x="2257" y="2902"/>
                    <a:pt x="2528" y="2902"/>
                    <a:pt x="2799" y="2850"/>
                  </a:cubicBezTo>
                  <a:cubicBezTo>
                    <a:pt x="3276" y="2747"/>
                    <a:pt x="3714" y="2580"/>
                    <a:pt x="4088" y="2373"/>
                  </a:cubicBezTo>
                  <a:cubicBezTo>
                    <a:pt x="4462" y="2154"/>
                    <a:pt x="4733" y="1883"/>
                    <a:pt x="4888" y="1612"/>
                  </a:cubicBezTo>
                  <a:cubicBezTo>
                    <a:pt x="5004" y="1458"/>
                    <a:pt x="5055" y="1290"/>
                    <a:pt x="5055" y="1135"/>
                  </a:cubicBezTo>
                  <a:lnTo>
                    <a:pt x="5055" y="968"/>
                  </a:lnTo>
                  <a:cubicBezTo>
                    <a:pt x="5004" y="865"/>
                    <a:pt x="4952" y="710"/>
                    <a:pt x="4836" y="594"/>
                  </a:cubicBezTo>
                  <a:cubicBezTo>
                    <a:pt x="4733" y="491"/>
                    <a:pt x="4565" y="387"/>
                    <a:pt x="4411" y="271"/>
                  </a:cubicBezTo>
                  <a:cubicBezTo>
                    <a:pt x="4088" y="117"/>
                    <a:pt x="3598" y="1"/>
                    <a:pt x="3070" y="1"/>
                  </a:cubicBez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083;p32">
              <a:extLst>
                <a:ext uri="{FF2B5EF4-FFF2-40B4-BE49-F238E27FC236}">
                  <a16:creationId xmlns:a16="http://schemas.microsoft.com/office/drawing/2014/main" id="{5D59D332-A9FE-6600-CA3F-ABC6D1092AEF}"/>
                </a:ext>
              </a:extLst>
            </p:cNvPr>
            <p:cNvSpPr/>
            <p:nvPr/>
          </p:nvSpPr>
          <p:spPr>
            <a:xfrm>
              <a:off x="3825450" y="4430150"/>
              <a:ext cx="119625" cy="36450"/>
            </a:xfrm>
            <a:custGeom>
              <a:avLst/>
              <a:gdLst/>
              <a:ahLst/>
              <a:cxnLst/>
              <a:rect l="l" t="t" r="r" b="b"/>
              <a:pathLst>
                <a:path w="4785" h="1458" extrusionOk="0">
                  <a:moveTo>
                    <a:pt x="4785" y="0"/>
                  </a:moveTo>
                  <a:lnTo>
                    <a:pt x="4785" y="0"/>
                  </a:lnTo>
                  <a:cubicBezTo>
                    <a:pt x="4669" y="168"/>
                    <a:pt x="4514" y="323"/>
                    <a:pt x="4346" y="439"/>
                  </a:cubicBezTo>
                  <a:cubicBezTo>
                    <a:pt x="3921" y="813"/>
                    <a:pt x="3328" y="1083"/>
                    <a:pt x="2631" y="1187"/>
                  </a:cubicBezTo>
                  <a:cubicBezTo>
                    <a:pt x="2309" y="1238"/>
                    <a:pt x="2038" y="1290"/>
                    <a:pt x="1768" y="1290"/>
                  </a:cubicBezTo>
                  <a:cubicBezTo>
                    <a:pt x="1342" y="1290"/>
                    <a:pt x="968" y="1238"/>
                    <a:pt x="646" y="1135"/>
                  </a:cubicBezTo>
                  <a:cubicBezTo>
                    <a:pt x="375" y="1019"/>
                    <a:pt x="156" y="916"/>
                    <a:pt x="1" y="813"/>
                  </a:cubicBezTo>
                  <a:lnTo>
                    <a:pt x="1" y="813"/>
                  </a:lnTo>
                  <a:cubicBezTo>
                    <a:pt x="104" y="916"/>
                    <a:pt x="220" y="1019"/>
                    <a:pt x="375" y="1135"/>
                  </a:cubicBezTo>
                  <a:cubicBezTo>
                    <a:pt x="749" y="1341"/>
                    <a:pt x="1239" y="1457"/>
                    <a:pt x="1832" y="1457"/>
                  </a:cubicBezTo>
                  <a:cubicBezTo>
                    <a:pt x="2090" y="1457"/>
                    <a:pt x="2361" y="1457"/>
                    <a:pt x="2683" y="1406"/>
                  </a:cubicBezTo>
                  <a:cubicBezTo>
                    <a:pt x="3121" y="1290"/>
                    <a:pt x="3599" y="1135"/>
                    <a:pt x="3921" y="916"/>
                  </a:cubicBezTo>
                  <a:cubicBezTo>
                    <a:pt x="4295" y="697"/>
                    <a:pt x="4566" y="439"/>
                    <a:pt x="4733" y="116"/>
                  </a:cubicBezTo>
                  <a:cubicBezTo>
                    <a:pt x="4733" y="116"/>
                    <a:pt x="4785" y="52"/>
                    <a:pt x="4785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084;p32">
              <a:extLst>
                <a:ext uri="{FF2B5EF4-FFF2-40B4-BE49-F238E27FC236}">
                  <a16:creationId xmlns:a16="http://schemas.microsoft.com/office/drawing/2014/main" id="{320723B5-A4E4-50BE-4ECD-BD33DF0A110B}"/>
                </a:ext>
              </a:extLst>
            </p:cNvPr>
            <p:cNvSpPr/>
            <p:nvPr/>
          </p:nvSpPr>
          <p:spPr>
            <a:xfrm>
              <a:off x="3840300" y="4392750"/>
              <a:ext cx="85775" cy="52250"/>
            </a:xfrm>
            <a:custGeom>
              <a:avLst/>
              <a:gdLst/>
              <a:ahLst/>
              <a:cxnLst/>
              <a:rect l="l" t="t" r="r" b="b"/>
              <a:pathLst>
                <a:path w="3431" h="2090" extrusionOk="0">
                  <a:moveTo>
                    <a:pt x="2455" y="152"/>
                  </a:moveTo>
                  <a:cubicBezTo>
                    <a:pt x="2458" y="152"/>
                    <a:pt x="2461" y="153"/>
                    <a:pt x="2463" y="155"/>
                  </a:cubicBezTo>
                  <a:cubicBezTo>
                    <a:pt x="2527" y="155"/>
                    <a:pt x="2360" y="697"/>
                    <a:pt x="2141" y="1225"/>
                  </a:cubicBezTo>
                  <a:cubicBezTo>
                    <a:pt x="1934" y="1715"/>
                    <a:pt x="1934" y="1715"/>
                    <a:pt x="1883" y="1715"/>
                  </a:cubicBezTo>
                  <a:cubicBezTo>
                    <a:pt x="1818" y="1715"/>
                    <a:pt x="1818" y="1664"/>
                    <a:pt x="1986" y="1174"/>
                  </a:cubicBezTo>
                  <a:cubicBezTo>
                    <a:pt x="2195" y="669"/>
                    <a:pt x="2393" y="152"/>
                    <a:pt x="2455" y="152"/>
                  </a:cubicBezTo>
                  <a:close/>
                  <a:moveTo>
                    <a:pt x="2141" y="0"/>
                  </a:moveTo>
                  <a:cubicBezTo>
                    <a:pt x="1934" y="0"/>
                    <a:pt x="1715" y="52"/>
                    <a:pt x="1496" y="104"/>
                  </a:cubicBezTo>
                  <a:cubicBezTo>
                    <a:pt x="1444" y="104"/>
                    <a:pt x="1341" y="104"/>
                    <a:pt x="1290" y="155"/>
                  </a:cubicBezTo>
                  <a:cubicBezTo>
                    <a:pt x="1290" y="258"/>
                    <a:pt x="1122" y="748"/>
                    <a:pt x="967" y="1174"/>
                  </a:cubicBezTo>
                  <a:cubicBezTo>
                    <a:pt x="800" y="1715"/>
                    <a:pt x="748" y="1715"/>
                    <a:pt x="696" y="1715"/>
                  </a:cubicBezTo>
                  <a:cubicBezTo>
                    <a:pt x="645" y="1664"/>
                    <a:pt x="645" y="1664"/>
                    <a:pt x="800" y="1122"/>
                  </a:cubicBezTo>
                  <a:cubicBezTo>
                    <a:pt x="967" y="697"/>
                    <a:pt x="1122" y="323"/>
                    <a:pt x="1238" y="155"/>
                  </a:cubicBezTo>
                  <a:lnTo>
                    <a:pt x="1238" y="155"/>
                  </a:lnTo>
                  <a:cubicBezTo>
                    <a:pt x="1019" y="207"/>
                    <a:pt x="800" y="323"/>
                    <a:pt x="645" y="426"/>
                  </a:cubicBezTo>
                  <a:cubicBezTo>
                    <a:pt x="374" y="581"/>
                    <a:pt x="206" y="748"/>
                    <a:pt x="103" y="968"/>
                  </a:cubicBezTo>
                  <a:cubicBezTo>
                    <a:pt x="0" y="1071"/>
                    <a:pt x="0" y="1174"/>
                    <a:pt x="0" y="1290"/>
                  </a:cubicBezTo>
                  <a:lnTo>
                    <a:pt x="0" y="1445"/>
                  </a:lnTo>
                  <a:cubicBezTo>
                    <a:pt x="0" y="1496"/>
                    <a:pt x="52" y="1612"/>
                    <a:pt x="103" y="1664"/>
                  </a:cubicBezTo>
                  <a:cubicBezTo>
                    <a:pt x="206" y="1767"/>
                    <a:pt x="271" y="1819"/>
                    <a:pt x="374" y="1870"/>
                  </a:cubicBezTo>
                  <a:cubicBezTo>
                    <a:pt x="645" y="2038"/>
                    <a:pt x="967" y="2089"/>
                    <a:pt x="1290" y="2089"/>
                  </a:cubicBezTo>
                  <a:cubicBezTo>
                    <a:pt x="1496" y="2089"/>
                    <a:pt x="1715" y="2089"/>
                    <a:pt x="1934" y="2038"/>
                  </a:cubicBezTo>
                  <a:cubicBezTo>
                    <a:pt x="2257" y="1935"/>
                    <a:pt x="2579" y="1819"/>
                    <a:pt x="2785" y="1664"/>
                  </a:cubicBezTo>
                  <a:cubicBezTo>
                    <a:pt x="3056" y="1496"/>
                    <a:pt x="3275" y="1342"/>
                    <a:pt x="3327" y="1122"/>
                  </a:cubicBezTo>
                  <a:cubicBezTo>
                    <a:pt x="3430" y="1019"/>
                    <a:pt x="3430" y="903"/>
                    <a:pt x="3430" y="800"/>
                  </a:cubicBezTo>
                  <a:lnTo>
                    <a:pt x="3430" y="697"/>
                  </a:lnTo>
                  <a:cubicBezTo>
                    <a:pt x="3430" y="581"/>
                    <a:pt x="3378" y="478"/>
                    <a:pt x="3327" y="426"/>
                  </a:cubicBezTo>
                  <a:cubicBezTo>
                    <a:pt x="3224" y="323"/>
                    <a:pt x="3172" y="258"/>
                    <a:pt x="3056" y="207"/>
                  </a:cubicBezTo>
                  <a:cubicBezTo>
                    <a:pt x="2785" y="104"/>
                    <a:pt x="2463" y="0"/>
                    <a:pt x="2141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85;p32">
              <a:extLst>
                <a:ext uri="{FF2B5EF4-FFF2-40B4-BE49-F238E27FC236}">
                  <a16:creationId xmlns:a16="http://schemas.microsoft.com/office/drawing/2014/main" id="{1114657C-8A80-BC2A-6FFC-55A40BEA11C7}"/>
                </a:ext>
              </a:extLst>
            </p:cNvPr>
            <p:cNvSpPr/>
            <p:nvPr/>
          </p:nvSpPr>
          <p:spPr>
            <a:xfrm>
              <a:off x="3814825" y="4376625"/>
              <a:ext cx="139600" cy="96750"/>
            </a:xfrm>
            <a:custGeom>
              <a:avLst/>
              <a:gdLst/>
              <a:ahLst/>
              <a:cxnLst/>
              <a:rect l="l" t="t" r="r" b="b"/>
              <a:pathLst>
                <a:path w="5584" h="3870" extrusionOk="0">
                  <a:moveTo>
                    <a:pt x="3276" y="259"/>
                  </a:moveTo>
                  <a:cubicBezTo>
                    <a:pt x="3804" y="259"/>
                    <a:pt x="4294" y="375"/>
                    <a:pt x="4617" y="529"/>
                  </a:cubicBezTo>
                  <a:cubicBezTo>
                    <a:pt x="4771" y="645"/>
                    <a:pt x="4939" y="749"/>
                    <a:pt x="5042" y="852"/>
                  </a:cubicBezTo>
                  <a:cubicBezTo>
                    <a:pt x="5158" y="968"/>
                    <a:pt x="5210" y="1123"/>
                    <a:pt x="5261" y="1226"/>
                  </a:cubicBezTo>
                  <a:lnTo>
                    <a:pt x="5261" y="1393"/>
                  </a:lnTo>
                  <a:cubicBezTo>
                    <a:pt x="5261" y="1548"/>
                    <a:pt x="5210" y="1716"/>
                    <a:pt x="5094" y="1870"/>
                  </a:cubicBezTo>
                  <a:cubicBezTo>
                    <a:pt x="4939" y="2141"/>
                    <a:pt x="4668" y="2412"/>
                    <a:pt x="4294" y="2631"/>
                  </a:cubicBezTo>
                  <a:cubicBezTo>
                    <a:pt x="3920" y="2838"/>
                    <a:pt x="3482" y="3005"/>
                    <a:pt x="3005" y="3108"/>
                  </a:cubicBezTo>
                  <a:cubicBezTo>
                    <a:pt x="2734" y="3160"/>
                    <a:pt x="2463" y="3160"/>
                    <a:pt x="2193" y="3160"/>
                  </a:cubicBezTo>
                  <a:cubicBezTo>
                    <a:pt x="1664" y="3160"/>
                    <a:pt x="1174" y="3057"/>
                    <a:pt x="851" y="2902"/>
                  </a:cubicBezTo>
                  <a:cubicBezTo>
                    <a:pt x="697" y="2786"/>
                    <a:pt x="529" y="2683"/>
                    <a:pt x="426" y="2580"/>
                  </a:cubicBezTo>
                  <a:cubicBezTo>
                    <a:pt x="323" y="2464"/>
                    <a:pt x="258" y="2360"/>
                    <a:pt x="258" y="2193"/>
                  </a:cubicBezTo>
                  <a:cubicBezTo>
                    <a:pt x="207" y="2141"/>
                    <a:pt x="207" y="2090"/>
                    <a:pt x="207" y="2038"/>
                  </a:cubicBezTo>
                  <a:cubicBezTo>
                    <a:pt x="207" y="1870"/>
                    <a:pt x="258" y="1716"/>
                    <a:pt x="374" y="1548"/>
                  </a:cubicBezTo>
                  <a:cubicBezTo>
                    <a:pt x="529" y="1290"/>
                    <a:pt x="800" y="1019"/>
                    <a:pt x="1174" y="800"/>
                  </a:cubicBezTo>
                  <a:cubicBezTo>
                    <a:pt x="1548" y="581"/>
                    <a:pt x="1986" y="426"/>
                    <a:pt x="2463" y="375"/>
                  </a:cubicBezTo>
                  <a:cubicBezTo>
                    <a:pt x="2734" y="323"/>
                    <a:pt x="3056" y="259"/>
                    <a:pt x="3276" y="259"/>
                  </a:cubicBezTo>
                  <a:close/>
                  <a:moveTo>
                    <a:pt x="5210" y="2141"/>
                  </a:moveTo>
                  <a:cubicBezTo>
                    <a:pt x="5210" y="2193"/>
                    <a:pt x="5158" y="2257"/>
                    <a:pt x="5158" y="2257"/>
                  </a:cubicBezTo>
                  <a:cubicBezTo>
                    <a:pt x="4991" y="2580"/>
                    <a:pt x="4720" y="2838"/>
                    <a:pt x="4346" y="3057"/>
                  </a:cubicBezTo>
                  <a:cubicBezTo>
                    <a:pt x="4024" y="3276"/>
                    <a:pt x="3546" y="3431"/>
                    <a:pt x="3108" y="3547"/>
                  </a:cubicBezTo>
                  <a:cubicBezTo>
                    <a:pt x="2786" y="3598"/>
                    <a:pt x="2515" y="3598"/>
                    <a:pt x="2257" y="3598"/>
                  </a:cubicBezTo>
                  <a:cubicBezTo>
                    <a:pt x="1664" y="3598"/>
                    <a:pt x="1174" y="3482"/>
                    <a:pt x="800" y="3276"/>
                  </a:cubicBezTo>
                  <a:cubicBezTo>
                    <a:pt x="645" y="3160"/>
                    <a:pt x="529" y="3057"/>
                    <a:pt x="426" y="2954"/>
                  </a:cubicBezTo>
                  <a:lnTo>
                    <a:pt x="426" y="2954"/>
                  </a:lnTo>
                  <a:cubicBezTo>
                    <a:pt x="581" y="3057"/>
                    <a:pt x="800" y="3160"/>
                    <a:pt x="1071" y="3276"/>
                  </a:cubicBezTo>
                  <a:cubicBezTo>
                    <a:pt x="1393" y="3379"/>
                    <a:pt x="1767" y="3431"/>
                    <a:pt x="2193" y="3431"/>
                  </a:cubicBezTo>
                  <a:cubicBezTo>
                    <a:pt x="2463" y="3431"/>
                    <a:pt x="2734" y="3379"/>
                    <a:pt x="3056" y="3328"/>
                  </a:cubicBezTo>
                  <a:cubicBezTo>
                    <a:pt x="3753" y="3224"/>
                    <a:pt x="4346" y="2954"/>
                    <a:pt x="4771" y="2580"/>
                  </a:cubicBezTo>
                  <a:cubicBezTo>
                    <a:pt x="4939" y="2464"/>
                    <a:pt x="5094" y="2309"/>
                    <a:pt x="5210" y="2141"/>
                  </a:cubicBezTo>
                  <a:close/>
                  <a:moveTo>
                    <a:pt x="3276" y="1"/>
                  </a:moveTo>
                  <a:cubicBezTo>
                    <a:pt x="3005" y="1"/>
                    <a:pt x="2734" y="52"/>
                    <a:pt x="2412" y="104"/>
                  </a:cubicBezTo>
                  <a:cubicBezTo>
                    <a:pt x="1935" y="207"/>
                    <a:pt x="1496" y="375"/>
                    <a:pt x="1122" y="581"/>
                  </a:cubicBezTo>
                  <a:cubicBezTo>
                    <a:pt x="968" y="645"/>
                    <a:pt x="800" y="749"/>
                    <a:pt x="697" y="852"/>
                  </a:cubicBezTo>
                  <a:cubicBezTo>
                    <a:pt x="478" y="1019"/>
                    <a:pt x="323" y="1226"/>
                    <a:pt x="155" y="1393"/>
                  </a:cubicBezTo>
                  <a:cubicBezTo>
                    <a:pt x="52" y="1613"/>
                    <a:pt x="0" y="1819"/>
                    <a:pt x="0" y="2038"/>
                  </a:cubicBezTo>
                  <a:lnTo>
                    <a:pt x="0" y="2257"/>
                  </a:lnTo>
                  <a:cubicBezTo>
                    <a:pt x="0" y="2515"/>
                    <a:pt x="52" y="2786"/>
                    <a:pt x="207" y="3005"/>
                  </a:cubicBezTo>
                  <a:cubicBezTo>
                    <a:pt x="374" y="3276"/>
                    <a:pt x="645" y="3547"/>
                    <a:pt x="1019" y="3650"/>
                  </a:cubicBezTo>
                  <a:cubicBezTo>
                    <a:pt x="1393" y="3805"/>
                    <a:pt x="1767" y="3869"/>
                    <a:pt x="2257" y="3869"/>
                  </a:cubicBezTo>
                  <a:cubicBezTo>
                    <a:pt x="2515" y="3869"/>
                    <a:pt x="2837" y="3805"/>
                    <a:pt x="3108" y="3753"/>
                  </a:cubicBezTo>
                  <a:cubicBezTo>
                    <a:pt x="3804" y="3650"/>
                    <a:pt x="4397" y="3379"/>
                    <a:pt x="4836" y="3005"/>
                  </a:cubicBezTo>
                  <a:cubicBezTo>
                    <a:pt x="5042" y="2838"/>
                    <a:pt x="5261" y="2631"/>
                    <a:pt x="5365" y="2412"/>
                  </a:cubicBezTo>
                  <a:cubicBezTo>
                    <a:pt x="5481" y="2141"/>
                    <a:pt x="5584" y="1935"/>
                    <a:pt x="5584" y="1664"/>
                  </a:cubicBezTo>
                  <a:cubicBezTo>
                    <a:pt x="5584" y="1548"/>
                    <a:pt x="5584" y="1393"/>
                    <a:pt x="5532" y="1290"/>
                  </a:cubicBezTo>
                  <a:cubicBezTo>
                    <a:pt x="5481" y="1123"/>
                    <a:pt x="5416" y="1019"/>
                    <a:pt x="5365" y="852"/>
                  </a:cubicBezTo>
                  <a:cubicBezTo>
                    <a:pt x="5313" y="800"/>
                    <a:pt x="5261" y="749"/>
                    <a:pt x="5210" y="697"/>
                  </a:cubicBezTo>
                  <a:cubicBezTo>
                    <a:pt x="5042" y="478"/>
                    <a:pt x="4771" y="323"/>
                    <a:pt x="4449" y="207"/>
                  </a:cubicBezTo>
                  <a:cubicBezTo>
                    <a:pt x="4346" y="156"/>
                    <a:pt x="4243" y="104"/>
                    <a:pt x="4075" y="104"/>
                  </a:cubicBezTo>
                  <a:lnTo>
                    <a:pt x="4024" y="104"/>
                  </a:lnTo>
                  <a:cubicBezTo>
                    <a:pt x="3972" y="52"/>
                    <a:pt x="3920" y="52"/>
                    <a:pt x="3869" y="52"/>
                  </a:cubicBezTo>
                  <a:lnTo>
                    <a:pt x="3598" y="52"/>
                  </a:lnTo>
                  <a:cubicBezTo>
                    <a:pt x="3482" y="52"/>
                    <a:pt x="3379" y="1"/>
                    <a:pt x="327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086;p32">
              <a:extLst>
                <a:ext uri="{FF2B5EF4-FFF2-40B4-BE49-F238E27FC236}">
                  <a16:creationId xmlns:a16="http://schemas.microsoft.com/office/drawing/2014/main" id="{D7C2B00C-3244-A9F2-9476-4EC25C163A9F}"/>
                </a:ext>
              </a:extLst>
            </p:cNvPr>
            <p:cNvSpPr/>
            <p:nvPr/>
          </p:nvSpPr>
          <p:spPr>
            <a:xfrm>
              <a:off x="3833525" y="4387275"/>
              <a:ext cx="99300" cy="64500"/>
            </a:xfrm>
            <a:custGeom>
              <a:avLst/>
              <a:gdLst/>
              <a:ahLst/>
              <a:cxnLst/>
              <a:rect l="l" t="t" r="r" b="b"/>
              <a:pathLst>
                <a:path w="3972" h="2580" extrusionOk="0">
                  <a:moveTo>
                    <a:pt x="2412" y="219"/>
                  </a:moveTo>
                  <a:cubicBezTo>
                    <a:pt x="2734" y="219"/>
                    <a:pt x="3056" y="323"/>
                    <a:pt x="3327" y="426"/>
                  </a:cubicBezTo>
                  <a:cubicBezTo>
                    <a:pt x="3443" y="477"/>
                    <a:pt x="3495" y="542"/>
                    <a:pt x="3598" y="645"/>
                  </a:cubicBezTo>
                  <a:cubicBezTo>
                    <a:pt x="3649" y="697"/>
                    <a:pt x="3701" y="800"/>
                    <a:pt x="3701" y="916"/>
                  </a:cubicBezTo>
                  <a:lnTo>
                    <a:pt x="3701" y="1019"/>
                  </a:lnTo>
                  <a:cubicBezTo>
                    <a:pt x="3701" y="1122"/>
                    <a:pt x="3701" y="1238"/>
                    <a:pt x="3598" y="1341"/>
                  </a:cubicBezTo>
                  <a:cubicBezTo>
                    <a:pt x="3546" y="1561"/>
                    <a:pt x="3327" y="1715"/>
                    <a:pt x="3056" y="1883"/>
                  </a:cubicBezTo>
                  <a:cubicBezTo>
                    <a:pt x="2850" y="2038"/>
                    <a:pt x="2528" y="2154"/>
                    <a:pt x="2205" y="2257"/>
                  </a:cubicBezTo>
                  <a:cubicBezTo>
                    <a:pt x="1986" y="2308"/>
                    <a:pt x="1767" y="2308"/>
                    <a:pt x="1561" y="2308"/>
                  </a:cubicBezTo>
                  <a:cubicBezTo>
                    <a:pt x="1238" y="2308"/>
                    <a:pt x="916" y="2257"/>
                    <a:pt x="645" y="2089"/>
                  </a:cubicBezTo>
                  <a:cubicBezTo>
                    <a:pt x="542" y="2038"/>
                    <a:pt x="477" y="1986"/>
                    <a:pt x="374" y="1883"/>
                  </a:cubicBezTo>
                  <a:cubicBezTo>
                    <a:pt x="323" y="1831"/>
                    <a:pt x="271" y="1715"/>
                    <a:pt x="271" y="1664"/>
                  </a:cubicBezTo>
                  <a:lnTo>
                    <a:pt x="271" y="1509"/>
                  </a:lnTo>
                  <a:cubicBezTo>
                    <a:pt x="271" y="1393"/>
                    <a:pt x="271" y="1290"/>
                    <a:pt x="374" y="1187"/>
                  </a:cubicBezTo>
                  <a:cubicBezTo>
                    <a:pt x="477" y="967"/>
                    <a:pt x="645" y="800"/>
                    <a:pt x="916" y="645"/>
                  </a:cubicBezTo>
                  <a:cubicBezTo>
                    <a:pt x="1122" y="477"/>
                    <a:pt x="1445" y="374"/>
                    <a:pt x="1767" y="323"/>
                  </a:cubicBezTo>
                  <a:cubicBezTo>
                    <a:pt x="1986" y="271"/>
                    <a:pt x="2205" y="219"/>
                    <a:pt x="2412" y="219"/>
                  </a:cubicBezTo>
                  <a:close/>
                  <a:moveTo>
                    <a:pt x="2412" y="0"/>
                  </a:moveTo>
                  <a:cubicBezTo>
                    <a:pt x="2205" y="0"/>
                    <a:pt x="1935" y="0"/>
                    <a:pt x="1715" y="52"/>
                  </a:cubicBezTo>
                  <a:cubicBezTo>
                    <a:pt x="1238" y="155"/>
                    <a:pt x="800" y="374"/>
                    <a:pt x="477" y="645"/>
                  </a:cubicBezTo>
                  <a:cubicBezTo>
                    <a:pt x="374" y="748"/>
                    <a:pt x="220" y="916"/>
                    <a:pt x="155" y="1071"/>
                  </a:cubicBezTo>
                  <a:cubicBezTo>
                    <a:pt x="52" y="1187"/>
                    <a:pt x="0" y="1341"/>
                    <a:pt x="0" y="1509"/>
                  </a:cubicBezTo>
                  <a:lnTo>
                    <a:pt x="0" y="1715"/>
                  </a:lnTo>
                  <a:cubicBezTo>
                    <a:pt x="52" y="1831"/>
                    <a:pt x="103" y="1986"/>
                    <a:pt x="220" y="2089"/>
                  </a:cubicBezTo>
                  <a:cubicBezTo>
                    <a:pt x="323" y="2205"/>
                    <a:pt x="542" y="2360"/>
                    <a:pt x="748" y="2412"/>
                  </a:cubicBezTo>
                  <a:cubicBezTo>
                    <a:pt x="1019" y="2528"/>
                    <a:pt x="1290" y="2579"/>
                    <a:pt x="1561" y="2579"/>
                  </a:cubicBezTo>
                  <a:cubicBezTo>
                    <a:pt x="1767" y="2579"/>
                    <a:pt x="2038" y="2528"/>
                    <a:pt x="2257" y="2476"/>
                  </a:cubicBezTo>
                  <a:cubicBezTo>
                    <a:pt x="2734" y="2360"/>
                    <a:pt x="3172" y="2154"/>
                    <a:pt x="3495" y="1934"/>
                  </a:cubicBezTo>
                  <a:cubicBezTo>
                    <a:pt x="3598" y="1767"/>
                    <a:pt x="3766" y="1664"/>
                    <a:pt x="3817" y="1509"/>
                  </a:cubicBezTo>
                  <a:cubicBezTo>
                    <a:pt x="3920" y="1341"/>
                    <a:pt x="3972" y="1187"/>
                    <a:pt x="3972" y="1019"/>
                  </a:cubicBezTo>
                  <a:lnTo>
                    <a:pt x="3972" y="864"/>
                  </a:lnTo>
                  <a:cubicBezTo>
                    <a:pt x="3920" y="697"/>
                    <a:pt x="3869" y="593"/>
                    <a:pt x="3766" y="477"/>
                  </a:cubicBezTo>
                  <a:cubicBezTo>
                    <a:pt x="3649" y="323"/>
                    <a:pt x="3443" y="219"/>
                    <a:pt x="3224" y="103"/>
                  </a:cubicBezTo>
                  <a:cubicBezTo>
                    <a:pt x="2953" y="52"/>
                    <a:pt x="2682" y="0"/>
                    <a:pt x="241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087;p32">
              <a:extLst>
                <a:ext uri="{FF2B5EF4-FFF2-40B4-BE49-F238E27FC236}">
                  <a16:creationId xmlns:a16="http://schemas.microsoft.com/office/drawing/2014/main" id="{13C7F824-B85C-B1EA-36A5-5DF6F57F8114}"/>
                </a:ext>
              </a:extLst>
            </p:cNvPr>
            <p:cNvSpPr/>
            <p:nvPr/>
          </p:nvSpPr>
          <p:spPr>
            <a:xfrm>
              <a:off x="3885750" y="4396525"/>
              <a:ext cx="17750" cy="39125"/>
            </a:xfrm>
            <a:custGeom>
              <a:avLst/>
              <a:gdLst/>
              <a:ahLst/>
              <a:cxnLst/>
              <a:rect l="l" t="t" r="r" b="b"/>
              <a:pathLst>
                <a:path w="710" h="1565" extrusionOk="0">
                  <a:moveTo>
                    <a:pt x="637" y="1"/>
                  </a:moveTo>
                  <a:cubicBezTo>
                    <a:pt x="575" y="1"/>
                    <a:pt x="377" y="518"/>
                    <a:pt x="168" y="1023"/>
                  </a:cubicBezTo>
                  <a:cubicBezTo>
                    <a:pt x="0" y="1513"/>
                    <a:pt x="0" y="1564"/>
                    <a:pt x="65" y="1564"/>
                  </a:cubicBezTo>
                  <a:cubicBezTo>
                    <a:pt x="116" y="1564"/>
                    <a:pt x="116" y="1564"/>
                    <a:pt x="323" y="1074"/>
                  </a:cubicBezTo>
                  <a:cubicBezTo>
                    <a:pt x="542" y="546"/>
                    <a:pt x="709" y="4"/>
                    <a:pt x="645" y="4"/>
                  </a:cubicBezTo>
                  <a:cubicBezTo>
                    <a:pt x="643" y="2"/>
                    <a:pt x="640" y="1"/>
                    <a:pt x="637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088;p32">
              <a:extLst>
                <a:ext uri="{FF2B5EF4-FFF2-40B4-BE49-F238E27FC236}">
                  <a16:creationId xmlns:a16="http://schemas.microsoft.com/office/drawing/2014/main" id="{116B52CB-804E-9961-8D78-C2176497E0EF}"/>
                </a:ext>
              </a:extLst>
            </p:cNvPr>
            <p:cNvSpPr/>
            <p:nvPr/>
          </p:nvSpPr>
          <p:spPr>
            <a:xfrm>
              <a:off x="3856400" y="4395325"/>
              <a:ext cx="17450" cy="40325"/>
            </a:xfrm>
            <a:custGeom>
              <a:avLst/>
              <a:gdLst/>
              <a:ahLst/>
              <a:cxnLst/>
              <a:rect l="l" t="t" r="r" b="b"/>
              <a:pathLst>
                <a:path w="698" h="1613" extrusionOk="0">
                  <a:moveTo>
                    <a:pt x="646" y="1"/>
                  </a:moveTo>
                  <a:cubicBezTo>
                    <a:pt x="594" y="1"/>
                    <a:pt x="375" y="542"/>
                    <a:pt x="156" y="1019"/>
                  </a:cubicBezTo>
                  <a:cubicBezTo>
                    <a:pt x="1" y="1561"/>
                    <a:pt x="1" y="1561"/>
                    <a:pt x="52" y="1612"/>
                  </a:cubicBezTo>
                  <a:cubicBezTo>
                    <a:pt x="104" y="1612"/>
                    <a:pt x="156" y="1612"/>
                    <a:pt x="323" y="1071"/>
                  </a:cubicBezTo>
                  <a:cubicBezTo>
                    <a:pt x="530" y="594"/>
                    <a:pt x="697" y="1"/>
                    <a:pt x="646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089;p32">
              <a:extLst>
                <a:ext uri="{FF2B5EF4-FFF2-40B4-BE49-F238E27FC236}">
                  <a16:creationId xmlns:a16="http://schemas.microsoft.com/office/drawing/2014/main" id="{7F1E7121-FFAB-0AE5-7FBE-721ACF02CEAE}"/>
                </a:ext>
              </a:extLst>
            </p:cNvPr>
            <p:cNvSpPr/>
            <p:nvPr/>
          </p:nvSpPr>
          <p:spPr>
            <a:xfrm>
              <a:off x="3630750" y="4534925"/>
              <a:ext cx="115425" cy="79325"/>
            </a:xfrm>
            <a:custGeom>
              <a:avLst/>
              <a:gdLst/>
              <a:ahLst/>
              <a:cxnLst/>
              <a:rect l="l" t="t" r="r" b="b"/>
              <a:pathLst>
                <a:path w="4617" h="3173" extrusionOk="0">
                  <a:moveTo>
                    <a:pt x="3747" y="217"/>
                  </a:moveTo>
                  <a:cubicBezTo>
                    <a:pt x="3749" y="217"/>
                    <a:pt x="3751" y="218"/>
                    <a:pt x="3753" y="219"/>
                  </a:cubicBezTo>
                  <a:cubicBezTo>
                    <a:pt x="3817" y="219"/>
                    <a:pt x="3327" y="1019"/>
                    <a:pt x="2902" y="1831"/>
                  </a:cubicBezTo>
                  <a:cubicBezTo>
                    <a:pt x="2463" y="2579"/>
                    <a:pt x="2412" y="2579"/>
                    <a:pt x="2360" y="2579"/>
                  </a:cubicBezTo>
                  <a:cubicBezTo>
                    <a:pt x="2309" y="2527"/>
                    <a:pt x="2309" y="2527"/>
                    <a:pt x="2734" y="1728"/>
                  </a:cubicBezTo>
                  <a:cubicBezTo>
                    <a:pt x="3209" y="991"/>
                    <a:pt x="3672" y="217"/>
                    <a:pt x="3747" y="217"/>
                  </a:cubicBezTo>
                  <a:close/>
                  <a:moveTo>
                    <a:pt x="2136" y="217"/>
                  </a:moveTo>
                  <a:cubicBezTo>
                    <a:pt x="2138" y="217"/>
                    <a:pt x="2140" y="218"/>
                    <a:pt x="2141" y="219"/>
                  </a:cubicBezTo>
                  <a:cubicBezTo>
                    <a:pt x="2206" y="219"/>
                    <a:pt x="1716" y="1083"/>
                    <a:pt x="1290" y="1934"/>
                  </a:cubicBezTo>
                  <a:cubicBezTo>
                    <a:pt x="800" y="2798"/>
                    <a:pt x="749" y="2798"/>
                    <a:pt x="697" y="2798"/>
                  </a:cubicBezTo>
                  <a:cubicBezTo>
                    <a:pt x="697" y="2747"/>
                    <a:pt x="645" y="2695"/>
                    <a:pt x="1122" y="1883"/>
                  </a:cubicBezTo>
                  <a:cubicBezTo>
                    <a:pt x="1598" y="1044"/>
                    <a:pt x="2062" y="217"/>
                    <a:pt x="2136" y="217"/>
                  </a:cubicBezTo>
                  <a:close/>
                  <a:moveTo>
                    <a:pt x="3224" y="0"/>
                  </a:moveTo>
                  <a:cubicBezTo>
                    <a:pt x="2786" y="0"/>
                    <a:pt x="2257" y="116"/>
                    <a:pt x="1767" y="322"/>
                  </a:cubicBezTo>
                  <a:cubicBezTo>
                    <a:pt x="1238" y="542"/>
                    <a:pt x="800" y="864"/>
                    <a:pt x="478" y="1186"/>
                  </a:cubicBezTo>
                  <a:cubicBezTo>
                    <a:pt x="155" y="1560"/>
                    <a:pt x="1" y="1883"/>
                    <a:pt x="1" y="2205"/>
                  </a:cubicBezTo>
                  <a:cubicBezTo>
                    <a:pt x="1" y="2308"/>
                    <a:pt x="1" y="2424"/>
                    <a:pt x="52" y="2527"/>
                  </a:cubicBezTo>
                  <a:cubicBezTo>
                    <a:pt x="155" y="2747"/>
                    <a:pt x="323" y="2901"/>
                    <a:pt x="529" y="3017"/>
                  </a:cubicBezTo>
                  <a:cubicBezTo>
                    <a:pt x="800" y="3121"/>
                    <a:pt x="1071" y="3172"/>
                    <a:pt x="1393" y="3172"/>
                  </a:cubicBezTo>
                  <a:cubicBezTo>
                    <a:pt x="1883" y="3172"/>
                    <a:pt x="2360" y="3069"/>
                    <a:pt x="2850" y="2850"/>
                  </a:cubicBezTo>
                  <a:cubicBezTo>
                    <a:pt x="3379" y="2631"/>
                    <a:pt x="3817" y="2308"/>
                    <a:pt x="4140" y="1986"/>
                  </a:cubicBezTo>
                  <a:cubicBezTo>
                    <a:pt x="4462" y="1612"/>
                    <a:pt x="4617" y="1289"/>
                    <a:pt x="4617" y="967"/>
                  </a:cubicBezTo>
                  <a:cubicBezTo>
                    <a:pt x="4617" y="864"/>
                    <a:pt x="4617" y="761"/>
                    <a:pt x="4565" y="645"/>
                  </a:cubicBezTo>
                  <a:cubicBezTo>
                    <a:pt x="4462" y="438"/>
                    <a:pt x="4295" y="271"/>
                    <a:pt x="4075" y="168"/>
                  </a:cubicBezTo>
                  <a:cubicBezTo>
                    <a:pt x="3869" y="52"/>
                    <a:pt x="3547" y="0"/>
                    <a:pt x="322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090;p32">
              <a:extLst>
                <a:ext uri="{FF2B5EF4-FFF2-40B4-BE49-F238E27FC236}">
                  <a16:creationId xmlns:a16="http://schemas.microsoft.com/office/drawing/2014/main" id="{E5ED1B21-365D-4623-3891-84FFCEA76CB2}"/>
                </a:ext>
              </a:extLst>
            </p:cNvPr>
            <p:cNvSpPr/>
            <p:nvPr/>
          </p:nvSpPr>
          <p:spPr>
            <a:xfrm>
              <a:off x="3606575" y="4520075"/>
              <a:ext cx="165075" cy="110275"/>
            </a:xfrm>
            <a:custGeom>
              <a:avLst/>
              <a:gdLst/>
              <a:ahLst/>
              <a:cxnLst/>
              <a:rect l="l" t="t" r="r" b="b"/>
              <a:pathLst>
                <a:path w="6603" h="4411" extrusionOk="0">
                  <a:moveTo>
                    <a:pt x="4191" y="323"/>
                  </a:moveTo>
                  <a:cubicBezTo>
                    <a:pt x="4565" y="323"/>
                    <a:pt x="4888" y="439"/>
                    <a:pt x="5158" y="542"/>
                  </a:cubicBezTo>
                  <a:cubicBezTo>
                    <a:pt x="5429" y="646"/>
                    <a:pt x="5635" y="865"/>
                    <a:pt x="5752" y="1136"/>
                  </a:cubicBezTo>
                  <a:cubicBezTo>
                    <a:pt x="5803" y="1290"/>
                    <a:pt x="5855" y="1406"/>
                    <a:pt x="5855" y="1561"/>
                  </a:cubicBezTo>
                  <a:cubicBezTo>
                    <a:pt x="5855" y="1935"/>
                    <a:pt x="5635" y="2373"/>
                    <a:pt x="5313" y="2747"/>
                  </a:cubicBezTo>
                  <a:cubicBezTo>
                    <a:pt x="4939" y="3121"/>
                    <a:pt x="4462" y="3444"/>
                    <a:pt x="3920" y="3663"/>
                  </a:cubicBezTo>
                  <a:cubicBezTo>
                    <a:pt x="3379" y="3869"/>
                    <a:pt x="2850" y="3985"/>
                    <a:pt x="2360" y="3985"/>
                  </a:cubicBezTo>
                  <a:cubicBezTo>
                    <a:pt x="2038" y="3985"/>
                    <a:pt x="1664" y="3934"/>
                    <a:pt x="1393" y="3818"/>
                  </a:cubicBezTo>
                  <a:cubicBezTo>
                    <a:pt x="1122" y="3663"/>
                    <a:pt x="916" y="3495"/>
                    <a:pt x="800" y="3225"/>
                  </a:cubicBezTo>
                  <a:cubicBezTo>
                    <a:pt x="748" y="3070"/>
                    <a:pt x="748" y="2967"/>
                    <a:pt x="748" y="2799"/>
                  </a:cubicBezTo>
                  <a:cubicBezTo>
                    <a:pt x="748" y="2425"/>
                    <a:pt x="916" y="2000"/>
                    <a:pt x="1290" y="1613"/>
                  </a:cubicBezTo>
                  <a:cubicBezTo>
                    <a:pt x="1612" y="1239"/>
                    <a:pt x="2089" y="916"/>
                    <a:pt x="2631" y="646"/>
                  </a:cubicBezTo>
                  <a:cubicBezTo>
                    <a:pt x="3173" y="439"/>
                    <a:pt x="3701" y="323"/>
                    <a:pt x="4191" y="323"/>
                  </a:cubicBezTo>
                  <a:close/>
                  <a:moveTo>
                    <a:pt x="4565" y="1"/>
                  </a:moveTo>
                  <a:cubicBezTo>
                    <a:pt x="3972" y="1"/>
                    <a:pt x="3276" y="117"/>
                    <a:pt x="2579" y="388"/>
                  </a:cubicBezTo>
                  <a:cubicBezTo>
                    <a:pt x="1819" y="710"/>
                    <a:pt x="1122" y="1136"/>
                    <a:pt x="697" y="1613"/>
                  </a:cubicBezTo>
                  <a:cubicBezTo>
                    <a:pt x="207" y="2103"/>
                    <a:pt x="1" y="2644"/>
                    <a:pt x="1" y="3070"/>
                  </a:cubicBezTo>
                  <a:cubicBezTo>
                    <a:pt x="1" y="3225"/>
                    <a:pt x="1" y="3341"/>
                    <a:pt x="52" y="3495"/>
                  </a:cubicBezTo>
                  <a:cubicBezTo>
                    <a:pt x="155" y="3766"/>
                    <a:pt x="426" y="3985"/>
                    <a:pt x="748" y="4140"/>
                  </a:cubicBezTo>
                  <a:cubicBezTo>
                    <a:pt x="1071" y="4308"/>
                    <a:pt x="1496" y="4411"/>
                    <a:pt x="2038" y="4411"/>
                  </a:cubicBezTo>
                  <a:cubicBezTo>
                    <a:pt x="2631" y="4411"/>
                    <a:pt x="3327" y="4308"/>
                    <a:pt x="3972" y="4037"/>
                  </a:cubicBezTo>
                  <a:cubicBezTo>
                    <a:pt x="4784" y="3715"/>
                    <a:pt x="5429" y="3289"/>
                    <a:pt x="5906" y="2799"/>
                  </a:cubicBezTo>
                  <a:cubicBezTo>
                    <a:pt x="6332" y="2322"/>
                    <a:pt x="6603" y="1780"/>
                    <a:pt x="6603" y="1355"/>
                  </a:cubicBezTo>
                  <a:cubicBezTo>
                    <a:pt x="6603" y="1187"/>
                    <a:pt x="6603" y="1084"/>
                    <a:pt x="6551" y="916"/>
                  </a:cubicBezTo>
                  <a:cubicBezTo>
                    <a:pt x="6448" y="646"/>
                    <a:pt x="6177" y="439"/>
                    <a:pt x="5855" y="272"/>
                  </a:cubicBezTo>
                  <a:cubicBezTo>
                    <a:pt x="5481" y="117"/>
                    <a:pt x="5042" y="1"/>
                    <a:pt x="45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091;p32">
              <a:extLst>
                <a:ext uri="{FF2B5EF4-FFF2-40B4-BE49-F238E27FC236}">
                  <a16:creationId xmlns:a16="http://schemas.microsoft.com/office/drawing/2014/main" id="{D2368265-B115-5D97-D034-D8DEF57BF864}"/>
                </a:ext>
              </a:extLst>
            </p:cNvPr>
            <p:cNvSpPr/>
            <p:nvPr/>
          </p:nvSpPr>
          <p:spPr>
            <a:xfrm>
              <a:off x="3614625" y="4565850"/>
              <a:ext cx="161225" cy="79325"/>
            </a:xfrm>
            <a:custGeom>
              <a:avLst/>
              <a:gdLst/>
              <a:ahLst/>
              <a:cxnLst/>
              <a:rect l="l" t="t" r="r" b="b"/>
              <a:pathLst>
                <a:path w="6449" h="3173" extrusionOk="0">
                  <a:moveTo>
                    <a:pt x="6448" y="1"/>
                  </a:moveTo>
                  <a:cubicBezTo>
                    <a:pt x="6332" y="375"/>
                    <a:pt x="6126" y="749"/>
                    <a:pt x="5752" y="1136"/>
                  </a:cubicBezTo>
                  <a:cubicBezTo>
                    <a:pt x="5262" y="1664"/>
                    <a:pt x="4566" y="2103"/>
                    <a:pt x="3753" y="2425"/>
                  </a:cubicBezTo>
                  <a:cubicBezTo>
                    <a:pt x="3057" y="2683"/>
                    <a:pt x="2361" y="2851"/>
                    <a:pt x="1716" y="2851"/>
                  </a:cubicBezTo>
                  <a:cubicBezTo>
                    <a:pt x="1174" y="2851"/>
                    <a:pt x="697" y="2747"/>
                    <a:pt x="323" y="2580"/>
                  </a:cubicBezTo>
                  <a:cubicBezTo>
                    <a:pt x="207" y="2528"/>
                    <a:pt x="104" y="2425"/>
                    <a:pt x="1" y="2361"/>
                  </a:cubicBezTo>
                  <a:lnTo>
                    <a:pt x="1" y="2361"/>
                  </a:lnTo>
                  <a:cubicBezTo>
                    <a:pt x="104" y="2528"/>
                    <a:pt x="272" y="2683"/>
                    <a:pt x="478" y="2799"/>
                  </a:cubicBezTo>
                  <a:cubicBezTo>
                    <a:pt x="852" y="3070"/>
                    <a:pt x="1342" y="3173"/>
                    <a:pt x="1883" y="3173"/>
                  </a:cubicBezTo>
                  <a:cubicBezTo>
                    <a:pt x="2528" y="3173"/>
                    <a:pt x="3225" y="3005"/>
                    <a:pt x="3921" y="2747"/>
                  </a:cubicBezTo>
                  <a:cubicBezTo>
                    <a:pt x="4617" y="2477"/>
                    <a:pt x="5262" y="2038"/>
                    <a:pt x="5752" y="1561"/>
                  </a:cubicBezTo>
                  <a:cubicBezTo>
                    <a:pt x="6177" y="1071"/>
                    <a:pt x="6448" y="542"/>
                    <a:pt x="644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092;p32">
              <a:extLst>
                <a:ext uri="{FF2B5EF4-FFF2-40B4-BE49-F238E27FC236}">
                  <a16:creationId xmlns:a16="http://schemas.microsoft.com/office/drawing/2014/main" id="{321697E9-7E3B-7C4D-EE0A-45F0585E14A3}"/>
                </a:ext>
              </a:extLst>
            </p:cNvPr>
            <p:cNvSpPr/>
            <p:nvPr/>
          </p:nvSpPr>
          <p:spPr>
            <a:xfrm>
              <a:off x="3959875" y="4529750"/>
              <a:ext cx="148975" cy="91250"/>
            </a:xfrm>
            <a:custGeom>
              <a:avLst/>
              <a:gdLst/>
              <a:ahLst/>
              <a:cxnLst/>
              <a:rect l="l" t="t" r="r" b="b"/>
              <a:pathLst>
                <a:path w="5959" h="3650" extrusionOk="0">
                  <a:moveTo>
                    <a:pt x="2309" y="259"/>
                  </a:moveTo>
                  <a:cubicBezTo>
                    <a:pt x="2683" y="259"/>
                    <a:pt x="3057" y="323"/>
                    <a:pt x="3379" y="426"/>
                  </a:cubicBezTo>
                  <a:cubicBezTo>
                    <a:pt x="3805" y="529"/>
                    <a:pt x="4192" y="697"/>
                    <a:pt x="4514" y="903"/>
                  </a:cubicBezTo>
                  <a:cubicBezTo>
                    <a:pt x="4772" y="1123"/>
                    <a:pt x="5043" y="1393"/>
                    <a:pt x="5159" y="1664"/>
                  </a:cubicBezTo>
                  <a:cubicBezTo>
                    <a:pt x="5262" y="1819"/>
                    <a:pt x="5314" y="1986"/>
                    <a:pt x="5314" y="2193"/>
                  </a:cubicBezTo>
                  <a:cubicBezTo>
                    <a:pt x="5314" y="2309"/>
                    <a:pt x="5314" y="2360"/>
                    <a:pt x="5262" y="2464"/>
                  </a:cubicBezTo>
                  <a:cubicBezTo>
                    <a:pt x="5210" y="2734"/>
                    <a:pt x="4991" y="2954"/>
                    <a:pt x="4669" y="3108"/>
                  </a:cubicBezTo>
                  <a:cubicBezTo>
                    <a:pt x="4398" y="3224"/>
                    <a:pt x="4024" y="3328"/>
                    <a:pt x="3650" y="3328"/>
                  </a:cubicBezTo>
                  <a:cubicBezTo>
                    <a:pt x="3276" y="3328"/>
                    <a:pt x="2954" y="3276"/>
                    <a:pt x="2580" y="3160"/>
                  </a:cubicBezTo>
                  <a:cubicBezTo>
                    <a:pt x="2141" y="3005"/>
                    <a:pt x="1768" y="2838"/>
                    <a:pt x="1445" y="2631"/>
                  </a:cubicBezTo>
                  <a:cubicBezTo>
                    <a:pt x="1174" y="2412"/>
                    <a:pt x="904" y="2141"/>
                    <a:pt x="800" y="1935"/>
                  </a:cubicBezTo>
                  <a:cubicBezTo>
                    <a:pt x="697" y="1716"/>
                    <a:pt x="646" y="1548"/>
                    <a:pt x="646" y="1342"/>
                  </a:cubicBezTo>
                  <a:cubicBezTo>
                    <a:pt x="646" y="1290"/>
                    <a:pt x="646" y="1174"/>
                    <a:pt x="697" y="1071"/>
                  </a:cubicBezTo>
                  <a:cubicBezTo>
                    <a:pt x="749" y="800"/>
                    <a:pt x="1020" y="581"/>
                    <a:pt x="1290" y="478"/>
                  </a:cubicBezTo>
                  <a:cubicBezTo>
                    <a:pt x="1548" y="323"/>
                    <a:pt x="1935" y="259"/>
                    <a:pt x="2309" y="259"/>
                  </a:cubicBezTo>
                  <a:close/>
                  <a:moveTo>
                    <a:pt x="1935" y="1"/>
                  </a:moveTo>
                  <a:cubicBezTo>
                    <a:pt x="1445" y="1"/>
                    <a:pt x="1020" y="52"/>
                    <a:pt x="697" y="207"/>
                  </a:cubicBezTo>
                  <a:cubicBezTo>
                    <a:pt x="375" y="375"/>
                    <a:pt x="156" y="581"/>
                    <a:pt x="53" y="852"/>
                  </a:cubicBezTo>
                  <a:cubicBezTo>
                    <a:pt x="1" y="968"/>
                    <a:pt x="1" y="1071"/>
                    <a:pt x="1" y="1174"/>
                  </a:cubicBezTo>
                  <a:cubicBezTo>
                    <a:pt x="1" y="1342"/>
                    <a:pt x="53" y="1548"/>
                    <a:pt x="156" y="1767"/>
                  </a:cubicBezTo>
                  <a:cubicBezTo>
                    <a:pt x="259" y="1986"/>
                    <a:pt x="427" y="2193"/>
                    <a:pt x="646" y="2412"/>
                  </a:cubicBezTo>
                  <a:cubicBezTo>
                    <a:pt x="1071" y="2786"/>
                    <a:pt x="1716" y="3160"/>
                    <a:pt x="2412" y="3379"/>
                  </a:cubicBezTo>
                  <a:cubicBezTo>
                    <a:pt x="2954" y="3547"/>
                    <a:pt x="3483" y="3650"/>
                    <a:pt x="3973" y="3650"/>
                  </a:cubicBezTo>
                  <a:cubicBezTo>
                    <a:pt x="4514" y="3650"/>
                    <a:pt x="4940" y="3547"/>
                    <a:pt x="5262" y="3379"/>
                  </a:cubicBezTo>
                  <a:cubicBezTo>
                    <a:pt x="5584" y="3224"/>
                    <a:pt x="5804" y="3005"/>
                    <a:pt x="5907" y="2734"/>
                  </a:cubicBezTo>
                  <a:cubicBezTo>
                    <a:pt x="5907" y="2631"/>
                    <a:pt x="5958" y="2580"/>
                    <a:pt x="5958" y="2464"/>
                  </a:cubicBezTo>
                  <a:cubicBezTo>
                    <a:pt x="5958" y="2257"/>
                    <a:pt x="5907" y="2038"/>
                    <a:pt x="5804" y="1819"/>
                  </a:cubicBezTo>
                  <a:cubicBezTo>
                    <a:pt x="5688" y="1664"/>
                    <a:pt x="5481" y="1445"/>
                    <a:pt x="5262" y="1226"/>
                  </a:cubicBezTo>
                  <a:cubicBezTo>
                    <a:pt x="4836" y="800"/>
                    <a:pt x="4243" y="478"/>
                    <a:pt x="3483" y="207"/>
                  </a:cubicBezTo>
                  <a:cubicBezTo>
                    <a:pt x="2954" y="52"/>
                    <a:pt x="2412" y="1"/>
                    <a:pt x="193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093;p32">
              <a:extLst>
                <a:ext uri="{FF2B5EF4-FFF2-40B4-BE49-F238E27FC236}">
                  <a16:creationId xmlns:a16="http://schemas.microsoft.com/office/drawing/2014/main" id="{2F0D21FF-5587-9F7D-E571-A23A31AC3BF4}"/>
                </a:ext>
              </a:extLst>
            </p:cNvPr>
            <p:cNvSpPr/>
            <p:nvPr/>
          </p:nvSpPr>
          <p:spPr>
            <a:xfrm>
              <a:off x="3982450" y="4541675"/>
              <a:ext cx="103500" cy="64500"/>
            </a:xfrm>
            <a:custGeom>
              <a:avLst/>
              <a:gdLst/>
              <a:ahLst/>
              <a:cxnLst/>
              <a:rect l="l" t="t" r="r" b="b"/>
              <a:pathLst>
                <a:path w="4140" h="2580" extrusionOk="0">
                  <a:moveTo>
                    <a:pt x="3653" y="1015"/>
                  </a:moveTo>
                  <a:cubicBezTo>
                    <a:pt x="3659" y="1015"/>
                    <a:pt x="3663" y="1016"/>
                    <a:pt x="3663" y="1019"/>
                  </a:cubicBezTo>
                  <a:cubicBezTo>
                    <a:pt x="3714" y="1071"/>
                    <a:pt x="2850" y="1509"/>
                    <a:pt x="2051" y="1832"/>
                  </a:cubicBezTo>
                  <a:cubicBezTo>
                    <a:pt x="1421" y="2105"/>
                    <a:pt x="1250" y="2178"/>
                    <a:pt x="1184" y="2178"/>
                  </a:cubicBezTo>
                  <a:cubicBezTo>
                    <a:pt x="1159" y="2178"/>
                    <a:pt x="1149" y="2168"/>
                    <a:pt x="1135" y="2154"/>
                  </a:cubicBezTo>
                  <a:cubicBezTo>
                    <a:pt x="1135" y="2103"/>
                    <a:pt x="1135" y="2038"/>
                    <a:pt x="1935" y="1716"/>
                  </a:cubicBezTo>
                  <a:cubicBezTo>
                    <a:pt x="2745" y="1365"/>
                    <a:pt x="3555" y="1015"/>
                    <a:pt x="3653" y="1015"/>
                  </a:cubicBezTo>
                  <a:close/>
                  <a:moveTo>
                    <a:pt x="1406" y="1"/>
                  </a:moveTo>
                  <a:cubicBezTo>
                    <a:pt x="1084" y="1"/>
                    <a:pt x="710" y="104"/>
                    <a:pt x="491" y="220"/>
                  </a:cubicBezTo>
                  <a:cubicBezTo>
                    <a:pt x="220" y="323"/>
                    <a:pt x="65" y="491"/>
                    <a:pt x="1" y="697"/>
                  </a:cubicBezTo>
                  <a:lnTo>
                    <a:pt x="1" y="865"/>
                  </a:lnTo>
                  <a:cubicBezTo>
                    <a:pt x="1" y="1019"/>
                    <a:pt x="1" y="1187"/>
                    <a:pt x="117" y="1290"/>
                  </a:cubicBezTo>
                  <a:cubicBezTo>
                    <a:pt x="168" y="1458"/>
                    <a:pt x="323" y="1613"/>
                    <a:pt x="439" y="1716"/>
                  </a:cubicBezTo>
                  <a:cubicBezTo>
                    <a:pt x="761" y="2038"/>
                    <a:pt x="1187" y="2257"/>
                    <a:pt x="1728" y="2425"/>
                  </a:cubicBezTo>
                  <a:cubicBezTo>
                    <a:pt x="2051" y="2528"/>
                    <a:pt x="2425" y="2580"/>
                    <a:pt x="2747" y="2580"/>
                  </a:cubicBezTo>
                  <a:cubicBezTo>
                    <a:pt x="3121" y="2580"/>
                    <a:pt x="3443" y="2528"/>
                    <a:pt x="3663" y="2425"/>
                  </a:cubicBezTo>
                  <a:cubicBezTo>
                    <a:pt x="3933" y="2257"/>
                    <a:pt x="4088" y="2103"/>
                    <a:pt x="4140" y="1883"/>
                  </a:cubicBezTo>
                  <a:lnTo>
                    <a:pt x="4140" y="1716"/>
                  </a:lnTo>
                  <a:cubicBezTo>
                    <a:pt x="4140" y="1561"/>
                    <a:pt x="4140" y="1458"/>
                    <a:pt x="4037" y="1290"/>
                  </a:cubicBezTo>
                  <a:cubicBezTo>
                    <a:pt x="3985" y="1136"/>
                    <a:pt x="3869" y="968"/>
                    <a:pt x="3714" y="865"/>
                  </a:cubicBezTo>
                  <a:cubicBezTo>
                    <a:pt x="3443" y="594"/>
                    <a:pt x="3018" y="375"/>
                    <a:pt x="2580" y="220"/>
                  </a:cubicBezTo>
                  <a:cubicBezTo>
                    <a:pt x="2373" y="323"/>
                    <a:pt x="1780" y="646"/>
                    <a:pt x="1135" y="916"/>
                  </a:cubicBezTo>
                  <a:cubicBezTo>
                    <a:pt x="549" y="1209"/>
                    <a:pt x="383" y="1241"/>
                    <a:pt x="338" y="1241"/>
                  </a:cubicBezTo>
                  <a:cubicBezTo>
                    <a:pt x="326" y="1241"/>
                    <a:pt x="323" y="1239"/>
                    <a:pt x="323" y="1239"/>
                  </a:cubicBezTo>
                  <a:cubicBezTo>
                    <a:pt x="271" y="1187"/>
                    <a:pt x="271" y="1136"/>
                    <a:pt x="1084" y="813"/>
                  </a:cubicBezTo>
                  <a:cubicBezTo>
                    <a:pt x="1612" y="542"/>
                    <a:pt x="2206" y="272"/>
                    <a:pt x="2476" y="220"/>
                  </a:cubicBezTo>
                  <a:cubicBezTo>
                    <a:pt x="2476" y="168"/>
                    <a:pt x="2476" y="168"/>
                    <a:pt x="2425" y="168"/>
                  </a:cubicBezTo>
                  <a:cubicBezTo>
                    <a:pt x="2102" y="52"/>
                    <a:pt x="1728" y="1"/>
                    <a:pt x="140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094;p32">
              <a:extLst>
                <a:ext uri="{FF2B5EF4-FFF2-40B4-BE49-F238E27FC236}">
                  <a16:creationId xmlns:a16="http://schemas.microsoft.com/office/drawing/2014/main" id="{DA802AE6-31BD-C70C-0CF9-0FB2C3FB5708}"/>
                </a:ext>
              </a:extLst>
            </p:cNvPr>
            <p:cNvSpPr/>
            <p:nvPr/>
          </p:nvSpPr>
          <p:spPr>
            <a:xfrm>
              <a:off x="3954400" y="4564575"/>
              <a:ext cx="142525" cy="68350"/>
            </a:xfrm>
            <a:custGeom>
              <a:avLst/>
              <a:gdLst/>
              <a:ahLst/>
              <a:cxnLst/>
              <a:rect l="l" t="t" r="r" b="b"/>
              <a:pathLst>
                <a:path w="5701" h="2734" extrusionOk="0">
                  <a:moveTo>
                    <a:pt x="5700" y="2154"/>
                  </a:moveTo>
                  <a:lnTo>
                    <a:pt x="5700" y="2154"/>
                  </a:lnTo>
                  <a:cubicBezTo>
                    <a:pt x="5638" y="2204"/>
                    <a:pt x="5636" y="2205"/>
                    <a:pt x="5589" y="2252"/>
                  </a:cubicBezTo>
                  <a:lnTo>
                    <a:pt x="5589" y="2252"/>
                  </a:lnTo>
                  <a:cubicBezTo>
                    <a:pt x="5626" y="2221"/>
                    <a:pt x="5663" y="2187"/>
                    <a:pt x="5700" y="2154"/>
                  </a:cubicBezTo>
                  <a:close/>
                  <a:moveTo>
                    <a:pt x="5589" y="2252"/>
                  </a:moveTo>
                  <a:cubicBezTo>
                    <a:pt x="5587" y="2254"/>
                    <a:pt x="5585" y="2256"/>
                    <a:pt x="5582" y="2258"/>
                  </a:cubicBezTo>
                  <a:lnTo>
                    <a:pt x="5582" y="2258"/>
                  </a:lnTo>
                  <a:cubicBezTo>
                    <a:pt x="5583" y="2257"/>
                    <a:pt x="5584" y="2257"/>
                    <a:pt x="5584" y="2257"/>
                  </a:cubicBezTo>
                  <a:cubicBezTo>
                    <a:pt x="5586" y="2255"/>
                    <a:pt x="5587" y="2254"/>
                    <a:pt x="5589" y="2252"/>
                  </a:cubicBezTo>
                  <a:close/>
                  <a:moveTo>
                    <a:pt x="1" y="0"/>
                  </a:moveTo>
                  <a:lnTo>
                    <a:pt x="1" y="155"/>
                  </a:lnTo>
                  <a:cubicBezTo>
                    <a:pt x="1" y="374"/>
                    <a:pt x="52" y="645"/>
                    <a:pt x="156" y="864"/>
                  </a:cubicBezTo>
                  <a:cubicBezTo>
                    <a:pt x="323" y="1071"/>
                    <a:pt x="478" y="1290"/>
                    <a:pt x="697" y="1509"/>
                  </a:cubicBezTo>
                  <a:cubicBezTo>
                    <a:pt x="1187" y="1935"/>
                    <a:pt x="1832" y="2257"/>
                    <a:pt x="2477" y="2476"/>
                  </a:cubicBezTo>
                  <a:cubicBezTo>
                    <a:pt x="3005" y="2631"/>
                    <a:pt x="3495" y="2734"/>
                    <a:pt x="3972" y="2734"/>
                  </a:cubicBezTo>
                  <a:cubicBezTo>
                    <a:pt x="4514" y="2734"/>
                    <a:pt x="4991" y="2631"/>
                    <a:pt x="5313" y="2412"/>
                  </a:cubicBezTo>
                  <a:cubicBezTo>
                    <a:pt x="5424" y="2378"/>
                    <a:pt x="5506" y="2321"/>
                    <a:pt x="5582" y="2258"/>
                  </a:cubicBezTo>
                  <a:lnTo>
                    <a:pt x="5582" y="2258"/>
                  </a:lnTo>
                  <a:cubicBezTo>
                    <a:pt x="5209" y="2412"/>
                    <a:pt x="4732" y="2476"/>
                    <a:pt x="4192" y="2476"/>
                  </a:cubicBezTo>
                  <a:cubicBezTo>
                    <a:pt x="3702" y="2476"/>
                    <a:pt x="3121" y="2412"/>
                    <a:pt x="2580" y="2205"/>
                  </a:cubicBezTo>
                  <a:cubicBezTo>
                    <a:pt x="1987" y="2038"/>
                    <a:pt x="1509" y="1767"/>
                    <a:pt x="1071" y="1509"/>
                  </a:cubicBezTo>
                  <a:cubicBezTo>
                    <a:pt x="697" y="1187"/>
                    <a:pt x="375" y="864"/>
                    <a:pt x="156" y="477"/>
                  </a:cubicBezTo>
                  <a:cubicBezTo>
                    <a:pt x="52" y="323"/>
                    <a:pt x="1" y="155"/>
                    <a:pt x="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095;p32">
              <a:extLst>
                <a:ext uri="{FF2B5EF4-FFF2-40B4-BE49-F238E27FC236}">
                  <a16:creationId xmlns:a16="http://schemas.microsoft.com/office/drawing/2014/main" id="{03EC25BE-4C3B-77C4-75C8-FBBB8120FD62}"/>
                </a:ext>
              </a:extLst>
            </p:cNvPr>
            <p:cNvSpPr/>
            <p:nvPr/>
          </p:nvSpPr>
          <p:spPr>
            <a:xfrm>
              <a:off x="3976000" y="4536200"/>
              <a:ext cx="116725" cy="76750"/>
            </a:xfrm>
            <a:custGeom>
              <a:avLst/>
              <a:gdLst/>
              <a:ahLst/>
              <a:cxnLst/>
              <a:rect l="l" t="t" r="r" b="b"/>
              <a:pathLst>
                <a:path w="4669" h="3070" extrusionOk="0">
                  <a:moveTo>
                    <a:pt x="1664" y="220"/>
                  </a:moveTo>
                  <a:cubicBezTo>
                    <a:pt x="1986" y="220"/>
                    <a:pt x="2360" y="271"/>
                    <a:pt x="2683" y="387"/>
                  </a:cubicBezTo>
                  <a:cubicBezTo>
                    <a:pt x="3224" y="542"/>
                    <a:pt x="3650" y="813"/>
                    <a:pt x="3972" y="1084"/>
                  </a:cubicBezTo>
                  <a:cubicBezTo>
                    <a:pt x="4127" y="1187"/>
                    <a:pt x="4243" y="1355"/>
                    <a:pt x="4295" y="1509"/>
                  </a:cubicBezTo>
                  <a:cubicBezTo>
                    <a:pt x="4398" y="1677"/>
                    <a:pt x="4398" y="1780"/>
                    <a:pt x="4398" y="1935"/>
                  </a:cubicBezTo>
                  <a:lnTo>
                    <a:pt x="4398" y="2102"/>
                  </a:lnTo>
                  <a:cubicBezTo>
                    <a:pt x="4346" y="2322"/>
                    <a:pt x="4191" y="2476"/>
                    <a:pt x="3921" y="2644"/>
                  </a:cubicBezTo>
                  <a:cubicBezTo>
                    <a:pt x="3701" y="2747"/>
                    <a:pt x="3379" y="2799"/>
                    <a:pt x="3005" y="2799"/>
                  </a:cubicBezTo>
                  <a:cubicBezTo>
                    <a:pt x="2683" y="2799"/>
                    <a:pt x="2309" y="2747"/>
                    <a:pt x="1986" y="2644"/>
                  </a:cubicBezTo>
                  <a:cubicBezTo>
                    <a:pt x="1445" y="2476"/>
                    <a:pt x="1019" y="2257"/>
                    <a:pt x="697" y="1935"/>
                  </a:cubicBezTo>
                  <a:cubicBezTo>
                    <a:pt x="581" y="1832"/>
                    <a:pt x="426" y="1677"/>
                    <a:pt x="375" y="1509"/>
                  </a:cubicBezTo>
                  <a:cubicBezTo>
                    <a:pt x="259" y="1406"/>
                    <a:pt x="259" y="1238"/>
                    <a:pt x="259" y="1084"/>
                  </a:cubicBezTo>
                  <a:lnTo>
                    <a:pt x="259" y="916"/>
                  </a:lnTo>
                  <a:cubicBezTo>
                    <a:pt x="323" y="710"/>
                    <a:pt x="478" y="542"/>
                    <a:pt x="749" y="439"/>
                  </a:cubicBezTo>
                  <a:cubicBezTo>
                    <a:pt x="968" y="323"/>
                    <a:pt x="1342" y="220"/>
                    <a:pt x="1664" y="220"/>
                  </a:cubicBezTo>
                  <a:close/>
                  <a:moveTo>
                    <a:pt x="1664" y="1"/>
                  </a:moveTo>
                  <a:cubicBezTo>
                    <a:pt x="1290" y="1"/>
                    <a:pt x="903" y="65"/>
                    <a:pt x="645" y="220"/>
                  </a:cubicBezTo>
                  <a:cubicBezTo>
                    <a:pt x="375" y="323"/>
                    <a:pt x="104" y="542"/>
                    <a:pt x="52" y="813"/>
                  </a:cubicBezTo>
                  <a:cubicBezTo>
                    <a:pt x="1" y="916"/>
                    <a:pt x="1" y="1032"/>
                    <a:pt x="1" y="1084"/>
                  </a:cubicBezTo>
                  <a:cubicBezTo>
                    <a:pt x="1" y="1290"/>
                    <a:pt x="52" y="1458"/>
                    <a:pt x="155" y="1677"/>
                  </a:cubicBezTo>
                  <a:cubicBezTo>
                    <a:pt x="259" y="1883"/>
                    <a:pt x="529" y="2154"/>
                    <a:pt x="800" y="2373"/>
                  </a:cubicBezTo>
                  <a:cubicBezTo>
                    <a:pt x="1123" y="2580"/>
                    <a:pt x="1496" y="2747"/>
                    <a:pt x="1935" y="2902"/>
                  </a:cubicBezTo>
                  <a:cubicBezTo>
                    <a:pt x="2309" y="3018"/>
                    <a:pt x="2631" y="3070"/>
                    <a:pt x="3005" y="3070"/>
                  </a:cubicBezTo>
                  <a:cubicBezTo>
                    <a:pt x="3379" y="3070"/>
                    <a:pt x="3753" y="2966"/>
                    <a:pt x="4024" y="2850"/>
                  </a:cubicBezTo>
                  <a:cubicBezTo>
                    <a:pt x="4346" y="2696"/>
                    <a:pt x="4565" y="2476"/>
                    <a:pt x="4617" y="2206"/>
                  </a:cubicBezTo>
                  <a:cubicBezTo>
                    <a:pt x="4669" y="2102"/>
                    <a:pt x="4669" y="2051"/>
                    <a:pt x="4669" y="1935"/>
                  </a:cubicBezTo>
                  <a:cubicBezTo>
                    <a:pt x="4669" y="1728"/>
                    <a:pt x="4617" y="1561"/>
                    <a:pt x="4514" y="1406"/>
                  </a:cubicBezTo>
                  <a:cubicBezTo>
                    <a:pt x="4398" y="1135"/>
                    <a:pt x="4127" y="865"/>
                    <a:pt x="3869" y="645"/>
                  </a:cubicBezTo>
                  <a:cubicBezTo>
                    <a:pt x="3547" y="439"/>
                    <a:pt x="3160" y="271"/>
                    <a:pt x="2734" y="168"/>
                  </a:cubicBezTo>
                  <a:cubicBezTo>
                    <a:pt x="2412" y="65"/>
                    <a:pt x="2038" y="1"/>
                    <a:pt x="166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096;p32">
              <a:extLst>
                <a:ext uri="{FF2B5EF4-FFF2-40B4-BE49-F238E27FC236}">
                  <a16:creationId xmlns:a16="http://schemas.microsoft.com/office/drawing/2014/main" id="{C0BB905F-565B-4B28-402E-4F8E3FE54756}"/>
                </a:ext>
              </a:extLst>
            </p:cNvPr>
            <p:cNvSpPr/>
            <p:nvPr/>
          </p:nvSpPr>
          <p:spPr>
            <a:xfrm>
              <a:off x="4010825" y="4567025"/>
              <a:ext cx="64500" cy="29125"/>
            </a:xfrm>
            <a:custGeom>
              <a:avLst/>
              <a:gdLst/>
              <a:ahLst/>
              <a:cxnLst/>
              <a:rect l="l" t="t" r="r" b="b"/>
              <a:pathLst>
                <a:path w="2580" h="1165" extrusionOk="0">
                  <a:moveTo>
                    <a:pt x="2518" y="1"/>
                  </a:moveTo>
                  <a:cubicBezTo>
                    <a:pt x="2420" y="1"/>
                    <a:pt x="1610" y="351"/>
                    <a:pt x="800" y="702"/>
                  </a:cubicBezTo>
                  <a:cubicBezTo>
                    <a:pt x="0" y="1024"/>
                    <a:pt x="0" y="1089"/>
                    <a:pt x="0" y="1140"/>
                  </a:cubicBezTo>
                  <a:cubicBezTo>
                    <a:pt x="14" y="1154"/>
                    <a:pt x="24" y="1164"/>
                    <a:pt x="49" y="1164"/>
                  </a:cubicBezTo>
                  <a:cubicBezTo>
                    <a:pt x="115" y="1164"/>
                    <a:pt x="286" y="1091"/>
                    <a:pt x="916" y="818"/>
                  </a:cubicBezTo>
                  <a:cubicBezTo>
                    <a:pt x="1715" y="495"/>
                    <a:pt x="2579" y="57"/>
                    <a:pt x="2528" y="5"/>
                  </a:cubicBezTo>
                  <a:cubicBezTo>
                    <a:pt x="2528" y="2"/>
                    <a:pt x="2524" y="1"/>
                    <a:pt x="2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097;p32">
              <a:extLst>
                <a:ext uri="{FF2B5EF4-FFF2-40B4-BE49-F238E27FC236}">
                  <a16:creationId xmlns:a16="http://schemas.microsoft.com/office/drawing/2014/main" id="{399CFB24-3182-D749-6E52-D18F9FDFDBCB}"/>
                </a:ext>
              </a:extLst>
            </p:cNvPr>
            <p:cNvSpPr/>
            <p:nvPr/>
          </p:nvSpPr>
          <p:spPr>
            <a:xfrm>
              <a:off x="3989225" y="4545675"/>
              <a:ext cx="60625" cy="27050"/>
            </a:xfrm>
            <a:custGeom>
              <a:avLst/>
              <a:gdLst/>
              <a:ahLst/>
              <a:cxnLst/>
              <a:rect l="l" t="t" r="r" b="b"/>
              <a:pathLst>
                <a:path w="2425" h="1082" extrusionOk="0">
                  <a:moveTo>
                    <a:pt x="2341" y="0"/>
                  </a:moveTo>
                  <a:cubicBezTo>
                    <a:pt x="2179" y="0"/>
                    <a:pt x="1496" y="300"/>
                    <a:pt x="813" y="653"/>
                  </a:cubicBezTo>
                  <a:cubicBezTo>
                    <a:pt x="0" y="976"/>
                    <a:pt x="0" y="1027"/>
                    <a:pt x="52" y="1079"/>
                  </a:cubicBezTo>
                  <a:cubicBezTo>
                    <a:pt x="52" y="1079"/>
                    <a:pt x="55" y="1081"/>
                    <a:pt x="67" y="1081"/>
                  </a:cubicBezTo>
                  <a:cubicBezTo>
                    <a:pt x="112" y="1081"/>
                    <a:pt x="278" y="1049"/>
                    <a:pt x="864" y="756"/>
                  </a:cubicBezTo>
                  <a:cubicBezTo>
                    <a:pt x="1612" y="434"/>
                    <a:pt x="2425" y="60"/>
                    <a:pt x="2373" y="8"/>
                  </a:cubicBezTo>
                  <a:cubicBezTo>
                    <a:pt x="2367" y="3"/>
                    <a:pt x="2357" y="0"/>
                    <a:pt x="234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098;p32">
              <a:extLst>
                <a:ext uri="{FF2B5EF4-FFF2-40B4-BE49-F238E27FC236}">
                  <a16:creationId xmlns:a16="http://schemas.microsoft.com/office/drawing/2014/main" id="{42854874-09CA-C23B-1B3F-66DD51AFAABA}"/>
                </a:ext>
              </a:extLst>
            </p:cNvPr>
            <p:cNvSpPr/>
            <p:nvPr/>
          </p:nvSpPr>
          <p:spPr>
            <a:xfrm>
              <a:off x="383352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645" y="0"/>
                    <a:pt x="477" y="52"/>
                    <a:pt x="374" y="103"/>
                  </a:cubicBezTo>
                  <a:cubicBezTo>
                    <a:pt x="323" y="168"/>
                    <a:pt x="220" y="219"/>
                    <a:pt x="155" y="374"/>
                  </a:cubicBezTo>
                  <a:cubicBezTo>
                    <a:pt x="103" y="490"/>
                    <a:pt x="103" y="645"/>
                    <a:pt x="103" y="813"/>
                  </a:cubicBezTo>
                  <a:cubicBezTo>
                    <a:pt x="52" y="967"/>
                    <a:pt x="103" y="1070"/>
                    <a:pt x="103" y="1187"/>
                  </a:cubicBezTo>
                  <a:lnTo>
                    <a:pt x="155" y="1187"/>
                  </a:lnTo>
                  <a:cubicBezTo>
                    <a:pt x="220" y="1135"/>
                    <a:pt x="323" y="1070"/>
                    <a:pt x="426" y="1019"/>
                  </a:cubicBezTo>
                  <a:cubicBezTo>
                    <a:pt x="645" y="967"/>
                    <a:pt x="864" y="967"/>
                    <a:pt x="1122" y="967"/>
                  </a:cubicBezTo>
                  <a:cubicBezTo>
                    <a:pt x="1664" y="967"/>
                    <a:pt x="2205" y="1070"/>
                    <a:pt x="2205" y="1070"/>
                  </a:cubicBezTo>
                  <a:cubicBezTo>
                    <a:pt x="2257" y="1070"/>
                    <a:pt x="2257" y="1135"/>
                    <a:pt x="2308" y="1135"/>
                  </a:cubicBezTo>
                  <a:cubicBezTo>
                    <a:pt x="2308" y="1187"/>
                    <a:pt x="2308" y="1238"/>
                    <a:pt x="2257" y="1290"/>
                  </a:cubicBezTo>
                  <a:lnTo>
                    <a:pt x="2205" y="1341"/>
                  </a:lnTo>
                  <a:cubicBezTo>
                    <a:pt x="2205" y="1341"/>
                    <a:pt x="2154" y="1393"/>
                    <a:pt x="2038" y="1509"/>
                  </a:cubicBezTo>
                  <a:cubicBezTo>
                    <a:pt x="1935" y="1612"/>
                    <a:pt x="1767" y="1831"/>
                    <a:pt x="1612" y="2038"/>
                  </a:cubicBezTo>
                  <a:cubicBezTo>
                    <a:pt x="1187" y="2476"/>
                    <a:pt x="748" y="3121"/>
                    <a:pt x="426" y="3765"/>
                  </a:cubicBezTo>
                  <a:cubicBezTo>
                    <a:pt x="155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55" y="5480"/>
                  </a:cubicBezTo>
                  <a:cubicBezTo>
                    <a:pt x="271" y="5584"/>
                    <a:pt x="426" y="5700"/>
                    <a:pt x="645" y="5751"/>
                  </a:cubicBezTo>
                  <a:lnTo>
                    <a:pt x="967" y="5751"/>
                  </a:lnTo>
                  <a:cubicBezTo>
                    <a:pt x="1290" y="5751"/>
                    <a:pt x="1561" y="5648"/>
                    <a:pt x="1715" y="5532"/>
                  </a:cubicBezTo>
                  <a:cubicBezTo>
                    <a:pt x="1831" y="5480"/>
                    <a:pt x="1883" y="5429"/>
                    <a:pt x="1935" y="5377"/>
                  </a:cubicBezTo>
                  <a:cubicBezTo>
                    <a:pt x="1561" y="5003"/>
                    <a:pt x="1445" y="4513"/>
                    <a:pt x="1445" y="4036"/>
                  </a:cubicBezTo>
                  <a:cubicBezTo>
                    <a:pt x="1445" y="3598"/>
                    <a:pt x="1561" y="3121"/>
                    <a:pt x="1767" y="2747"/>
                  </a:cubicBezTo>
                  <a:cubicBezTo>
                    <a:pt x="1935" y="2308"/>
                    <a:pt x="2205" y="1934"/>
                    <a:pt x="2476" y="1664"/>
                  </a:cubicBezTo>
                  <a:cubicBezTo>
                    <a:pt x="3056" y="1070"/>
                    <a:pt x="3121" y="645"/>
                    <a:pt x="3121" y="426"/>
                  </a:cubicBezTo>
                  <a:lnTo>
                    <a:pt x="3005" y="426"/>
                  </a:lnTo>
                  <a:cubicBezTo>
                    <a:pt x="2902" y="490"/>
                    <a:pt x="2734" y="490"/>
                    <a:pt x="2631" y="490"/>
                  </a:cubicBezTo>
                  <a:cubicBezTo>
                    <a:pt x="2412" y="490"/>
                    <a:pt x="2205" y="490"/>
                    <a:pt x="1986" y="426"/>
                  </a:cubicBezTo>
                  <a:cubicBezTo>
                    <a:pt x="1767" y="374"/>
                    <a:pt x="1561" y="323"/>
                    <a:pt x="1393" y="219"/>
                  </a:cubicBezTo>
                  <a:cubicBezTo>
                    <a:pt x="1187" y="52"/>
                    <a:pt x="967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099;p32">
              <a:extLst>
                <a:ext uri="{FF2B5EF4-FFF2-40B4-BE49-F238E27FC236}">
                  <a16:creationId xmlns:a16="http://schemas.microsoft.com/office/drawing/2014/main" id="{AF0843DE-FD4F-4FAB-6ABD-9BFFD6A553BC}"/>
                </a:ext>
              </a:extLst>
            </p:cNvPr>
            <p:cNvSpPr/>
            <p:nvPr/>
          </p:nvSpPr>
          <p:spPr>
            <a:xfrm>
              <a:off x="4138475" y="5007825"/>
              <a:ext cx="34850" cy="37750"/>
            </a:xfrm>
            <a:custGeom>
              <a:avLst/>
              <a:gdLst/>
              <a:ahLst/>
              <a:cxnLst/>
              <a:rect l="l" t="t" r="r" b="b"/>
              <a:pathLst>
                <a:path w="1394" h="1510" extrusionOk="0">
                  <a:moveTo>
                    <a:pt x="697" y="0"/>
                  </a:moveTo>
                  <a:cubicBezTo>
                    <a:pt x="645" y="0"/>
                    <a:pt x="529" y="52"/>
                    <a:pt x="426" y="104"/>
                  </a:cubicBezTo>
                  <a:cubicBezTo>
                    <a:pt x="323" y="155"/>
                    <a:pt x="271" y="220"/>
                    <a:pt x="155" y="323"/>
                  </a:cubicBezTo>
                  <a:cubicBezTo>
                    <a:pt x="52" y="477"/>
                    <a:pt x="1" y="594"/>
                    <a:pt x="1" y="748"/>
                  </a:cubicBezTo>
                  <a:cubicBezTo>
                    <a:pt x="1" y="916"/>
                    <a:pt x="104" y="1071"/>
                    <a:pt x="207" y="1187"/>
                  </a:cubicBezTo>
                  <a:cubicBezTo>
                    <a:pt x="323" y="1341"/>
                    <a:pt x="426" y="1445"/>
                    <a:pt x="529" y="1445"/>
                  </a:cubicBezTo>
                  <a:lnTo>
                    <a:pt x="594" y="1509"/>
                  </a:lnTo>
                  <a:cubicBezTo>
                    <a:pt x="594" y="1445"/>
                    <a:pt x="645" y="1445"/>
                    <a:pt x="645" y="1445"/>
                  </a:cubicBezTo>
                  <a:cubicBezTo>
                    <a:pt x="697" y="1445"/>
                    <a:pt x="800" y="1393"/>
                    <a:pt x="852" y="1341"/>
                  </a:cubicBezTo>
                  <a:cubicBezTo>
                    <a:pt x="1019" y="1238"/>
                    <a:pt x="1174" y="1122"/>
                    <a:pt x="1290" y="916"/>
                  </a:cubicBezTo>
                  <a:cubicBezTo>
                    <a:pt x="1342" y="748"/>
                    <a:pt x="1393" y="645"/>
                    <a:pt x="1393" y="426"/>
                  </a:cubicBezTo>
                  <a:lnTo>
                    <a:pt x="1393" y="374"/>
                  </a:lnTo>
                  <a:cubicBezTo>
                    <a:pt x="1393" y="323"/>
                    <a:pt x="1342" y="323"/>
                    <a:pt x="1342" y="323"/>
                  </a:cubicBezTo>
                  <a:cubicBezTo>
                    <a:pt x="1290" y="271"/>
                    <a:pt x="1238" y="220"/>
                    <a:pt x="1174" y="155"/>
                  </a:cubicBezTo>
                  <a:cubicBezTo>
                    <a:pt x="1071" y="104"/>
                    <a:pt x="916" y="0"/>
                    <a:pt x="697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100;p32">
              <a:extLst>
                <a:ext uri="{FF2B5EF4-FFF2-40B4-BE49-F238E27FC236}">
                  <a16:creationId xmlns:a16="http://schemas.microsoft.com/office/drawing/2014/main" id="{28969495-0928-8547-D722-DD60857C7988}"/>
                </a:ext>
              </a:extLst>
            </p:cNvPr>
            <p:cNvSpPr/>
            <p:nvPr/>
          </p:nvSpPr>
          <p:spPr>
            <a:xfrm>
              <a:off x="3573050" y="4735100"/>
              <a:ext cx="592200" cy="440700"/>
            </a:xfrm>
            <a:custGeom>
              <a:avLst/>
              <a:gdLst/>
              <a:ahLst/>
              <a:cxnLst/>
              <a:rect l="l" t="t" r="r" b="b"/>
              <a:pathLst>
                <a:path w="23688" h="17628" extrusionOk="0">
                  <a:moveTo>
                    <a:pt x="8266" y="1716"/>
                  </a:moveTo>
                  <a:cubicBezTo>
                    <a:pt x="8588" y="1716"/>
                    <a:pt x="8807" y="1935"/>
                    <a:pt x="8807" y="2257"/>
                  </a:cubicBezTo>
                  <a:lnTo>
                    <a:pt x="8807" y="10161"/>
                  </a:lnTo>
                  <a:cubicBezTo>
                    <a:pt x="8807" y="10484"/>
                    <a:pt x="8588" y="10690"/>
                    <a:pt x="8266" y="10690"/>
                  </a:cubicBezTo>
                  <a:lnTo>
                    <a:pt x="3753" y="10690"/>
                  </a:lnTo>
                  <a:cubicBezTo>
                    <a:pt x="3430" y="10690"/>
                    <a:pt x="3224" y="10484"/>
                    <a:pt x="3224" y="10161"/>
                  </a:cubicBezTo>
                  <a:lnTo>
                    <a:pt x="3224" y="2257"/>
                  </a:lnTo>
                  <a:cubicBezTo>
                    <a:pt x="3224" y="1935"/>
                    <a:pt x="3430" y="1716"/>
                    <a:pt x="3753" y="1716"/>
                  </a:cubicBezTo>
                  <a:close/>
                  <a:moveTo>
                    <a:pt x="14120" y="1716"/>
                  </a:moveTo>
                  <a:cubicBezTo>
                    <a:pt x="14391" y="1716"/>
                    <a:pt x="14662" y="1935"/>
                    <a:pt x="14662" y="2257"/>
                  </a:cubicBezTo>
                  <a:lnTo>
                    <a:pt x="14662" y="10161"/>
                  </a:lnTo>
                  <a:cubicBezTo>
                    <a:pt x="14662" y="10484"/>
                    <a:pt x="14391" y="10690"/>
                    <a:pt x="14120" y="10690"/>
                  </a:cubicBezTo>
                  <a:lnTo>
                    <a:pt x="9555" y="10690"/>
                  </a:lnTo>
                  <a:cubicBezTo>
                    <a:pt x="9285" y="10690"/>
                    <a:pt x="9027" y="10484"/>
                    <a:pt x="9027" y="10161"/>
                  </a:cubicBezTo>
                  <a:lnTo>
                    <a:pt x="9027" y="2257"/>
                  </a:lnTo>
                  <a:cubicBezTo>
                    <a:pt x="9027" y="1935"/>
                    <a:pt x="9285" y="1716"/>
                    <a:pt x="9555" y="1716"/>
                  </a:cubicBezTo>
                  <a:close/>
                  <a:moveTo>
                    <a:pt x="19923" y="1716"/>
                  </a:moveTo>
                  <a:cubicBezTo>
                    <a:pt x="20245" y="1716"/>
                    <a:pt x="20464" y="1935"/>
                    <a:pt x="20464" y="2257"/>
                  </a:cubicBezTo>
                  <a:lnTo>
                    <a:pt x="20464" y="10161"/>
                  </a:lnTo>
                  <a:cubicBezTo>
                    <a:pt x="20464" y="10484"/>
                    <a:pt x="20245" y="10690"/>
                    <a:pt x="19923" y="10690"/>
                  </a:cubicBezTo>
                  <a:lnTo>
                    <a:pt x="15410" y="10690"/>
                  </a:lnTo>
                  <a:cubicBezTo>
                    <a:pt x="15087" y="10690"/>
                    <a:pt x="14881" y="10484"/>
                    <a:pt x="14881" y="10161"/>
                  </a:cubicBezTo>
                  <a:lnTo>
                    <a:pt x="14881" y="2257"/>
                  </a:lnTo>
                  <a:cubicBezTo>
                    <a:pt x="14881" y="1935"/>
                    <a:pt x="15087" y="1716"/>
                    <a:pt x="15410" y="1716"/>
                  </a:cubicBezTo>
                  <a:close/>
                  <a:moveTo>
                    <a:pt x="17137" y="11928"/>
                  </a:moveTo>
                  <a:lnTo>
                    <a:pt x="17137" y="15848"/>
                  </a:lnTo>
                  <a:lnTo>
                    <a:pt x="17137" y="16016"/>
                  </a:lnTo>
                  <a:lnTo>
                    <a:pt x="6551" y="16016"/>
                  </a:lnTo>
                  <a:lnTo>
                    <a:pt x="6551" y="11928"/>
                  </a:lnTo>
                  <a:close/>
                  <a:moveTo>
                    <a:pt x="0" y="1"/>
                  </a:moveTo>
                  <a:lnTo>
                    <a:pt x="0" y="10419"/>
                  </a:lnTo>
                  <a:cubicBezTo>
                    <a:pt x="104" y="10368"/>
                    <a:pt x="258" y="10368"/>
                    <a:pt x="426" y="10368"/>
                  </a:cubicBezTo>
                  <a:cubicBezTo>
                    <a:pt x="529" y="10368"/>
                    <a:pt x="697" y="10368"/>
                    <a:pt x="800" y="10419"/>
                  </a:cubicBezTo>
                  <a:cubicBezTo>
                    <a:pt x="903" y="10484"/>
                    <a:pt x="1019" y="10535"/>
                    <a:pt x="1122" y="10587"/>
                  </a:cubicBezTo>
                  <a:cubicBezTo>
                    <a:pt x="1342" y="10742"/>
                    <a:pt x="1496" y="10961"/>
                    <a:pt x="1612" y="11180"/>
                  </a:cubicBezTo>
                  <a:cubicBezTo>
                    <a:pt x="1664" y="11232"/>
                    <a:pt x="1664" y="11283"/>
                    <a:pt x="1715" y="11335"/>
                  </a:cubicBezTo>
                  <a:lnTo>
                    <a:pt x="1715" y="11451"/>
                  </a:lnTo>
                  <a:cubicBezTo>
                    <a:pt x="1767" y="11503"/>
                    <a:pt x="1767" y="11554"/>
                    <a:pt x="1767" y="11554"/>
                  </a:cubicBezTo>
                  <a:cubicBezTo>
                    <a:pt x="1767" y="11709"/>
                    <a:pt x="1715" y="11825"/>
                    <a:pt x="1664" y="11980"/>
                  </a:cubicBezTo>
                  <a:cubicBezTo>
                    <a:pt x="1612" y="12199"/>
                    <a:pt x="1445" y="12418"/>
                    <a:pt x="1342" y="12573"/>
                  </a:cubicBezTo>
                  <a:cubicBezTo>
                    <a:pt x="1174" y="12792"/>
                    <a:pt x="1019" y="12947"/>
                    <a:pt x="852" y="13166"/>
                  </a:cubicBezTo>
                  <a:cubicBezTo>
                    <a:pt x="581" y="13437"/>
                    <a:pt x="323" y="13643"/>
                    <a:pt x="0" y="13862"/>
                  </a:cubicBezTo>
                  <a:lnTo>
                    <a:pt x="0" y="17627"/>
                  </a:lnTo>
                  <a:lnTo>
                    <a:pt x="23688" y="17627"/>
                  </a:lnTo>
                  <a:lnTo>
                    <a:pt x="23688" y="13862"/>
                  </a:lnTo>
                  <a:cubicBezTo>
                    <a:pt x="23365" y="13643"/>
                    <a:pt x="23095" y="13437"/>
                    <a:pt x="22824" y="13166"/>
                  </a:cubicBezTo>
                  <a:cubicBezTo>
                    <a:pt x="22669" y="12947"/>
                    <a:pt x="22502" y="12792"/>
                    <a:pt x="22347" y="12573"/>
                  </a:cubicBezTo>
                  <a:cubicBezTo>
                    <a:pt x="22179" y="12418"/>
                    <a:pt x="22076" y="12199"/>
                    <a:pt x="21973" y="11980"/>
                  </a:cubicBezTo>
                  <a:cubicBezTo>
                    <a:pt x="21973" y="11825"/>
                    <a:pt x="21921" y="11709"/>
                    <a:pt x="21921" y="11554"/>
                  </a:cubicBezTo>
                  <a:cubicBezTo>
                    <a:pt x="21921" y="11554"/>
                    <a:pt x="21921" y="11503"/>
                    <a:pt x="21973" y="11451"/>
                  </a:cubicBezTo>
                  <a:lnTo>
                    <a:pt x="21973" y="11335"/>
                  </a:lnTo>
                  <a:cubicBezTo>
                    <a:pt x="22024" y="11283"/>
                    <a:pt x="22024" y="11232"/>
                    <a:pt x="22076" y="11180"/>
                  </a:cubicBezTo>
                  <a:cubicBezTo>
                    <a:pt x="22179" y="10961"/>
                    <a:pt x="22347" y="10742"/>
                    <a:pt x="22566" y="10587"/>
                  </a:cubicBezTo>
                  <a:cubicBezTo>
                    <a:pt x="22669" y="10535"/>
                    <a:pt x="22772" y="10484"/>
                    <a:pt x="22888" y="10419"/>
                  </a:cubicBezTo>
                  <a:cubicBezTo>
                    <a:pt x="22992" y="10368"/>
                    <a:pt x="23146" y="10368"/>
                    <a:pt x="23262" y="10368"/>
                  </a:cubicBezTo>
                  <a:cubicBezTo>
                    <a:pt x="23417" y="10368"/>
                    <a:pt x="23533" y="10368"/>
                    <a:pt x="23688" y="10419"/>
                  </a:cubicBezTo>
                  <a:lnTo>
                    <a:pt x="23688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101;p32">
              <a:extLst>
                <a:ext uri="{FF2B5EF4-FFF2-40B4-BE49-F238E27FC236}">
                  <a16:creationId xmlns:a16="http://schemas.microsoft.com/office/drawing/2014/main" id="{443287D7-61BD-5EB8-BE6B-1104C4F8C530}"/>
                </a:ext>
              </a:extLst>
            </p:cNvPr>
            <p:cNvSpPr/>
            <p:nvPr/>
          </p:nvSpPr>
          <p:spPr>
            <a:xfrm>
              <a:off x="3805150" y="4783450"/>
              <a:ext cx="127675" cy="213750"/>
            </a:xfrm>
            <a:custGeom>
              <a:avLst/>
              <a:gdLst/>
              <a:ahLst/>
              <a:cxnLst/>
              <a:rect l="l" t="t" r="r" b="b"/>
              <a:pathLst>
                <a:path w="5107" h="8550" extrusionOk="0">
                  <a:moveTo>
                    <a:pt x="1883" y="1071"/>
                  </a:moveTo>
                  <a:cubicBezTo>
                    <a:pt x="2154" y="1071"/>
                    <a:pt x="2425" y="1135"/>
                    <a:pt x="2644" y="1290"/>
                  </a:cubicBezTo>
                  <a:cubicBezTo>
                    <a:pt x="2799" y="1342"/>
                    <a:pt x="2966" y="1458"/>
                    <a:pt x="3121" y="1458"/>
                  </a:cubicBezTo>
                  <a:cubicBezTo>
                    <a:pt x="3340" y="1509"/>
                    <a:pt x="3547" y="1509"/>
                    <a:pt x="3766" y="1509"/>
                  </a:cubicBezTo>
                  <a:lnTo>
                    <a:pt x="4088" y="1509"/>
                  </a:lnTo>
                  <a:cubicBezTo>
                    <a:pt x="4191" y="1509"/>
                    <a:pt x="4256" y="1458"/>
                    <a:pt x="4307" y="1458"/>
                  </a:cubicBezTo>
                  <a:lnTo>
                    <a:pt x="4411" y="1458"/>
                  </a:lnTo>
                  <a:cubicBezTo>
                    <a:pt x="4462" y="1458"/>
                    <a:pt x="4462" y="1509"/>
                    <a:pt x="4462" y="1509"/>
                  </a:cubicBezTo>
                  <a:cubicBezTo>
                    <a:pt x="4462" y="1509"/>
                    <a:pt x="4514" y="1613"/>
                    <a:pt x="4514" y="1716"/>
                  </a:cubicBezTo>
                  <a:cubicBezTo>
                    <a:pt x="4514" y="1987"/>
                    <a:pt x="4411" y="2528"/>
                    <a:pt x="3817" y="3121"/>
                  </a:cubicBezTo>
                  <a:cubicBezTo>
                    <a:pt x="3547" y="3392"/>
                    <a:pt x="3289" y="3714"/>
                    <a:pt x="3121" y="4140"/>
                  </a:cubicBezTo>
                  <a:cubicBezTo>
                    <a:pt x="2902" y="4514"/>
                    <a:pt x="2799" y="4939"/>
                    <a:pt x="2799" y="5326"/>
                  </a:cubicBezTo>
                  <a:cubicBezTo>
                    <a:pt x="2799" y="5803"/>
                    <a:pt x="2966" y="6229"/>
                    <a:pt x="3289" y="6551"/>
                  </a:cubicBezTo>
                  <a:cubicBezTo>
                    <a:pt x="3340" y="6616"/>
                    <a:pt x="3340" y="6667"/>
                    <a:pt x="3289" y="6719"/>
                  </a:cubicBezTo>
                  <a:cubicBezTo>
                    <a:pt x="3289" y="6719"/>
                    <a:pt x="3224" y="6874"/>
                    <a:pt x="3018" y="7041"/>
                  </a:cubicBezTo>
                  <a:cubicBezTo>
                    <a:pt x="2799" y="7144"/>
                    <a:pt x="2528" y="7312"/>
                    <a:pt x="2102" y="7312"/>
                  </a:cubicBezTo>
                  <a:cubicBezTo>
                    <a:pt x="1999" y="7312"/>
                    <a:pt x="1832" y="7312"/>
                    <a:pt x="1728" y="7260"/>
                  </a:cubicBezTo>
                  <a:cubicBezTo>
                    <a:pt x="1458" y="7196"/>
                    <a:pt x="1238" y="7093"/>
                    <a:pt x="1135" y="6938"/>
                  </a:cubicBezTo>
                  <a:cubicBezTo>
                    <a:pt x="968" y="6770"/>
                    <a:pt x="916" y="6500"/>
                    <a:pt x="916" y="6293"/>
                  </a:cubicBezTo>
                  <a:cubicBezTo>
                    <a:pt x="916" y="5906"/>
                    <a:pt x="1032" y="5429"/>
                    <a:pt x="1355" y="4888"/>
                  </a:cubicBezTo>
                  <a:cubicBezTo>
                    <a:pt x="1883" y="3921"/>
                    <a:pt x="2696" y="2954"/>
                    <a:pt x="3070" y="2580"/>
                  </a:cubicBezTo>
                  <a:cubicBezTo>
                    <a:pt x="3018" y="2580"/>
                    <a:pt x="3018" y="2528"/>
                    <a:pt x="2966" y="2528"/>
                  </a:cubicBezTo>
                  <a:cubicBezTo>
                    <a:pt x="2747" y="2528"/>
                    <a:pt x="2476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12" y="2580"/>
                    <a:pt x="1509" y="2580"/>
                    <a:pt x="1458" y="2683"/>
                  </a:cubicBezTo>
                  <a:cubicBezTo>
                    <a:pt x="1406" y="2683"/>
                    <a:pt x="1355" y="2747"/>
                    <a:pt x="1355" y="2799"/>
                  </a:cubicBezTo>
                  <a:cubicBezTo>
                    <a:pt x="1290" y="2850"/>
                    <a:pt x="1238" y="2850"/>
                    <a:pt x="1238" y="2850"/>
                  </a:cubicBezTo>
                  <a:cubicBezTo>
                    <a:pt x="1187" y="2850"/>
                    <a:pt x="1135" y="2850"/>
                    <a:pt x="1084" y="2799"/>
                  </a:cubicBezTo>
                  <a:cubicBezTo>
                    <a:pt x="1084" y="2799"/>
                    <a:pt x="968" y="2477"/>
                    <a:pt x="968" y="2103"/>
                  </a:cubicBezTo>
                  <a:cubicBezTo>
                    <a:pt x="968" y="1935"/>
                    <a:pt x="968" y="1716"/>
                    <a:pt x="1084" y="1561"/>
                  </a:cubicBezTo>
                  <a:cubicBezTo>
                    <a:pt x="1135" y="1393"/>
                    <a:pt x="1290" y="1239"/>
                    <a:pt x="1406" y="1187"/>
                  </a:cubicBezTo>
                  <a:cubicBezTo>
                    <a:pt x="1561" y="1071"/>
                    <a:pt x="1728" y="1071"/>
                    <a:pt x="1883" y="1071"/>
                  </a:cubicBezTo>
                  <a:close/>
                  <a:moveTo>
                    <a:pt x="271" y="1"/>
                  </a:moveTo>
                  <a:cubicBezTo>
                    <a:pt x="117" y="1"/>
                    <a:pt x="1" y="168"/>
                    <a:pt x="1" y="323"/>
                  </a:cubicBezTo>
                  <a:lnTo>
                    <a:pt x="1" y="8227"/>
                  </a:lnTo>
                  <a:cubicBezTo>
                    <a:pt x="1" y="8382"/>
                    <a:pt x="117" y="8550"/>
                    <a:pt x="271" y="8550"/>
                  </a:cubicBezTo>
                  <a:lnTo>
                    <a:pt x="4836" y="8550"/>
                  </a:lnTo>
                  <a:cubicBezTo>
                    <a:pt x="5004" y="8550"/>
                    <a:pt x="5107" y="8382"/>
                    <a:pt x="5107" y="8227"/>
                  </a:cubicBezTo>
                  <a:lnTo>
                    <a:pt x="5107" y="323"/>
                  </a:lnTo>
                  <a:cubicBezTo>
                    <a:pt x="5107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102;p32">
              <a:extLst>
                <a:ext uri="{FF2B5EF4-FFF2-40B4-BE49-F238E27FC236}">
                  <a16:creationId xmlns:a16="http://schemas.microsoft.com/office/drawing/2014/main" id="{4D4B3DB6-ED0B-D6F8-9E67-75F017F9DBFA}"/>
                </a:ext>
              </a:extLst>
            </p:cNvPr>
            <p:cNvSpPr/>
            <p:nvPr/>
          </p:nvSpPr>
          <p:spPr>
            <a:xfrm>
              <a:off x="3509875" y="4685450"/>
              <a:ext cx="718575" cy="335925"/>
            </a:xfrm>
            <a:custGeom>
              <a:avLst/>
              <a:gdLst/>
              <a:ahLst/>
              <a:cxnLst/>
              <a:rect l="l" t="t" r="r" b="b"/>
              <a:pathLst>
                <a:path w="28743" h="13437" extrusionOk="0">
                  <a:moveTo>
                    <a:pt x="916" y="697"/>
                  </a:moveTo>
                  <a:cubicBezTo>
                    <a:pt x="1019" y="697"/>
                    <a:pt x="1122" y="800"/>
                    <a:pt x="1122" y="865"/>
                  </a:cubicBezTo>
                  <a:cubicBezTo>
                    <a:pt x="1122" y="968"/>
                    <a:pt x="1019" y="1071"/>
                    <a:pt x="916" y="1071"/>
                  </a:cubicBezTo>
                  <a:lnTo>
                    <a:pt x="851" y="1071"/>
                  </a:lnTo>
                  <a:lnTo>
                    <a:pt x="851" y="1123"/>
                  </a:lnTo>
                  <a:cubicBezTo>
                    <a:pt x="800" y="1123"/>
                    <a:pt x="800" y="1187"/>
                    <a:pt x="800" y="1239"/>
                  </a:cubicBezTo>
                  <a:lnTo>
                    <a:pt x="800" y="1613"/>
                  </a:lnTo>
                  <a:cubicBezTo>
                    <a:pt x="800" y="1716"/>
                    <a:pt x="696" y="1767"/>
                    <a:pt x="593" y="1767"/>
                  </a:cubicBezTo>
                  <a:cubicBezTo>
                    <a:pt x="477" y="1767"/>
                    <a:pt x="426" y="1716"/>
                    <a:pt x="426" y="1613"/>
                  </a:cubicBezTo>
                  <a:lnTo>
                    <a:pt x="426" y="1187"/>
                  </a:lnTo>
                  <a:lnTo>
                    <a:pt x="426" y="1123"/>
                  </a:lnTo>
                  <a:cubicBezTo>
                    <a:pt x="426" y="1123"/>
                    <a:pt x="426" y="1071"/>
                    <a:pt x="477" y="1019"/>
                  </a:cubicBezTo>
                  <a:cubicBezTo>
                    <a:pt x="477" y="968"/>
                    <a:pt x="529" y="865"/>
                    <a:pt x="645" y="800"/>
                  </a:cubicBezTo>
                  <a:cubicBezTo>
                    <a:pt x="748" y="749"/>
                    <a:pt x="800" y="697"/>
                    <a:pt x="916" y="697"/>
                  </a:cubicBezTo>
                  <a:close/>
                  <a:moveTo>
                    <a:pt x="593" y="2257"/>
                  </a:moveTo>
                  <a:cubicBezTo>
                    <a:pt x="696" y="2257"/>
                    <a:pt x="800" y="2360"/>
                    <a:pt x="800" y="2412"/>
                  </a:cubicBezTo>
                  <a:lnTo>
                    <a:pt x="800" y="3121"/>
                  </a:lnTo>
                  <a:cubicBezTo>
                    <a:pt x="800" y="3224"/>
                    <a:pt x="696" y="3276"/>
                    <a:pt x="593" y="3276"/>
                  </a:cubicBezTo>
                  <a:cubicBezTo>
                    <a:pt x="477" y="3276"/>
                    <a:pt x="426" y="3224"/>
                    <a:pt x="426" y="3121"/>
                  </a:cubicBezTo>
                  <a:lnTo>
                    <a:pt x="426" y="2412"/>
                  </a:lnTo>
                  <a:cubicBezTo>
                    <a:pt x="426" y="2360"/>
                    <a:pt x="477" y="2257"/>
                    <a:pt x="593" y="2257"/>
                  </a:cubicBezTo>
                  <a:close/>
                  <a:moveTo>
                    <a:pt x="967" y="10536"/>
                  </a:moveTo>
                  <a:cubicBezTo>
                    <a:pt x="1070" y="10536"/>
                    <a:pt x="1238" y="10639"/>
                    <a:pt x="1238" y="10794"/>
                  </a:cubicBezTo>
                  <a:cubicBezTo>
                    <a:pt x="1238" y="10961"/>
                    <a:pt x="1070" y="11064"/>
                    <a:pt x="967" y="11064"/>
                  </a:cubicBezTo>
                  <a:cubicBezTo>
                    <a:pt x="800" y="11064"/>
                    <a:pt x="645" y="10961"/>
                    <a:pt x="645" y="10794"/>
                  </a:cubicBezTo>
                  <a:cubicBezTo>
                    <a:pt x="645" y="10639"/>
                    <a:pt x="800" y="10536"/>
                    <a:pt x="967" y="10536"/>
                  </a:cubicBezTo>
                  <a:close/>
                  <a:moveTo>
                    <a:pt x="27504" y="10097"/>
                  </a:moveTo>
                  <a:cubicBezTo>
                    <a:pt x="27878" y="10097"/>
                    <a:pt x="28201" y="10420"/>
                    <a:pt x="28201" y="10794"/>
                  </a:cubicBezTo>
                  <a:cubicBezTo>
                    <a:pt x="28201" y="11180"/>
                    <a:pt x="27878" y="11503"/>
                    <a:pt x="27504" y="11503"/>
                  </a:cubicBezTo>
                  <a:cubicBezTo>
                    <a:pt x="27130" y="11503"/>
                    <a:pt x="26808" y="11180"/>
                    <a:pt x="26808" y="10794"/>
                  </a:cubicBezTo>
                  <a:cubicBezTo>
                    <a:pt x="26808" y="10420"/>
                    <a:pt x="27130" y="10097"/>
                    <a:pt x="27504" y="10097"/>
                  </a:cubicBezTo>
                  <a:close/>
                  <a:moveTo>
                    <a:pt x="916" y="1"/>
                  </a:moveTo>
                  <a:cubicBezTo>
                    <a:pt x="645" y="1"/>
                    <a:pt x="426" y="104"/>
                    <a:pt x="271" y="272"/>
                  </a:cubicBezTo>
                  <a:cubicBezTo>
                    <a:pt x="103" y="426"/>
                    <a:pt x="0" y="697"/>
                    <a:pt x="0" y="916"/>
                  </a:cubicBezTo>
                  <a:lnTo>
                    <a:pt x="0" y="13437"/>
                  </a:lnTo>
                  <a:cubicBezTo>
                    <a:pt x="323" y="13269"/>
                    <a:pt x="593" y="13115"/>
                    <a:pt x="916" y="12999"/>
                  </a:cubicBezTo>
                  <a:cubicBezTo>
                    <a:pt x="1341" y="12792"/>
                    <a:pt x="1767" y="12625"/>
                    <a:pt x="2205" y="12470"/>
                  </a:cubicBezTo>
                  <a:lnTo>
                    <a:pt x="2257" y="12470"/>
                  </a:lnTo>
                  <a:lnTo>
                    <a:pt x="2257" y="1716"/>
                  </a:lnTo>
                  <a:lnTo>
                    <a:pt x="26486" y="1716"/>
                  </a:lnTo>
                  <a:lnTo>
                    <a:pt x="26486" y="12470"/>
                  </a:lnTo>
                  <a:lnTo>
                    <a:pt x="26537" y="12470"/>
                  </a:lnTo>
                  <a:cubicBezTo>
                    <a:pt x="26963" y="12625"/>
                    <a:pt x="27401" y="12792"/>
                    <a:pt x="27827" y="12999"/>
                  </a:cubicBezTo>
                  <a:cubicBezTo>
                    <a:pt x="28097" y="13115"/>
                    <a:pt x="28420" y="13269"/>
                    <a:pt x="28742" y="13437"/>
                  </a:cubicBezTo>
                  <a:lnTo>
                    <a:pt x="28742" y="916"/>
                  </a:lnTo>
                  <a:cubicBezTo>
                    <a:pt x="28742" y="697"/>
                    <a:pt x="28639" y="426"/>
                    <a:pt x="28471" y="272"/>
                  </a:cubicBezTo>
                  <a:cubicBezTo>
                    <a:pt x="28317" y="104"/>
                    <a:pt x="28046" y="1"/>
                    <a:pt x="2782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103;p32">
              <a:extLst>
                <a:ext uri="{FF2B5EF4-FFF2-40B4-BE49-F238E27FC236}">
                  <a16:creationId xmlns:a16="http://schemas.microsoft.com/office/drawing/2014/main" id="{A978F18A-D647-ACDA-35C2-B545A9B96C23}"/>
                </a:ext>
              </a:extLst>
            </p:cNvPr>
            <p:cNvSpPr/>
            <p:nvPr/>
          </p:nvSpPr>
          <p:spPr>
            <a:xfrm>
              <a:off x="397987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594" y="0"/>
                    <a:pt x="490" y="52"/>
                    <a:pt x="374" y="103"/>
                  </a:cubicBezTo>
                  <a:cubicBezTo>
                    <a:pt x="271" y="168"/>
                    <a:pt x="220" y="219"/>
                    <a:pt x="168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4" y="967"/>
                    <a:pt x="1071" y="967"/>
                  </a:cubicBezTo>
                  <a:cubicBezTo>
                    <a:pt x="1612" y="967"/>
                    <a:pt x="2154" y="1070"/>
                    <a:pt x="2154" y="1070"/>
                  </a:cubicBezTo>
                  <a:cubicBezTo>
                    <a:pt x="2205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5" y="1290"/>
                  </a:lnTo>
                  <a:lnTo>
                    <a:pt x="2205" y="1341"/>
                  </a:lnTo>
                  <a:cubicBezTo>
                    <a:pt x="2154" y="1341"/>
                    <a:pt x="2102" y="1393"/>
                    <a:pt x="2038" y="1509"/>
                  </a:cubicBezTo>
                  <a:cubicBezTo>
                    <a:pt x="1935" y="1612"/>
                    <a:pt x="1780" y="1831"/>
                    <a:pt x="1561" y="2038"/>
                  </a:cubicBezTo>
                  <a:cubicBezTo>
                    <a:pt x="1187" y="2476"/>
                    <a:pt x="697" y="3121"/>
                    <a:pt x="374" y="3765"/>
                  </a:cubicBezTo>
                  <a:cubicBezTo>
                    <a:pt x="104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68" y="5480"/>
                  </a:cubicBezTo>
                  <a:cubicBezTo>
                    <a:pt x="271" y="5584"/>
                    <a:pt x="374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80" y="5480"/>
                    <a:pt x="1831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5" y="2747"/>
                  </a:cubicBezTo>
                  <a:cubicBezTo>
                    <a:pt x="1935" y="2308"/>
                    <a:pt x="2154" y="1934"/>
                    <a:pt x="2476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3" y="426"/>
                  </a:lnTo>
                  <a:cubicBezTo>
                    <a:pt x="2850" y="490"/>
                    <a:pt x="2747" y="490"/>
                    <a:pt x="2579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5" y="374"/>
                    <a:pt x="1509" y="323"/>
                    <a:pt x="1341" y="219"/>
                  </a:cubicBezTo>
                  <a:cubicBezTo>
                    <a:pt x="1187" y="52"/>
                    <a:pt x="916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104;p32">
              <a:extLst>
                <a:ext uri="{FF2B5EF4-FFF2-40B4-BE49-F238E27FC236}">
                  <a16:creationId xmlns:a16="http://schemas.microsoft.com/office/drawing/2014/main" id="{F7AECA87-8E6E-22A4-6216-4433826A32BA}"/>
                </a:ext>
              </a:extLst>
            </p:cNvPr>
            <p:cNvSpPr/>
            <p:nvPr/>
          </p:nvSpPr>
          <p:spPr>
            <a:xfrm>
              <a:off x="3565000" y="5007825"/>
              <a:ext cx="33550" cy="37750"/>
            </a:xfrm>
            <a:custGeom>
              <a:avLst/>
              <a:gdLst/>
              <a:ahLst/>
              <a:cxnLst/>
              <a:rect l="l" t="t" r="r" b="b"/>
              <a:pathLst>
                <a:path w="1342" h="1510" extrusionOk="0">
                  <a:moveTo>
                    <a:pt x="696" y="0"/>
                  </a:moveTo>
                  <a:cubicBezTo>
                    <a:pt x="529" y="0"/>
                    <a:pt x="426" y="52"/>
                    <a:pt x="322" y="104"/>
                  </a:cubicBezTo>
                  <a:cubicBezTo>
                    <a:pt x="206" y="155"/>
                    <a:pt x="103" y="220"/>
                    <a:pt x="52" y="271"/>
                  </a:cubicBezTo>
                  <a:cubicBezTo>
                    <a:pt x="0" y="323"/>
                    <a:pt x="0" y="374"/>
                    <a:pt x="0" y="374"/>
                  </a:cubicBezTo>
                  <a:lnTo>
                    <a:pt x="0" y="426"/>
                  </a:lnTo>
                  <a:cubicBezTo>
                    <a:pt x="0" y="748"/>
                    <a:pt x="155" y="967"/>
                    <a:pt x="322" y="1187"/>
                  </a:cubicBezTo>
                  <a:cubicBezTo>
                    <a:pt x="477" y="1341"/>
                    <a:pt x="645" y="1445"/>
                    <a:pt x="748" y="1445"/>
                  </a:cubicBezTo>
                  <a:lnTo>
                    <a:pt x="800" y="1509"/>
                  </a:lnTo>
                  <a:lnTo>
                    <a:pt x="851" y="1445"/>
                  </a:lnTo>
                  <a:cubicBezTo>
                    <a:pt x="903" y="1445"/>
                    <a:pt x="967" y="1393"/>
                    <a:pt x="1019" y="1341"/>
                  </a:cubicBezTo>
                  <a:cubicBezTo>
                    <a:pt x="1122" y="1290"/>
                    <a:pt x="1225" y="1187"/>
                    <a:pt x="1290" y="1019"/>
                  </a:cubicBezTo>
                  <a:cubicBezTo>
                    <a:pt x="1341" y="916"/>
                    <a:pt x="1341" y="864"/>
                    <a:pt x="1341" y="748"/>
                  </a:cubicBezTo>
                  <a:cubicBezTo>
                    <a:pt x="1341" y="594"/>
                    <a:pt x="1341" y="477"/>
                    <a:pt x="1225" y="323"/>
                  </a:cubicBezTo>
                  <a:cubicBezTo>
                    <a:pt x="1122" y="220"/>
                    <a:pt x="1019" y="155"/>
                    <a:pt x="967" y="104"/>
                  </a:cubicBezTo>
                  <a:cubicBezTo>
                    <a:pt x="851" y="52"/>
                    <a:pt x="748" y="0"/>
                    <a:pt x="696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105;p32">
              <a:extLst>
                <a:ext uri="{FF2B5EF4-FFF2-40B4-BE49-F238E27FC236}">
                  <a16:creationId xmlns:a16="http://schemas.microsoft.com/office/drawing/2014/main" id="{939F8DC8-D822-E84D-BBFA-9DACA6512189}"/>
                </a:ext>
              </a:extLst>
            </p:cNvPr>
            <p:cNvSpPr/>
            <p:nvPr/>
          </p:nvSpPr>
          <p:spPr>
            <a:xfrm>
              <a:off x="3950225" y="4783450"/>
              <a:ext cx="128950" cy="213750"/>
            </a:xfrm>
            <a:custGeom>
              <a:avLst/>
              <a:gdLst/>
              <a:ahLst/>
              <a:cxnLst/>
              <a:rect l="l" t="t" r="r" b="b"/>
              <a:pathLst>
                <a:path w="5158" h="8550" extrusionOk="0">
                  <a:moveTo>
                    <a:pt x="1934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8" y="1342"/>
                    <a:pt x="2966" y="1458"/>
                    <a:pt x="3172" y="1458"/>
                  </a:cubicBezTo>
                  <a:cubicBezTo>
                    <a:pt x="3391" y="1509"/>
                    <a:pt x="3611" y="1509"/>
                    <a:pt x="3765" y="1509"/>
                  </a:cubicBezTo>
                  <a:lnTo>
                    <a:pt x="4139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3" y="1509"/>
                  </a:lnTo>
                  <a:lnTo>
                    <a:pt x="4513" y="1716"/>
                  </a:lnTo>
                  <a:cubicBezTo>
                    <a:pt x="4513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66" y="4514"/>
                    <a:pt x="2850" y="4939"/>
                    <a:pt x="2850" y="5326"/>
                  </a:cubicBezTo>
                  <a:cubicBezTo>
                    <a:pt x="2850" y="5803"/>
                    <a:pt x="2966" y="6229"/>
                    <a:pt x="3340" y="6551"/>
                  </a:cubicBezTo>
                  <a:cubicBezTo>
                    <a:pt x="3340" y="6616"/>
                    <a:pt x="3391" y="6667"/>
                    <a:pt x="3340" y="6719"/>
                  </a:cubicBezTo>
                  <a:cubicBezTo>
                    <a:pt x="3340" y="6719"/>
                    <a:pt x="3224" y="6874"/>
                    <a:pt x="3017" y="7041"/>
                  </a:cubicBezTo>
                  <a:cubicBezTo>
                    <a:pt x="2850" y="7144"/>
                    <a:pt x="2527" y="7312"/>
                    <a:pt x="2154" y="7312"/>
                  </a:cubicBezTo>
                  <a:cubicBezTo>
                    <a:pt x="1999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32" y="6770"/>
                    <a:pt x="916" y="6500"/>
                    <a:pt x="916" y="6293"/>
                  </a:cubicBezTo>
                  <a:cubicBezTo>
                    <a:pt x="916" y="5906"/>
                    <a:pt x="1083" y="5429"/>
                    <a:pt x="1354" y="4888"/>
                  </a:cubicBezTo>
                  <a:cubicBezTo>
                    <a:pt x="1883" y="3921"/>
                    <a:pt x="2747" y="2954"/>
                    <a:pt x="3069" y="2580"/>
                  </a:cubicBezTo>
                  <a:lnTo>
                    <a:pt x="3017" y="2528"/>
                  </a:lnTo>
                  <a:cubicBezTo>
                    <a:pt x="2798" y="2528"/>
                    <a:pt x="2527" y="2477"/>
                    <a:pt x="2257" y="2477"/>
                  </a:cubicBezTo>
                  <a:cubicBezTo>
                    <a:pt x="2102" y="2477"/>
                    <a:pt x="1934" y="2528"/>
                    <a:pt x="1780" y="2528"/>
                  </a:cubicBezTo>
                  <a:cubicBezTo>
                    <a:pt x="1676" y="2580"/>
                    <a:pt x="1560" y="2580"/>
                    <a:pt x="1457" y="2683"/>
                  </a:cubicBezTo>
                  <a:cubicBezTo>
                    <a:pt x="1406" y="2683"/>
                    <a:pt x="1406" y="2747"/>
                    <a:pt x="1354" y="2799"/>
                  </a:cubicBezTo>
                  <a:cubicBezTo>
                    <a:pt x="1354" y="2850"/>
                    <a:pt x="1290" y="2850"/>
                    <a:pt x="1238" y="2850"/>
                  </a:cubicBezTo>
                  <a:cubicBezTo>
                    <a:pt x="1186" y="2850"/>
                    <a:pt x="1135" y="2850"/>
                    <a:pt x="1135" y="2799"/>
                  </a:cubicBezTo>
                  <a:cubicBezTo>
                    <a:pt x="1135" y="2799"/>
                    <a:pt x="967" y="2477"/>
                    <a:pt x="967" y="2103"/>
                  </a:cubicBezTo>
                  <a:cubicBezTo>
                    <a:pt x="967" y="1935"/>
                    <a:pt x="1032" y="1716"/>
                    <a:pt x="1083" y="1561"/>
                  </a:cubicBezTo>
                  <a:cubicBezTo>
                    <a:pt x="1186" y="1393"/>
                    <a:pt x="1290" y="1239"/>
                    <a:pt x="1457" y="1187"/>
                  </a:cubicBezTo>
                  <a:cubicBezTo>
                    <a:pt x="1560" y="1071"/>
                    <a:pt x="1728" y="1071"/>
                    <a:pt x="1934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3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3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106;p32">
              <a:extLst>
                <a:ext uri="{FF2B5EF4-FFF2-40B4-BE49-F238E27FC236}">
                  <a16:creationId xmlns:a16="http://schemas.microsoft.com/office/drawing/2014/main" id="{BD33F653-C847-FE17-9F03-C6F1FB6CB798}"/>
                </a:ext>
              </a:extLst>
            </p:cNvPr>
            <p:cNvSpPr/>
            <p:nvPr/>
          </p:nvSpPr>
          <p:spPr>
            <a:xfrm>
              <a:off x="3531150" y="4952700"/>
              <a:ext cx="4200" cy="5500"/>
            </a:xfrm>
            <a:custGeom>
              <a:avLst/>
              <a:gdLst/>
              <a:ahLst/>
              <a:cxnLst/>
              <a:rect l="l" t="t" r="r" b="b"/>
              <a:pathLst>
                <a:path w="168" h="220" extrusionOk="0">
                  <a:moveTo>
                    <a:pt x="116" y="0"/>
                  </a:moveTo>
                  <a:cubicBezTo>
                    <a:pt x="65" y="0"/>
                    <a:pt x="0" y="52"/>
                    <a:pt x="0" y="104"/>
                  </a:cubicBezTo>
                  <a:cubicBezTo>
                    <a:pt x="0" y="168"/>
                    <a:pt x="65" y="220"/>
                    <a:pt x="116" y="220"/>
                  </a:cubicBezTo>
                  <a:cubicBezTo>
                    <a:pt x="168" y="220"/>
                    <a:pt x="168" y="168"/>
                    <a:pt x="168" y="104"/>
                  </a:cubicBezTo>
                  <a:cubicBezTo>
                    <a:pt x="168" y="52"/>
                    <a:pt x="168" y="0"/>
                    <a:pt x="116" y="0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107;p32">
              <a:extLst>
                <a:ext uri="{FF2B5EF4-FFF2-40B4-BE49-F238E27FC236}">
                  <a16:creationId xmlns:a16="http://schemas.microsoft.com/office/drawing/2014/main" id="{64040001-58FB-2A55-5734-270D8314ADE1}"/>
                </a:ext>
              </a:extLst>
            </p:cNvPr>
            <p:cNvSpPr/>
            <p:nvPr/>
          </p:nvSpPr>
          <p:spPr>
            <a:xfrm>
              <a:off x="3565000" y="5017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108;p32">
              <a:extLst>
                <a:ext uri="{FF2B5EF4-FFF2-40B4-BE49-F238E27FC236}">
                  <a16:creationId xmlns:a16="http://schemas.microsoft.com/office/drawing/2014/main" id="{5EE22264-934F-8D25-4900-25C027C9361E}"/>
                </a:ext>
              </a:extLst>
            </p:cNvPr>
            <p:cNvSpPr/>
            <p:nvPr/>
          </p:nvSpPr>
          <p:spPr>
            <a:xfrm>
              <a:off x="4183925" y="4942050"/>
              <a:ext cx="27100" cy="26800"/>
            </a:xfrm>
            <a:custGeom>
              <a:avLst/>
              <a:gdLst/>
              <a:ahLst/>
              <a:cxnLst/>
              <a:rect l="l" t="t" r="r" b="b"/>
              <a:pathLst>
                <a:path w="1084" h="1072" extrusionOk="0">
                  <a:moveTo>
                    <a:pt x="542" y="1"/>
                  </a:moveTo>
                  <a:cubicBezTo>
                    <a:pt x="388" y="1"/>
                    <a:pt x="272" y="52"/>
                    <a:pt x="168" y="156"/>
                  </a:cubicBezTo>
                  <a:cubicBezTo>
                    <a:pt x="117" y="272"/>
                    <a:pt x="1" y="375"/>
                    <a:pt x="1" y="530"/>
                  </a:cubicBezTo>
                  <a:cubicBezTo>
                    <a:pt x="1" y="697"/>
                    <a:pt x="117" y="800"/>
                    <a:pt x="168" y="916"/>
                  </a:cubicBezTo>
                  <a:cubicBezTo>
                    <a:pt x="272" y="1020"/>
                    <a:pt x="388" y="1071"/>
                    <a:pt x="542" y="1071"/>
                  </a:cubicBezTo>
                  <a:cubicBezTo>
                    <a:pt x="710" y="1071"/>
                    <a:pt x="813" y="1020"/>
                    <a:pt x="916" y="916"/>
                  </a:cubicBezTo>
                  <a:cubicBezTo>
                    <a:pt x="1032" y="800"/>
                    <a:pt x="1084" y="697"/>
                    <a:pt x="1084" y="530"/>
                  </a:cubicBezTo>
                  <a:cubicBezTo>
                    <a:pt x="1084" y="375"/>
                    <a:pt x="1032" y="272"/>
                    <a:pt x="916" y="156"/>
                  </a:cubicBezTo>
                  <a:cubicBezTo>
                    <a:pt x="813" y="52"/>
                    <a:pt x="710" y="1"/>
                    <a:pt x="542" y="1"/>
                  </a:cubicBezTo>
                  <a:close/>
                </a:path>
              </a:pathLst>
            </a:custGeom>
            <a:solidFill>
              <a:srgbClr val="334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109;p32">
              <a:extLst>
                <a:ext uri="{FF2B5EF4-FFF2-40B4-BE49-F238E27FC236}">
                  <a16:creationId xmlns:a16="http://schemas.microsoft.com/office/drawing/2014/main" id="{8EEAF93B-A777-039A-3E26-7389AD0E04DB}"/>
                </a:ext>
              </a:extLst>
            </p:cNvPr>
            <p:cNvSpPr/>
            <p:nvPr/>
          </p:nvSpPr>
          <p:spPr>
            <a:xfrm>
              <a:off x="3520500" y="5085825"/>
              <a:ext cx="697300" cy="139625"/>
            </a:xfrm>
            <a:custGeom>
              <a:avLst/>
              <a:gdLst/>
              <a:ahLst/>
              <a:cxnLst/>
              <a:rect l="l" t="t" r="r" b="b"/>
              <a:pathLst>
                <a:path w="27892" h="5585" extrusionOk="0">
                  <a:moveTo>
                    <a:pt x="1832" y="1"/>
                  </a:moveTo>
                  <a:cubicBezTo>
                    <a:pt x="1664" y="104"/>
                    <a:pt x="1458" y="207"/>
                    <a:pt x="1290" y="375"/>
                  </a:cubicBezTo>
                  <a:cubicBezTo>
                    <a:pt x="1071" y="478"/>
                    <a:pt x="916" y="646"/>
                    <a:pt x="749" y="749"/>
                  </a:cubicBezTo>
                  <a:cubicBezTo>
                    <a:pt x="749" y="800"/>
                    <a:pt x="697" y="852"/>
                    <a:pt x="697" y="903"/>
                  </a:cubicBezTo>
                  <a:cubicBezTo>
                    <a:pt x="645" y="903"/>
                    <a:pt x="645" y="903"/>
                    <a:pt x="645" y="968"/>
                  </a:cubicBezTo>
                  <a:lnTo>
                    <a:pt x="645" y="1342"/>
                  </a:lnTo>
                  <a:cubicBezTo>
                    <a:pt x="594" y="1548"/>
                    <a:pt x="594" y="1767"/>
                    <a:pt x="594" y="2038"/>
                  </a:cubicBezTo>
                  <a:cubicBezTo>
                    <a:pt x="542" y="2954"/>
                    <a:pt x="426" y="3869"/>
                    <a:pt x="168" y="4772"/>
                  </a:cubicBezTo>
                  <a:cubicBezTo>
                    <a:pt x="104" y="4991"/>
                    <a:pt x="52" y="5210"/>
                    <a:pt x="1" y="5417"/>
                  </a:cubicBezTo>
                  <a:cubicBezTo>
                    <a:pt x="104" y="5533"/>
                    <a:pt x="323" y="5584"/>
                    <a:pt x="491" y="5584"/>
                  </a:cubicBezTo>
                  <a:lnTo>
                    <a:pt x="27402" y="5584"/>
                  </a:lnTo>
                  <a:cubicBezTo>
                    <a:pt x="27569" y="5584"/>
                    <a:pt x="27724" y="5533"/>
                    <a:pt x="27892" y="5417"/>
                  </a:cubicBezTo>
                  <a:cubicBezTo>
                    <a:pt x="27827" y="5210"/>
                    <a:pt x="27776" y="4991"/>
                    <a:pt x="27724" y="4772"/>
                  </a:cubicBezTo>
                  <a:cubicBezTo>
                    <a:pt x="27453" y="3869"/>
                    <a:pt x="27350" y="2954"/>
                    <a:pt x="27299" y="2038"/>
                  </a:cubicBezTo>
                  <a:cubicBezTo>
                    <a:pt x="27299" y="1767"/>
                    <a:pt x="27247" y="1548"/>
                    <a:pt x="27247" y="1342"/>
                  </a:cubicBezTo>
                  <a:lnTo>
                    <a:pt x="27247" y="968"/>
                  </a:lnTo>
                  <a:cubicBezTo>
                    <a:pt x="27247" y="903"/>
                    <a:pt x="27247" y="903"/>
                    <a:pt x="27182" y="903"/>
                  </a:cubicBezTo>
                  <a:cubicBezTo>
                    <a:pt x="27182" y="852"/>
                    <a:pt x="27131" y="800"/>
                    <a:pt x="27131" y="749"/>
                  </a:cubicBezTo>
                  <a:cubicBezTo>
                    <a:pt x="26976" y="646"/>
                    <a:pt x="26757" y="478"/>
                    <a:pt x="26602" y="375"/>
                  </a:cubicBezTo>
                  <a:cubicBezTo>
                    <a:pt x="26435" y="207"/>
                    <a:pt x="26215" y="104"/>
                    <a:pt x="26061" y="1"/>
                  </a:cubicBezTo>
                  <a:lnTo>
                    <a:pt x="26061" y="3753"/>
                  </a:lnTo>
                  <a:lnTo>
                    <a:pt x="26061" y="3869"/>
                  </a:lnTo>
                  <a:lnTo>
                    <a:pt x="1832" y="3869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110;p32">
              <a:extLst>
                <a:ext uri="{FF2B5EF4-FFF2-40B4-BE49-F238E27FC236}">
                  <a16:creationId xmlns:a16="http://schemas.microsoft.com/office/drawing/2014/main" id="{B8EF365C-D2F1-5518-55F0-85D4B95A8F5C}"/>
                </a:ext>
              </a:extLst>
            </p:cNvPr>
            <p:cNvSpPr/>
            <p:nvPr/>
          </p:nvSpPr>
          <p:spPr>
            <a:xfrm>
              <a:off x="3270675" y="4889525"/>
              <a:ext cx="339800" cy="572200"/>
            </a:xfrm>
            <a:custGeom>
              <a:avLst/>
              <a:gdLst/>
              <a:ahLst/>
              <a:cxnLst/>
              <a:rect l="l" t="t" r="r" b="b"/>
              <a:pathLst>
                <a:path w="13592" h="22888" extrusionOk="0">
                  <a:moveTo>
                    <a:pt x="12469" y="4513"/>
                  </a:moveTo>
                  <a:cubicBezTo>
                    <a:pt x="12573" y="4513"/>
                    <a:pt x="12676" y="4513"/>
                    <a:pt x="12843" y="4629"/>
                  </a:cubicBezTo>
                  <a:cubicBezTo>
                    <a:pt x="12947" y="4681"/>
                    <a:pt x="13063" y="4784"/>
                    <a:pt x="13166" y="4887"/>
                  </a:cubicBezTo>
                  <a:cubicBezTo>
                    <a:pt x="13320" y="5106"/>
                    <a:pt x="13385" y="5274"/>
                    <a:pt x="13385" y="5480"/>
                  </a:cubicBezTo>
                  <a:cubicBezTo>
                    <a:pt x="13385" y="5699"/>
                    <a:pt x="13320" y="5854"/>
                    <a:pt x="13217" y="6022"/>
                  </a:cubicBezTo>
                  <a:cubicBezTo>
                    <a:pt x="13114" y="6177"/>
                    <a:pt x="12947" y="6293"/>
                    <a:pt x="12843" y="6344"/>
                  </a:cubicBezTo>
                  <a:cubicBezTo>
                    <a:pt x="12792" y="6396"/>
                    <a:pt x="12740" y="6447"/>
                    <a:pt x="12624" y="6447"/>
                  </a:cubicBezTo>
                  <a:lnTo>
                    <a:pt x="12521" y="6447"/>
                  </a:lnTo>
                  <a:cubicBezTo>
                    <a:pt x="12469" y="6447"/>
                    <a:pt x="12469" y="6447"/>
                    <a:pt x="12418" y="6396"/>
                  </a:cubicBezTo>
                  <a:cubicBezTo>
                    <a:pt x="12353" y="6396"/>
                    <a:pt x="12250" y="6344"/>
                    <a:pt x="12147" y="6293"/>
                  </a:cubicBezTo>
                  <a:cubicBezTo>
                    <a:pt x="11979" y="6177"/>
                    <a:pt x="11825" y="6022"/>
                    <a:pt x="11657" y="5751"/>
                  </a:cubicBezTo>
                  <a:cubicBezTo>
                    <a:pt x="11605" y="5596"/>
                    <a:pt x="11502" y="5377"/>
                    <a:pt x="11554" y="5158"/>
                  </a:cubicBezTo>
                  <a:lnTo>
                    <a:pt x="11554" y="5055"/>
                  </a:lnTo>
                  <a:lnTo>
                    <a:pt x="11554" y="4952"/>
                  </a:lnTo>
                  <a:cubicBezTo>
                    <a:pt x="11605" y="4952"/>
                    <a:pt x="11605" y="4887"/>
                    <a:pt x="11605" y="4887"/>
                  </a:cubicBezTo>
                  <a:cubicBezTo>
                    <a:pt x="11657" y="4836"/>
                    <a:pt x="11773" y="4732"/>
                    <a:pt x="11825" y="4681"/>
                  </a:cubicBezTo>
                  <a:cubicBezTo>
                    <a:pt x="11979" y="4565"/>
                    <a:pt x="12199" y="4513"/>
                    <a:pt x="12469" y="4513"/>
                  </a:cubicBezTo>
                  <a:close/>
                  <a:moveTo>
                    <a:pt x="8838" y="6550"/>
                  </a:moveTo>
                  <a:cubicBezTo>
                    <a:pt x="8902" y="6550"/>
                    <a:pt x="8990" y="6706"/>
                    <a:pt x="9078" y="6937"/>
                  </a:cubicBezTo>
                  <a:cubicBezTo>
                    <a:pt x="9246" y="7208"/>
                    <a:pt x="9297" y="7363"/>
                    <a:pt x="9246" y="7363"/>
                  </a:cubicBezTo>
                  <a:cubicBezTo>
                    <a:pt x="9246" y="7370"/>
                    <a:pt x="9244" y="7373"/>
                    <a:pt x="9240" y="7373"/>
                  </a:cubicBezTo>
                  <a:cubicBezTo>
                    <a:pt x="9215" y="7373"/>
                    <a:pt x="9110" y="7225"/>
                    <a:pt x="8975" y="6989"/>
                  </a:cubicBezTo>
                  <a:cubicBezTo>
                    <a:pt x="8872" y="6718"/>
                    <a:pt x="8807" y="6563"/>
                    <a:pt x="8807" y="6563"/>
                  </a:cubicBezTo>
                  <a:cubicBezTo>
                    <a:pt x="8817" y="6554"/>
                    <a:pt x="8827" y="6550"/>
                    <a:pt x="8838" y="6550"/>
                  </a:cubicBezTo>
                  <a:close/>
                  <a:moveTo>
                    <a:pt x="9349" y="0"/>
                  </a:moveTo>
                  <a:cubicBezTo>
                    <a:pt x="9027" y="116"/>
                    <a:pt x="8756" y="219"/>
                    <a:pt x="8485" y="322"/>
                  </a:cubicBezTo>
                  <a:lnTo>
                    <a:pt x="8382" y="374"/>
                  </a:lnTo>
                  <a:cubicBezTo>
                    <a:pt x="8382" y="374"/>
                    <a:pt x="8330" y="374"/>
                    <a:pt x="8330" y="438"/>
                  </a:cubicBezTo>
                  <a:cubicBezTo>
                    <a:pt x="8279" y="490"/>
                    <a:pt x="8227" y="542"/>
                    <a:pt x="8163" y="593"/>
                  </a:cubicBezTo>
                  <a:cubicBezTo>
                    <a:pt x="8008" y="696"/>
                    <a:pt x="7905" y="812"/>
                    <a:pt x="7789" y="916"/>
                  </a:cubicBezTo>
                  <a:cubicBezTo>
                    <a:pt x="7363" y="1457"/>
                    <a:pt x="6938" y="1986"/>
                    <a:pt x="6499" y="2476"/>
                  </a:cubicBezTo>
                  <a:cubicBezTo>
                    <a:pt x="6125" y="3017"/>
                    <a:pt x="5751" y="3598"/>
                    <a:pt x="5377" y="4139"/>
                  </a:cubicBezTo>
                  <a:cubicBezTo>
                    <a:pt x="5003" y="4732"/>
                    <a:pt x="4681" y="5326"/>
                    <a:pt x="4410" y="5919"/>
                  </a:cubicBezTo>
                  <a:cubicBezTo>
                    <a:pt x="4140" y="6499"/>
                    <a:pt x="4036" y="7208"/>
                    <a:pt x="3920" y="7853"/>
                  </a:cubicBezTo>
                  <a:cubicBezTo>
                    <a:pt x="3869" y="8498"/>
                    <a:pt x="3817" y="9194"/>
                    <a:pt x="3817" y="9839"/>
                  </a:cubicBezTo>
                  <a:cubicBezTo>
                    <a:pt x="3766" y="10535"/>
                    <a:pt x="3766" y="11180"/>
                    <a:pt x="3817" y="11876"/>
                  </a:cubicBezTo>
                  <a:cubicBezTo>
                    <a:pt x="3817" y="12521"/>
                    <a:pt x="3869" y="13217"/>
                    <a:pt x="3920" y="13862"/>
                  </a:cubicBezTo>
                  <a:lnTo>
                    <a:pt x="3920" y="13913"/>
                  </a:lnTo>
                  <a:lnTo>
                    <a:pt x="0" y="22888"/>
                  </a:lnTo>
                  <a:lnTo>
                    <a:pt x="6989" y="22888"/>
                  </a:lnTo>
                  <a:lnTo>
                    <a:pt x="8923" y="15151"/>
                  </a:lnTo>
                  <a:lnTo>
                    <a:pt x="8923" y="15100"/>
                  </a:lnTo>
                  <a:cubicBezTo>
                    <a:pt x="9401" y="14300"/>
                    <a:pt x="9723" y="13436"/>
                    <a:pt x="9942" y="12572"/>
                  </a:cubicBezTo>
                  <a:cubicBezTo>
                    <a:pt x="10161" y="11657"/>
                    <a:pt x="10264" y="10754"/>
                    <a:pt x="10316" y="9839"/>
                  </a:cubicBezTo>
                  <a:cubicBezTo>
                    <a:pt x="10316" y="9619"/>
                    <a:pt x="10368" y="9400"/>
                    <a:pt x="10368" y="9194"/>
                  </a:cubicBezTo>
                  <a:lnTo>
                    <a:pt x="10368" y="8820"/>
                  </a:lnTo>
                  <a:lnTo>
                    <a:pt x="10368" y="8755"/>
                  </a:lnTo>
                  <a:lnTo>
                    <a:pt x="10368" y="8704"/>
                  </a:lnTo>
                  <a:lnTo>
                    <a:pt x="10368" y="8652"/>
                  </a:lnTo>
                  <a:cubicBezTo>
                    <a:pt x="10419" y="8652"/>
                    <a:pt x="10419" y="8601"/>
                    <a:pt x="10419" y="8601"/>
                  </a:cubicBezTo>
                  <a:cubicBezTo>
                    <a:pt x="10484" y="8549"/>
                    <a:pt x="10535" y="8498"/>
                    <a:pt x="10587" y="8433"/>
                  </a:cubicBezTo>
                  <a:cubicBezTo>
                    <a:pt x="10742" y="8278"/>
                    <a:pt x="10909" y="8111"/>
                    <a:pt x="11128" y="8008"/>
                  </a:cubicBezTo>
                  <a:cubicBezTo>
                    <a:pt x="11335" y="7853"/>
                    <a:pt x="11502" y="7737"/>
                    <a:pt x="11709" y="7582"/>
                  </a:cubicBezTo>
                  <a:cubicBezTo>
                    <a:pt x="12095" y="7363"/>
                    <a:pt x="12469" y="7092"/>
                    <a:pt x="12792" y="6770"/>
                  </a:cubicBezTo>
                  <a:cubicBezTo>
                    <a:pt x="12947" y="6615"/>
                    <a:pt x="13063" y="6447"/>
                    <a:pt x="13217" y="6241"/>
                  </a:cubicBezTo>
                  <a:cubicBezTo>
                    <a:pt x="13320" y="6073"/>
                    <a:pt x="13437" y="5854"/>
                    <a:pt x="13488" y="5699"/>
                  </a:cubicBezTo>
                  <a:cubicBezTo>
                    <a:pt x="13540" y="5596"/>
                    <a:pt x="13591" y="5480"/>
                    <a:pt x="13540" y="5429"/>
                  </a:cubicBezTo>
                  <a:lnTo>
                    <a:pt x="13540" y="5326"/>
                  </a:lnTo>
                  <a:lnTo>
                    <a:pt x="13540" y="5274"/>
                  </a:lnTo>
                  <a:cubicBezTo>
                    <a:pt x="13488" y="5209"/>
                    <a:pt x="13488" y="5158"/>
                    <a:pt x="13488" y="5158"/>
                  </a:cubicBezTo>
                  <a:cubicBezTo>
                    <a:pt x="13385" y="4952"/>
                    <a:pt x="13217" y="4784"/>
                    <a:pt x="13063" y="4681"/>
                  </a:cubicBezTo>
                  <a:cubicBezTo>
                    <a:pt x="12879" y="4527"/>
                    <a:pt x="12658" y="4460"/>
                    <a:pt x="12423" y="4460"/>
                  </a:cubicBezTo>
                  <a:cubicBezTo>
                    <a:pt x="12245" y="4460"/>
                    <a:pt x="12059" y="4498"/>
                    <a:pt x="11876" y="4565"/>
                  </a:cubicBezTo>
                  <a:cubicBezTo>
                    <a:pt x="11451" y="4732"/>
                    <a:pt x="11012" y="4887"/>
                    <a:pt x="10587" y="5055"/>
                  </a:cubicBezTo>
                  <a:cubicBezTo>
                    <a:pt x="10161" y="5274"/>
                    <a:pt x="9774" y="5480"/>
                    <a:pt x="9349" y="5648"/>
                  </a:cubicBezTo>
                  <a:cubicBezTo>
                    <a:pt x="8923" y="5854"/>
                    <a:pt x="8549" y="6073"/>
                    <a:pt x="8111" y="6344"/>
                  </a:cubicBezTo>
                  <a:cubicBezTo>
                    <a:pt x="7956" y="6447"/>
                    <a:pt x="7737" y="6563"/>
                    <a:pt x="7582" y="6667"/>
                  </a:cubicBezTo>
                  <a:lnTo>
                    <a:pt x="7415" y="6770"/>
                  </a:lnTo>
                  <a:cubicBezTo>
                    <a:pt x="7363" y="6821"/>
                    <a:pt x="7363" y="6821"/>
                    <a:pt x="7312" y="6886"/>
                  </a:cubicBezTo>
                  <a:cubicBezTo>
                    <a:pt x="7260" y="6937"/>
                    <a:pt x="7196" y="6937"/>
                    <a:pt x="7196" y="6989"/>
                  </a:cubicBezTo>
                  <a:lnTo>
                    <a:pt x="7144" y="7041"/>
                  </a:lnTo>
                  <a:lnTo>
                    <a:pt x="7092" y="7092"/>
                  </a:lnTo>
                  <a:cubicBezTo>
                    <a:pt x="6938" y="7311"/>
                    <a:pt x="6873" y="7466"/>
                    <a:pt x="6770" y="7685"/>
                  </a:cubicBezTo>
                  <a:cubicBezTo>
                    <a:pt x="6667" y="7904"/>
                    <a:pt x="6615" y="8111"/>
                    <a:pt x="6499" y="8330"/>
                  </a:cubicBezTo>
                  <a:cubicBezTo>
                    <a:pt x="6345" y="8755"/>
                    <a:pt x="6228" y="9194"/>
                    <a:pt x="6022" y="9619"/>
                  </a:cubicBezTo>
                  <a:lnTo>
                    <a:pt x="5971" y="9619"/>
                  </a:lnTo>
                  <a:cubicBezTo>
                    <a:pt x="6022" y="9142"/>
                    <a:pt x="6125" y="8704"/>
                    <a:pt x="6293" y="8278"/>
                  </a:cubicBezTo>
                  <a:cubicBezTo>
                    <a:pt x="6345" y="8008"/>
                    <a:pt x="6448" y="7788"/>
                    <a:pt x="6551" y="7582"/>
                  </a:cubicBezTo>
                  <a:cubicBezTo>
                    <a:pt x="6615" y="7363"/>
                    <a:pt x="6718" y="7144"/>
                    <a:pt x="6873" y="6989"/>
                  </a:cubicBezTo>
                  <a:cubicBezTo>
                    <a:pt x="6873" y="6937"/>
                    <a:pt x="6938" y="6937"/>
                    <a:pt x="6938" y="6886"/>
                  </a:cubicBezTo>
                  <a:lnTo>
                    <a:pt x="6989" y="6821"/>
                  </a:lnTo>
                  <a:cubicBezTo>
                    <a:pt x="7041" y="6770"/>
                    <a:pt x="7092" y="6718"/>
                    <a:pt x="7144" y="6718"/>
                  </a:cubicBezTo>
                  <a:cubicBezTo>
                    <a:pt x="7196" y="6667"/>
                    <a:pt x="7196" y="6615"/>
                    <a:pt x="7260" y="6563"/>
                  </a:cubicBezTo>
                  <a:lnTo>
                    <a:pt x="7415" y="6447"/>
                  </a:lnTo>
                  <a:cubicBezTo>
                    <a:pt x="7634" y="6344"/>
                    <a:pt x="7789" y="6241"/>
                    <a:pt x="8008" y="6073"/>
                  </a:cubicBezTo>
                  <a:lnTo>
                    <a:pt x="8975" y="5596"/>
                  </a:lnTo>
                  <a:lnTo>
                    <a:pt x="8975" y="5532"/>
                  </a:lnTo>
                  <a:lnTo>
                    <a:pt x="9349" y="5003"/>
                  </a:lnTo>
                  <a:lnTo>
                    <a:pt x="9349" y="0"/>
                  </a:ln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111;p32">
              <a:extLst>
                <a:ext uri="{FF2B5EF4-FFF2-40B4-BE49-F238E27FC236}">
                  <a16:creationId xmlns:a16="http://schemas.microsoft.com/office/drawing/2014/main" id="{9041B042-F1BF-A667-9888-CBDFE438E7B8}"/>
                </a:ext>
              </a:extLst>
            </p:cNvPr>
            <p:cNvSpPr/>
            <p:nvPr/>
          </p:nvSpPr>
          <p:spPr>
            <a:xfrm>
              <a:off x="4127525" y="4889525"/>
              <a:ext cx="340100" cy="572200"/>
            </a:xfrm>
            <a:custGeom>
              <a:avLst/>
              <a:gdLst/>
              <a:ahLst/>
              <a:cxnLst/>
              <a:rect l="l" t="t" r="r" b="b"/>
              <a:pathLst>
                <a:path w="13604" h="22888" extrusionOk="0">
                  <a:moveTo>
                    <a:pt x="1135" y="4513"/>
                  </a:moveTo>
                  <a:cubicBezTo>
                    <a:pt x="1290" y="4513"/>
                    <a:pt x="1457" y="4565"/>
                    <a:pt x="1560" y="4629"/>
                  </a:cubicBezTo>
                  <a:cubicBezTo>
                    <a:pt x="1728" y="4681"/>
                    <a:pt x="1831" y="4732"/>
                    <a:pt x="1883" y="4784"/>
                  </a:cubicBezTo>
                  <a:cubicBezTo>
                    <a:pt x="1934" y="4836"/>
                    <a:pt x="1999" y="4887"/>
                    <a:pt x="2050" y="4952"/>
                  </a:cubicBezTo>
                  <a:lnTo>
                    <a:pt x="2050" y="5055"/>
                  </a:lnTo>
                  <a:lnTo>
                    <a:pt x="2050" y="5158"/>
                  </a:lnTo>
                  <a:cubicBezTo>
                    <a:pt x="2050" y="5532"/>
                    <a:pt x="1883" y="5854"/>
                    <a:pt x="1676" y="6073"/>
                  </a:cubicBezTo>
                  <a:cubicBezTo>
                    <a:pt x="1509" y="6293"/>
                    <a:pt x="1238" y="6396"/>
                    <a:pt x="1135" y="6447"/>
                  </a:cubicBezTo>
                  <a:lnTo>
                    <a:pt x="916" y="6447"/>
                  </a:lnTo>
                  <a:cubicBezTo>
                    <a:pt x="864" y="6447"/>
                    <a:pt x="864" y="6447"/>
                    <a:pt x="813" y="6396"/>
                  </a:cubicBezTo>
                  <a:cubicBezTo>
                    <a:pt x="813" y="6396"/>
                    <a:pt x="709" y="6344"/>
                    <a:pt x="645" y="6293"/>
                  </a:cubicBezTo>
                  <a:cubicBezTo>
                    <a:pt x="542" y="6177"/>
                    <a:pt x="387" y="6073"/>
                    <a:pt x="323" y="5854"/>
                  </a:cubicBezTo>
                  <a:cubicBezTo>
                    <a:pt x="271" y="5751"/>
                    <a:pt x="219" y="5596"/>
                    <a:pt x="219" y="5480"/>
                  </a:cubicBezTo>
                  <a:cubicBezTo>
                    <a:pt x="219" y="5274"/>
                    <a:pt x="271" y="5106"/>
                    <a:pt x="387" y="4887"/>
                  </a:cubicBezTo>
                  <a:cubicBezTo>
                    <a:pt x="490" y="4784"/>
                    <a:pt x="645" y="4681"/>
                    <a:pt x="761" y="4629"/>
                  </a:cubicBezTo>
                  <a:cubicBezTo>
                    <a:pt x="864" y="4513"/>
                    <a:pt x="1032" y="4513"/>
                    <a:pt x="1135" y="4513"/>
                  </a:cubicBezTo>
                  <a:close/>
                  <a:moveTo>
                    <a:pt x="4759" y="6550"/>
                  </a:moveTo>
                  <a:cubicBezTo>
                    <a:pt x="4768" y="6550"/>
                    <a:pt x="4777" y="6554"/>
                    <a:pt x="4784" y="6563"/>
                  </a:cubicBezTo>
                  <a:cubicBezTo>
                    <a:pt x="4784" y="6563"/>
                    <a:pt x="4732" y="6718"/>
                    <a:pt x="4629" y="6989"/>
                  </a:cubicBezTo>
                  <a:cubicBezTo>
                    <a:pt x="4483" y="7225"/>
                    <a:pt x="4386" y="7373"/>
                    <a:pt x="4364" y="7373"/>
                  </a:cubicBezTo>
                  <a:cubicBezTo>
                    <a:pt x="4360" y="7373"/>
                    <a:pt x="4359" y="7370"/>
                    <a:pt x="4359" y="7363"/>
                  </a:cubicBezTo>
                  <a:cubicBezTo>
                    <a:pt x="4307" y="7363"/>
                    <a:pt x="4359" y="7208"/>
                    <a:pt x="4513" y="6937"/>
                  </a:cubicBezTo>
                  <a:cubicBezTo>
                    <a:pt x="4613" y="6706"/>
                    <a:pt x="4702" y="6550"/>
                    <a:pt x="4759" y="6550"/>
                  </a:cubicBezTo>
                  <a:close/>
                  <a:moveTo>
                    <a:pt x="4255" y="0"/>
                  </a:moveTo>
                  <a:lnTo>
                    <a:pt x="4255" y="5003"/>
                  </a:lnTo>
                  <a:lnTo>
                    <a:pt x="4629" y="5532"/>
                  </a:lnTo>
                  <a:lnTo>
                    <a:pt x="4629" y="5596"/>
                  </a:lnTo>
                  <a:lnTo>
                    <a:pt x="5596" y="6073"/>
                  </a:lnTo>
                  <a:cubicBezTo>
                    <a:pt x="5803" y="6241"/>
                    <a:pt x="5970" y="6344"/>
                    <a:pt x="6190" y="6447"/>
                  </a:cubicBezTo>
                  <a:lnTo>
                    <a:pt x="6344" y="6563"/>
                  </a:lnTo>
                  <a:cubicBezTo>
                    <a:pt x="6344" y="6615"/>
                    <a:pt x="6396" y="6667"/>
                    <a:pt x="6447" y="6718"/>
                  </a:cubicBezTo>
                  <a:cubicBezTo>
                    <a:pt x="6512" y="6718"/>
                    <a:pt x="6564" y="6770"/>
                    <a:pt x="6615" y="6821"/>
                  </a:cubicBezTo>
                  <a:lnTo>
                    <a:pt x="6667" y="6886"/>
                  </a:lnTo>
                  <a:cubicBezTo>
                    <a:pt x="6667" y="6937"/>
                    <a:pt x="6718" y="6937"/>
                    <a:pt x="6718" y="6989"/>
                  </a:cubicBezTo>
                  <a:cubicBezTo>
                    <a:pt x="6886" y="7144"/>
                    <a:pt x="6989" y="7363"/>
                    <a:pt x="7041" y="7582"/>
                  </a:cubicBezTo>
                  <a:cubicBezTo>
                    <a:pt x="7157" y="7788"/>
                    <a:pt x="7260" y="8008"/>
                    <a:pt x="7311" y="8278"/>
                  </a:cubicBezTo>
                  <a:cubicBezTo>
                    <a:pt x="7479" y="8704"/>
                    <a:pt x="7582" y="9142"/>
                    <a:pt x="7582" y="9619"/>
                  </a:cubicBezTo>
                  <a:cubicBezTo>
                    <a:pt x="7363" y="9194"/>
                    <a:pt x="7208" y="8755"/>
                    <a:pt x="7092" y="8330"/>
                  </a:cubicBezTo>
                  <a:cubicBezTo>
                    <a:pt x="6989" y="8111"/>
                    <a:pt x="6937" y="7904"/>
                    <a:pt x="6834" y="7685"/>
                  </a:cubicBezTo>
                  <a:cubicBezTo>
                    <a:pt x="6718" y="7466"/>
                    <a:pt x="6615" y="7311"/>
                    <a:pt x="6512" y="7092"/>
                  </a:cubicBezTo>
                  <a:lnTo>
                    <a:pt x="6447" y="7041"/>
                  </a:lnTo>
                  <a:lnTo>
                    <a:pt x="6396" y="6989"/>
                  </a:lnTo>
                  <a:cubicBezTo>
                    <a:pt x="6396" y="6937"/>
                    <a:pt x="6344" y="6937"/>
                    <a:pt x="6293" y="6886"/>
                  </a:cubicBezTo>
                  <a:cubicBezTo>
                    <a:pt x="6241" y="6821"/>
                    <a:pt x="6190" y="6821"/>
                    <a:pt x="6190" y="6770"/>
                  </a:cubicBezTo>
                  <a:lnTo>
                    <a:pt x="6022" y="6667"/>
                  </a:lnTo>
                  <a:cubicBezTo>
                    <a:pt x="5867" y="6563"/>
                    <a:pt x="5648" y="6447"/>
                    <a:pt x="5429" y="6344"/>
                  </a:cubicBezTo>
                  <a:cubicBezTo>
                    <a:pt x="5055" y="6073"/>
                    <a:pt x="4681" y="5854"/>
                    <a:pt x="4255" y="5648"/>
                  </a:cubicBezTo>
                  <a:cubicBezTo>
                    <a:pt x="3817" y="5480"/>
                    <a:pt x="3443" y="5274"/>
                    <a:pt x="3018" y="5055"/>
                  </a:cubicBezTo>
                  <a:cubicBezTo>
                    <a:pt x="2579" y="4887"/>
                    <a:pt x="2154" y="4732"/>
                    <a:pt x="1728" y="4565"/>
                  </a:cubicBezTo>
                  <a:cubicBezTo>
                    <a:pt x="1539" y="4498"/>
                    <a:pt x="1353" y="4460"/>
                    <a:pt x="1176" y="4460"/>
                  </a:cubicBezTo>
                  <a:cubicBezTo>
                    <a:pt x="942" y="4460"/>
                    <a:pt x="725" y="4527"/>
                    <a:pt x="542" y="4681"/>
                  </a:cubicBezTo>
                  <a:cubicBezTo>
                    <a:pt x="387" y="4784"/>
                    <a:pt x="219" y="4952"/>
                    <a:pt x="116" y="5158"/>
                  </a:cubicBezTo>
                  <a:cubicBezTo>
                    <a:pt x="116" y="5158"/>
                    <a:pt x="65" y="5209"/>
                    <a:pt x="65" y="5274"/>
                  </a:cubicBezTo>
                  <a:lnTo>
                    <a:pt x="65" y="5326"/>
                  </a:lnTo>
                  <a:cubicBezTo>
                    <a:pt x="65" y="5377"/>
                    <a:pt x="0" y="5377"/>
                    <a:pt x="0" y="5429"/>
                  </a:cubicBezTo>
                  <a:cubicBezTo>
                    <a:pt x="0" y="5480"/>
                    <a:pt x="65" y="5596"/>
                    <a:pt x="65" y="5699"/>
                  </a:cubicBezTo>
                  <a:cubicBezTo>
                    <a:pt x="168" y="5854"/>
                    <a:pt x="271" y="6073"/>
                    <a:pt x="387" y="6241"/>
                  </a:cubicBezTo>
                  <a:cubicBezTo>
                    <a:pt x="542" y="6447"/>
                    <a:pt x="645" y="6615"/>
                    <a:pt x="813" y="6770"/>
                  </a:cubicBezTo>
                  <a:cubicBezTo>
                    <a:pt x="1135" y="7092"/>
                    <a:pt x="1509" y="7363"/>
                    <a:pt x="1883" y="7582"/>
                  </a:cubicBezTo>
                  <a:cubicBezTo>
                    <a:pt x="2102" y="7737"/>
                    <a:pt x="2257" y="7853"/>
                    <a:pt x="2476" y="8008"/>
                  </a:cubicBezTo>
                  <a:cubicBezTo>
                    <a:pt x="2644" y="8111"/>
                    <a:pt x="2850" y="8278"/>
                    <a:pt x="3018" y="8433"/>
                  </a:cubicBezTo>
                  <a:cubicBezTo>
                    <a:pt x="3069" y="8498"/>
                    <a:pt x="3121" y="8549"/>
                    <a:pt x="3172" y="8601"/>
                  </a:cubicBezTo>
                  <a:lnTo>
                    <a:pt x="3172" y="8652"/>
                  </a:lnTo>
                  <a:lnTo>
                    <a:pt x="3172" y="8704"/>
                  </a:lnTo>
                  <a:cubicBezTo>
                    <a:pt x="3224" y="8704"/>
                    <a:pt x="3224" y="8755"/>
                    <a:pt x="3224" y="8755"/>
                  </a:cubicBezTo>
                  <a:lnTo>
                    <a:pt x="3224" y="8820"/>
                  </a:lnTo>
                  <a:lnTo>
                    <a:pt x="3224" y="9194"/>
                  </a:lnTo>
                  <a:cubicBezTo>
                    <a:pt x="3224" y="9400"/>
                    <a:pt x="3288" y="9619"/>
                    <a:pt x="3288" y="9839"/>
                  </a:cubicBezTo>
                  <a:cubicBezTo>
                    <a:pt x="3340" y="10754"/>
                    <a:pt x="3443" y="11657"/>
                    <a:pt x="3662" y="12572"/>
                  </a:cubicBezTo>
                  <a:cubicBezTo>
                    <a:pt x="3869" y="13436"/>
                    <a:pt x="4191" y="14300"/>
                    <a:pt x="4681" y="15100"/>
                  </a:cubicBezTo>
                  <a:lnTo>
                    <a:pt x="4681" y="15151"/>
                  </a:lnTo>
                  <a:lnTo>
                    <a:pt x="6615" y="22888"/>
                  </a:lnTo>
                  <a:lnTo>
                    <a:pt x="13604" y="22888"/>
                  </a:lnTo>
                  <a:lnTo>
                    <a:pt x="9671" y="13913"/>
                  </a:lnTo>
                  <a:lnTo>
                    <a:pt x="9671" y="13862"/>
                  </a:lnTo>
                  <a:cubicBezTo>
                    <a:pt x="9736" y="13217"/>
                    <a:pt x="9787" y="12521"/>
                    <a:pt x="9787" y="11876"/>
                  </a:cubicBezTo>
                  <a:cubicBezTo>
                    <a:pt x="9839" y="11180"/>
                    <a:pt x="9839" y="10535"/>
                    <a:pt x="9787" y="9839"/>
                  </a:cubicBezTo>
                  <a:cubicBezTo>
                    <a:pt x="9787" y="9194"/>
                    <a:pt x="9736" y="8498"/>
                    <a:pt x="9671" y="7853"/>
                  </a:cubicBezTo>
                  <a:cubicBezTo>
                    <a:pt x="9568" y="7208"/>
                    <a:pt x="9413" y="6499"/>
                    <a:pt x="9194" y="5919"/>
                  </a:cubicBezTo>
                  <a:cubicBezTo>
                    <a:pt x="8923" y="5326"/>
                    <a:pt x="8601" y="4732"/>
                    <a:pt x="8227" y="4139"/>
                  </a:cubicBezTo>
                  <a:cubicBezTo>
                    <a:pt x="7853" y="3598"/>
                    <a:pt x="7479" y="3017"/>
                    <a:pt x="7092" y="2476"/>
                  </a:cubicBezTo>
                  <a:cubicBezTo>
                    <a:pt x="6667" y="1986"/>
                    <a:pt x="6241" y="1457"/>
                    <a:pt x="5803" y="916"/>
                  </a:cubicBezTo>
                  <a:cubicBezTo>
                    <a:pt x="5700" y="812"/>
                    <a:pt x="5596" y="696"/>
                    <a:pt x="5429" y="593"/>
                  </a:cubicBezTo>
                  <a:cubicBezTo>
                    <a:pt x="5377" y="542"/>
                    <a:pt x="5326" y="490"/>
                    <a:pt x="5274" y="438"/>
                  </a:cubicBezTo>
                  <a:cubicBezTo>
                    <a:pt x="5274" y="374"/>
                    <a:pt x="5222" y="374"/>
                    <a:pt x="5222" y="374"/>
                  </a:cubicBezTo>
                  <a:lnTo>
                    <a:pt x="5055" y="322"/>
                  </a:lnTo>
                  <a:cubicBezTo>
                    <a:pt x="4836" y="219"/>
                    <a:pt x="4513" y="116"/>
                    <a:pt x="4255" y="0"/>
                  </a:cubicBez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112;p32">
              <a:extLst>
                <a:ext uri="{FF2B5EF4-FFF2-40B4-BE49-F238E27FC236}">
                  <a16:creationId xmlns:a16="http://schemas.microsoft.com/office/drawing/2014/main" id="{0366068A-2372-5ABA-CDA6-9A56CE68F795}"/>
                </a:ext>
              </a:extLst>
            </p:cNvPr>
            <p:cNvSpPr/>
            <p:nvPr/>
          </p:nvSpPr>
          <p:spPr>
            <a:xfrm>
              <a:off x="3743575" y="5038775"/>
              <a:ext cx="251150" cy="89950"/>
            </a:xfrm>
            <a:custGeom>
              <a:avLst/>
              <a:gdLst/>
              <a:ahLst/>
              <a:cxnLst/>
              <a:rect l="l" t="t" r="r" b="b"/>
              <a:pathLst>
                <a:path w="10046" h="3598" extrusionOk="0">
                  <a:moveTo>
                    <a:pt x="1" y="0"/>
                  </a:moveTo>
                  <a:lnTo>
                    <a:pt x="1" y="3598"/>
                  </a:lnTo>
                  <a:lnTo>
                    <a:pt x="10046" y="3598"/>
                  </a:lnTo>
                  <a:lnTo>
                    <a:pt x="10046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113;p32">
              <a:extLst>
                <a:ext uri="{FF2B5EF4-FFF2-40B4-BE49-F238E27FC236}">
                  <a16:creationId xmlns:a16="http://schemas.microsoft.com/office/drawing/2014/main" id="{2DFB0F03-5F11-7CF9-EAA6-3DD6DD0A3512}"/>
                </a:ext>
              </a:extLst>
            </p:cNvPr>
            <p:cNvSpPr/>
            <p:nvPr/>
          </p:nvSpPr>
          <p:spPr>
            <a:xfrm>
              <a:off x="3688450" y="4815700"/>
              <a:ext cx="78050" cy="143800"/>
            </a:xfrm>
            <a:custGeom>
              <a:avLst/>
              <a:gdLst/>
              <a:ahLst/>
              <a:cxnLst/>
              <a:rect l="l" t="t" r="r" b="b"/>
              <a:pathLst>
                <a:path w="3122" h="5752" extrusionOk="0">
                  <a:moveTo>
                    <a:pt x="749" y="0"/>
                  </a:moveTo>
                  <a:cubicBezTo>
                    <a:pt x="594" y="0"/>
                    <a:pt x="478" y="52"/>
                    <a:pt x="375" y="103"/>
                  </a:cubicBezTo>
                  <a:cubicBezTo>
                    <a:pt x="272" y="168"/>
                    <a:pt x="220" y="219"/>
                    <a:pt x="155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5" y="967"/>
                    <a:pt x="1071" y="967"/>
                  </a:cubicBezTo>
                  <a:cubicBezTo>
                    <a:pt x="1613" y="967"/>
                    <a:pt x="2154" y="1070"/>
                    <a:pt x="2154" y="1070"/>
                  </a:cubicBezTo>
                  <a:cubicBezTo>
                    <a:pt x="2206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6" y="1290"/>
                  </a:lnTo>
                  <a:lnTo>
                    <a:pt x="2206" y="1341"/>
                  </a:lnTo>
                  <a:cubicBezTo>
                    <a:pt x="2154" y="1341"/>
                    <a:pt x="2090" y="1393"/>
                    <a:pt x="2038" y="1509"/>
                  </a:cubicBezTo>
                  <a:cubicBezTo>
                    <a:pt x="1935" y="1612"/>
                    <a:pt x="1767" y="1831"/>
                    <a:pt x="1561" y="2038"/>
                  </a:cubicBezTo>
                  <a:cubicBezTo>
                    <a:pt x="1187" y="2476"/>
                    <a:pt x="697" y="3121"/>
                    <a:pt x="375" y="3765"/>
                  </a:cubicBezTo>
                  <a:cubicBezTo>
                    <a:pt x="104" y="4243"/>
                    <a:pt x="1" y="4681"/>
                    <a:pt x="1" y="5003"/>
                  </a:cubicBezTo>
                  <a:cubicBezTo>
                    <a:pt x="1" y="5210"/>
                    <a:pt x="52" y="5377"/>
                    <a:pt x="155" y="5480"/>
                  </a:cubicBezTo>
                  <a:cubicBezTo>
                    <a:pt x="272" y="5584"/>
                    <a:pt x="375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67" y="5480"/>
                    <a:pt x="1832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6" y="2747"/>
                  </a:cubicBezTo>
                  <a:cubicBezTo>
                    <a:pt x="1935" y="2308"/>
                    <a:pt x="2154" y="1934"/>
                    <a:pt x="2477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4" y="426"/>
                  </a:lnTo>
                  <a:cubicBezTo>
                    <a:pt x="2850" y="490"/>
                    <a:pt x="2734" y="490"/>
                    <a:pt x="2580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6" y="374"/>
                    <a:pt x="1509" y="323"/>
                    <a:pt x="1342" y="219"/>
                  </a:cubicBezTo>
                  <a:cubicBezTo>
                    <a:pt x="1187" y="52"/>
                    <a:pt x="916" y="0"/>
                    <a:pt x="74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114;p32">
              <a:extLst>
                <a:ext uri="{FF2B5EF4-FFF2-40B4-BE49-F238E27FC236}">
                  <a16:creationId xmlns:a16="http://schemas.microsoft.com/office/drawing/2014/main" id="{0A45FF59-0131-801E-0B16-87D71499DF45}"/>
                </a:ext>
              </a:extLst>
            </p:cNvPr>
            <p:cNvSpPr/>
            <p:nvPr/>
          </p:nvSpPr>
          <p:spPr>
            <a:xfrm>
              <a:off x="3658800" y="4783450"/>
              <a:ext cx="128975" cy="213750"/>
            </a:xfrm>
            <a:custGeom>
              <a:avLst/>
              <a:gdLst/>
              <a:ahLst/>
              <a:cxnLst/>
              <a:rect l="l" t="t" r="r" b="b"/>
              <a:pathLst>
                <a:path w="5159" h="8550" extrusionOk="0">
                  <a:moveTo>
                    <a:pt x="1935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9" y="1342"/>
                    <a:pt x="2953" y="1458"/>
                    <a:pt x="3173" y="1458"/>
                  </a:cubicBezTo>
                  <a:cubicBezTo>
                    <a:pt x="3392" y="1509"/>
                    <a:pt x="3546" y="1509"/>
                    <a:pt x="3766" y="1509"/>
                  </a:cubicBezTo>
                  <a:lnTo>
                    <a:pt x="4140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4" y="1509"/>
                  </a:lnTo>
                  <a:lnTo>
                    <a:pt x="4514" y="1716"/>
                  </a:lnTo>
                  <a:cubicBezTo>
                    <a:pt x="4514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53" y="4514"/>
                    <a:pt x="2850" y="4939"/>
                    <a:pt x="2850" y="5326"/>
                  </a:cubicBezTo>
                  <a:cubicBezTo>
                    <a:pt x="2850" y="5803"/>
                    <a:pt x="2953" y="6229"/>
                    <a:pt x="3340" y="6551"/>
                  </a:cubicBezTo>
                  <a:lnTo>
                    <a:pt x="3340" y="6719"/>
                  </a:lnTo>
                  <a:cubicBezTo>
                    <a:pt x="3340" y="6719"/>
                    <a:pt x="3224" y="6874"/>
                    <a:pt x="3018" y="7041"/>
                  </a:cubicBezTo>
                  <a:cubicBezTo>
                    <a:pt x="2850" y="7144"/>
                    <a:pt x="2528" y="7312"/>
                    <a:pt x="2154" y="7312"/>
                  </a:cubicBezTo>
                  <a:cubicBezTo>
                    <a:pt x="1986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19" y="6770"/>
                    <a:pt x="916" y="6500"/>
                    <a:pt x="916" y="6293"/>
                  </a:cubicBezTo>
                  <a:cubicBezTo>
                    <a:pt x="916" y="5906"/>
                    <a:pt x="1084" y="5429"/>
                    <a:pt x="1341" y="4888"/>
                  </a:cubicBezTo>
                  <a:cubicBezTo>
                    <a:pt x="1883" y="3921"/>
                    <a:pt x="2747" y="2954"/>
                    <a:pt x="3069" y="2580"/>
                  </a:cubicBezTo>
                  <a:cubicBezTo>
                    <a:pt x="3069" y="2580"/>
                    <a:pt x="3018" y="2528"/>
                    <a:pt x="2953" y="2528"/>
                  </a:cubicBezTo>
                  <a:cubicBezTo>
                    <a:pt x="2799" y="2528"/>
                    <a:pt x="2528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64" y="2580"/>
                    <a:pt x="1561" y="2580"/>
                    <a:pt x="1458" y="2683"/>
                  </a:cubicBezTo>
                  <a:cubicBezTo>
                    <a:pt x="1406" y="2683"/>
                    <a:pt x="1406" y="2747"/>
                    <a:pt x="1341" y="2799"/>
                  </a:cubicBezTo>
                  <a:cubicBezTo>
                    <a:pt x="1341" y="2850"/>
                    <a:pt x="1290" y="2850"/>
                    <a:pt x="1238" y="2850"/>
                  </a:cubicBezTo>
                  <a:cubicBezTo>
                    <a:pt x="1187" y="2850"/>
                    <a:pt x="1135" y="2850"/>
                    <a:pt x="1135" y="2799"/>
                  </a:cubicBezTo>
                  <a:cubicBezTo>
                    <a:pt x="1135" y="2799"/>
                    <a:pt x="968" y="2477"/>
                    <a:pt x="968" y="2103"/>
                  </a:cubicBezTo>
                  <a:cubicBezTo>
                    <a:pt x="968" y="1935"/>
                    <a:pt x="1019" y="1716"/>
                    <a:pt x="1084" y="1561"/>
                  </a:cubicBezTo>
                  <a:cubicBezTo>
                    <a:pt x="1187" y="1393"/>
                    <a:pt x="1290" y="1239"/>
                    <a:pt x="1458" y="1187"/>
                  </a:cubicBezTo>
                  <a:cubicBezTo>
                    <a:pt x="1561" y="1071"/>
                    <a:pt x="1728" y="1071"/>
                    <a:pt x="1935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4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115;p32">
              <a:extLst>
                <a:ext uri="{FF2B5EF4-FFF2-40B4-BE49-F238E27FC236}">
                  <a16:creationId xmlns:a16="http://schemas.microsoft.com/office/drawing/2014/main" id="{BC05F4CD-EC22-F1D6-C706-0AF7B1B32A3B}"/>
                </a:ext>
              </a:extLst>
            </p:cNvPr>
            <p:cNvSpPr/>
            <p:nvPr/>
          </p:nvSpPr>
          <p:spPr>
            <a:xfrm>
              <a:off x="4180050" y="4937875"/>
              <a:ext cx="34850" cy="35150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7" y="168"/>
                  </a:moveTo>
                  <a:cubicBezTo>
                    <a:pt x="865" y="168"/>
                    <a:pt x="968" y="219"/>
                    <a:pt x="1071" y="323"/>
                  </a:cubicBezTo>
                  <a:cubicBezTo>
                    <a:pt x="1187" y="439"/>
                    <a:pt x="1239" y="542"/>
                    <a:pt x="1239" y="697"/>
                  </a:cubicBezTo>
                  <a:cubicBezTo>
                    <a:pt x="1239" y="864"/>
                    <a:pt x="1187" y="967"/>
                    <a:pt x="1071" y="1083"/>
                  </a:cubicBezTo>
                  <a:cubicBezTo>
                    <a:pt x="968" y="1187"/>
                    <a:pt x="865" y="1238"/>
                    <a:pt x="697" y="1238"/>
                  </a:cubicBezTo>
                  <a:cubicBezTo>
                    <a:pt x="543" y="1238"/>
                    <a:pt x="427" y="1187"/>
                    <a:pt x="323" y="1083"/>
                  </a:cubicBezTo>
                  <a:cubicBezTo>
                    <a:pt x="272" y="967"/>
                    <a:pt x="156" y="864"/>
                    <a:pt x="156" y="697"/>
                  </a:cubicBezTo>
                  <a:cubicBezTo>
                    <a:pt x="156" y="542"/>
                    <a:pt x="272" y="439"/>
                    <a:pt x="323" y="323"/>
                  </a:cubicBezTo>
                  <a:cubicBezTo>
                    <a:pt x="427" y="219"/>
                    <a:pt x="543" y="168"/>
                    <a:pt x="697" y="168"/>
                  </a:cubicBezTo>
                  <a:close/>
                  <a:moveTo>
                    <a:pt x="697" y="0"/>
                  </a:moveTo>
                  <a:cubicBezTo>
                    <a:pt x="323" y="0"/>
                    <a:pt x="1" y="323"/>
                    <a:pt x="1" y="697"/>
                  </a:cubicBezTo>
                  <a:cubicBezTo>
                    <a:pt x="1" y="1083"/>
                    <a:pt x="323" y="1406"/>
                    <a:pt x="697" y="1406"/>
                  </a:cubicBezTo>
                  <a:cubicBezTo>
                    <a:pt x="1071" y="1406"/>
                    <a:pt x="1394" y="1083"/>
                    <a:pt x="1394" y="697"/>
                  </a:cubicBezTo>
                  <a:cubicBezTo>
                    <a:pt x="1394" y="323"/>
                    <a:pt x="1071" y="0"/>
                    <a:pt x="69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116;p32">
              <a:extLst>
                <a:ext uri="{FF2B5EF4-FFF2-40B4-BE49-F238E27FC236}">
                  <a16:creationId xmlns:a16="http://schemas.microsoft.com/office/drawing/2014/main" id="{DBA7C48D-AA9D-E065-C4EA-70F065262B9F}"/>
                </a:ext>
              </a:extLst>
            </p:cNvPr>
            <p:cNvSpPr/>
            <p:nvPr/>
          </p:nvSpPr>
          <p:spPr>
            <a:xfrm>
              <a:off x="3525975" y="4948825"/>
              <a:ext cx="14875" cy="13250"/>
            </a:xfrm>
            <a:custGeom>
              <a:avLst/>
              <a:gdLst/>
              <a:ahLst/>
              <a:cxnLst/>
              <a:rect l="l" t="t" r="r" b="b"/>
              <a:pathLst>
                <a:path w="595" h="530" extrusionOk="0">
                  <a:moveTo>
                    <a:pt x="323" y="155"/>
                  </a:moveTo>
                  <a:cubicBezTo>
                    <a:pt x="375" y="155"/>
                    <a:pt x="375" y="207"/>
                    <a:pt x="375" y="259"/>
                  </a:cubicBezTo>
                  <a:cubicBezTo>
                    <a:pt x="375" y="323"/>
                    <a:pt x="375" y="375"/>
                    <a:pt x="323" y="375"/>
                  </a:cubicBezTo>
                  <a:cubicBezTo>
                    <a:pt x="272" y="375"/>
                    <a:pt x="207" y="323"/>
                    <a:pt x="207" y="259"/>
                  </a:cubicBezTo>
                  <a:cubicBezTo>
                    <a:pt x="207" y="207"/>
                    <a:pt x="272" y="155"/>
                    <a:pt x="323" y="155"/>
                  </a:cubicBezTo>
                  <a:close/>
                  <a:moveTo>
                    <a:pt x="323" y="1"/>
                  </a:moveTo>
                  <a:cubicBezTo>
                    <a:pt x="156" y="1"/>
                    <a:pt x="1" y="104"/>
                    <a:pt x="1" y="259"/>
                  </a:cubicBezTo>
                  <a:cubicBezTo>
                    <a:pt x="1" y="426"/>
                    <a:pt x="156" y="529"/>
                    <a:pt x="323" y="529"/>
                  </a:cubicBezTo>
                  <a:cubicBezTo>
                    <a:pt x="426" y="529"/>
                    <a:pt x="594" y="426"/>
                    <a:pt x="594" y="259"/>
                  </a:cubicBezTo>
                  <a:cubicBezTo>
                    <a:pt x="594" y="104"/>
                    <a:pt x="426" y="1"/>
                    <a:pt x="3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117;p32">
              <a:extLst>
                <a:ext uri="{FF2B5EF4-FFF2-40B4-BE49-F238E27FC236}">
                  <a16:creationId xmlns:a16="http://schemas.microsoft.com/office/drawing/2014/main" id="{0649BDEC-7D59-E9A4-D8D2-F9AAB529AED9}"/>
                </a:ext>
              </a:extLst>
            </p:cNvPr>
            <p:cNvSpPr/>
            <p:nvPr/>
          </p:nvSpPr>
          <p:spPr>
            <a:xfrm>
              <a:off x="3736800" y="5033300"/>
              <a:ext cx="264700" cy="102200"/>
            </a:xfrm>
            <a:custGeom>
              <a:avLst/>
              <a:gdLst/>
              <a:ahLst/>
              <a:cxnLst/>
              <a:rect l="l" t="t" r="r" b="b"/>
              <a:pathLst>
                <a:path w="10588" h="4088" extrusionOk="0">
                  <a:moveTo>
                    <a:pt x="10317" y="219"/>
                  </a:moveTo>
                  <a:lnTo>
                    <a:pt x="10317" y="3817"/>
                  </a:lnTo>
                  <a:lnTo>
                    <a:pt x="272" y="3817"/>
                  </a:lnTo>
                  <a:lnTo>
                    <a:pt x="272" y="219"/>
                  </a:lnTo>
                  <a:close/>
                  <a:moveTo>
                    <a:pt x="1" y="0"/>
                  </a:moveTo>
                  <a:lnTo>
                    <a:pt x="1" y="4088"/>
                  </a:lnTo>
                  <a:lnTo>
                    <a:pt x="10587" y="4088"/>
                  </a:lnTo>
                  <a:lnTo>
                    <a:pt x="10587" y="392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118;p32">
              <a:extLst>
                <a:ext uri="{FF2B5EF4-FFF2-40B4-BE49-F238E27FC236}">
                  <a16:creationId xmlns:a16="http://schemas.microsoft.com/office/drawing/2014/main" id="{53CC2DF6-99C9-7290-760B-FB6B83FB1231}"/>
                </a:ext>
              </a:extLst>
            </p:cNvPr>
            <p:cNvSpPr/>
            <p:nvPr/>
          </p:nvSpPr>
          <p:spPr>
            <a:xfrm>
              <a:off x="3653650" y="4777975"/>
              <a:ext cx="139600" cy="224400"/>
            </a:xfrm>
            <a:custGeom>
              <a:avLst/>
              <a:gdLst/>
              <a:ahLst/>
              <a:cxnLst/>
              <a:rect l="l" t="t" r="r" b="b"/>
              <a:pathLst>
                <a:path w="5584" h="8976" extrusionOk="0">
                  <a:moveTo>
                    <a:pt x="5042" y="220"/>
                  </a:moveTo>
                  <a:cubicBezTo>
                    <a:pt x="5210" y="220"/>
                    <a:pt x="5364" y="387"/>
                    <a:pt x="5364" y="542"/>
                  </a:cubicBezTo>
                  <a:lnTo>
                    <a:pt x="5364" y="8446"/>
                  </a:lnTo>
                  <a:cubicBezTo>
                    <a:pt x="5364" y="8601"/>
                    <a:pt x="5210" y="8769"/>
                    <a:pt x="5042" y="8769"/>
                  </a:cubicBezTo>
                  <a:lnTo>
                    <a:pt x="529" y="8769"/>
                  </a:lnTo>
                  <a:cubicBezTo>
                    <a:pt x="374" y="8769"/>
                    <a:pt x="206" y="8601"/>
                    <a:pt x="206" y="8446"/>
                  </a:cubicBezTo>
                  <a:lnTo>
                    <a:pt x="206" y="542"/>
                  </a:lnTo>
                  <a:cubicBezTo>
                    <a:pt x="206" y="387"/>
                    <a:pt x="374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06" y="1"/>
                    <a:pt x="0" y="220"/>
                    <a:pt x="0" y="542"/>
                  </a:cubicBezTo>
                  <a:lnTo>
                    <a:pt x="0" y="8446"/>
                  </a:lnTo>
                  <a:cubicBezTo>
                    <a:pt x="0" y="8769"/>
                    <a:pt x="206" y="8975"/>
                    <a:pt x="529" y="8975"/>
                  </a:cubicBezTo>
                  <a:lnTo>
                    <a:pt x="5042" y="8975"/>
                  </a:lnTo>
                  <a:cubicBezTo>
                    <a:pt x="5364" y="8975"/>
                    <a:pt x="5583" y="8769"/>
                    <a:pt x="5583" y="8446"/>
                  </a:cubicBezTo>
                  <a:lnTo>
                    <a:pt x="5583" y="542"/>
                  </a:lnTo>
                  <a:cubicBezTo>
                    <a:pt x="5583" y="220"/>
                    <a:pt x="5364" y="1"/>
                    <a:pt x="504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119;p32">
              <a:extLst>
                <a:ext uri="{FF2B5EF4-FFF2-40B4-BE49-F238E27FC236}">
                  <a16:creationId xmlns:a16="http://schemas.microsoft.com/office/drawing/2014/main" id="{40129882-3808-379E-6538-F42F281FF3F8}"/>
                </a:ext>
              </a:extLst>
            </p:cNvPr>
            <p:cNvSpPr/>
            <p:nvPr/>
          </p:nvSpPr>
          <p:spPr>
            <a:xfrm>
              <a:off x="3681675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20" y="220"/>
                  </a:moveTo>
                  <a:cubicBezTo>
                    <a:pt x="1187" y="220"/>
                    <a:pt x="1458" y="272"/>
                    <a:pt x="1613" y="439"/>
                  </a:cubicBezTo>
                  <a:cubicBezTo>
                    <a:pt x="1780" y="543"/>
                    <a:pt x="1987" y="594"/>
                    <a:pt x="2206" y="646"/>
                  </a:cubicBezTo>
                  <a:cubicBezTo>
                    <a:pt x="2425" y="710"/>
                    <a:pt x="2631" y="710"/>
                    <a:pt x="2851" y="710"/>
                  </a:cubicBezTo>
                  <a:cubicBezTo>
                    <a:pt x="3005" y="710"/>
                    <a:pt x="3121" y="710"/>
                    <a:pt x="3225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8" y="1884"/>
                  </a:cubicBezTo>
                  <a:cubicBezTo>
                    <a:pt x="2425" y="2154"/>
                    <a:pt x="2206" y="2528"/>
                    <a:pt x="1987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3" y="5649"/>
                    <a:pt x="2038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6" y="5920"/>
                    <a:pt x="543" y="5804"/>
                    <a:pt x="426" y="5700"/>
                  </a:cubicBezTo>
                  <a:cubicBezTo>
                    <a:pt x="323" y="5597"/>
                    <a:pt x="272" y="5430"/>
                    <a:pt x="272" y="5223"/>
                  </a:cubicBezTo>
                  <a:cubicBezTo>
                    <a:pt x="272" y="4901"/>
                    <a:pt x="375" y="4463"/>
                    <a:pt x="646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38" y="2051"/>
                    <a:pt x="2206" y="1832"/>
                    <a:pt x="2309" y="1729"/>
                  </a:cubicBezTo>
                  <a:cubicBezTo>
                    <a:pt x="2361" y="1613"/>
                    <a:pt x="2425" y="1561"/>
                    <a:pt x="2477" y="1561"/>
                  </a:cubicBezTo>
                  <a:lnTo>
                    <a:pt x="2477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7" y="1290"/>
                    <a:pt x="2425" y="1290"/>
                  </a:cubicBezTo>
                  <a:cubicBezTo>
                    <a:pt x="2425" y="1290"/>
                    <a:pt x="1884" y="1187"/>
                    <a:pt x="1342" y="1187"/>
                  </a:cubicBezTo>
                  <a:cubicBezTo>
                    <a:pt x="1136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26" y="594"/>
                  </a:cubicBezTo>
                  <a:cubicBezTo>
                    <a:pt x="491" y="439"/>
                    <a:pt x="543" y="388"/>
                    <a:pt x="646" y="323"/>
                  </a:cubicBezTo>
                  <a:cubicBezTo>
                    <a:pt x="749" y="272"/>
                    <a:pt x="865" y="220"/>
                    <a:pt x="1020" y="220"/>
                  </a:cubicBezTo>
                  <a:close/>
                  <a:moveTo>
                    <a:pt x="1020" y="1"/>
                  </a:moveTo>
                  <a:cubicBezTo>
                    <a:pt x="813" y="1"/>
                    <a:pt x="646" y="1"/>
                    <a:pt x="543" y="117"/>
                  </a:cubicBezTo>
                  <a:cubicBezTo>
                    <a:pt x="375" y="169"/>
                    <a:pt x="272" y="323"/>
                    <a:pt x="169" y="491"/>
                  </a:cubicBezTo>
                  <a:cubicBezTo>
                    <a:pt x="104" y="646"/>
                    <a:pt x="53" y="865"/>
                    <a:pt x="53" y="1033"/>
                  </a:cubicBezTo>
                  <a:cubicBezTo>
                    <a:pt x="53" y="1407"/>
                    <a:pt x="220" y="1729"/>
                    <a:pt x="220" y="1729"/>
                  </a:cubicBezTo>
                  <a:cubicBezTo>
                    <a:pt x="220" y="1780"/>
                    <a:pt x="272" y="1780"/>
                    <a:pt x="323" y="1780"/>
                  </a:cubicBezTo>
                  <a:cubicBezTo>
                    <a:pt x="375" y="1780"/>
                    <a:pt x="426" y="1780"/>
                    <a:pt x="426" y="1729"/>
                  </a:cubicBezTo>
                  <a:cubicBezTo>
                    <a:pt x="491" y="1677"/>
                    <a:pt x="491" y="1613"/>
                    <a:pt x="543" y="1613"/>
                  </a:cubicBezTo>
                  <a:cubicBezTo>
                    <a:pt x="646" y="1510"/>
                    <a:pt x="749" y="1510"/>
                    <a:pt x="865" y="1458"/>
                  </a:cubicBezTo>
                  <a:cubicBezTo>
                    <a:pt x="1020" y="1458"/>
                    <a:pt x="1187" y="1407"/>
                    <a:pt x="1342" y="1407"/>
                  </a:cubicBezTo>
                  <a:cubicBezTo>
                    <a:pt x="1613" y="1407"/>
                    <a:pt x="1884" y="1458"/>
                    <a:pt x="2038" y="1458"/>
                  </a:cubicBezTo>
                  <a:cubicBezTo>
                    <a:pt x="2103" y="1458"/>
                    <a:pt x="2154" y="1510"/>
                    <a:pt x="2154" y="1510"/>
                  </a:cubicBezTo>
                  <a:cubicBezTo>
                    <a:pt x="1832" y="1884"/>
                    <a:pt x="968" y="2851"/>
                    <a:pt x="426" y="3818"/>
                  </a:cubicBezTo>
                  <a:cubicBezTo>
                    <a:pt x="169" y="4359"/>
                    <a:pt x="1" y="4836"/>
                    <a:pt x="1" y="5223"/>
                  </a:cubicBezTo>
                  <a:cubicBezTo>
                    <a:pt x="1" y="5430"/>
                    <a:pt x="104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71" y="6242"/>
                    <a:pt x="1239" y="6242"/>
                  </a:cubicBezTo>
                  <a:cubicBezTo>
                    <a:pt x="1613" y="6242"/>
                    <a:pt x="1935" y="6074"/>
                    <a:pt x="2103" y="5971"/>
                  </a:cubicBezTo>
                  <a:cubicBezTo>
                    <a:pt x="2309" y="5804"/>
                    <a:pt x="2425" y="5649"/>
                    <a:pt x="2425" y="5649"/>
                  </a:cubicBezTo>
                  <a:lnTo>
                    <a:pt x="2425" y="5481"/>
                  </a:lnTo>
                  <a:cubicBezTo>
                    <a:pt x="2038" y="5159"/>
                    <a:pt x="1935" y="4733"/>
                    <a:pt x="1935" y="4256"/>
                  </a:cubicBezTo>
                  <a:cubicBezTo>
                    <a:pt x="1935" y="3869"/>
                    <a:pt x="2038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9" y="917"/>
                    <a:pt x="3599" y="646"/>
                  </a:cubicBezTo>
                  <a:lnTo>
                    <a:pt x="3599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5" y="439"/>
                  </a:cubicBezTo>
                  <a:lnTo>
                    <a:pt x="2851" y="439"/>
                  </a:lnTo>
                  <a:cubicBezTo>
                    <a:pt x="2631" y="439"/>
                    <a:pt x="2477" y="439"/>
                    <a:pt x="2258" y="388"/>
                  </a:cubicBezTo>
                  <a:cubicBezTo>
                    <a:pt x="2038" y="388"/>
                    <a:pt x="1884" y="272"/>
                    <a:pt x="1780" y="220"/>
                  </a:cubicBezTo>
                  <a:cubicBezTo>
                    <a:pt x="1561" y="65"/>
                    <a:pt x="1239" y="1"/>
                    <a:pt x="102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120;p32">
              <a:extLst>
                <a:ext uri="{FF2B5EF4-FFF2-40B4-BE49-F238E27FC236}">
                  <a16:creationId xmlns:a16="http://schemas.microsoft.com/office/drawing/2014/main" id="{F20A1B33-5980-32EB-9762-F8A1B6217DC5}"/>
                </a:ext>
              </a:extLst>
            </p:cNvPr>
            <p:cNvSpPr/>
            <p:nvPr/>
          </p:nvSpPr>
          <p:spPr>
            <a:xfrm>
              <a:off x="3798700" y="4777975"/>
              <a:ext cx="140900" cy="224400"/>
            </a:xfrm>
            <a:custGeom>
              <a:avLst/>
              <a:gdLst/>
              <a:ahLst/>
              <a:cxnLst/>
              <a:rect l="l" t="t" r="r" b="b"/>
              <a:pathLst>
                <a:path w="5636" h="8976" extrusionOk="0">
                  <a:moveTo>
                    <a:pt x="5094" y="220"/>
                  </a:moveTo>
                  <a:cubicBezTo>
                    <a:pt x="5262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62" y="8769"/>
                    <a:pt x="5094" y="8769"/>
                  </a:cubicBezTo>
                  <a:lnTo>
                    <a:pt x="529" y="8769"/>
                  </a:lnTo>
                  <a:cubicBezTo>
                    <a:pt x="375" y="8769"/>
                    <a:pt x="259" y="8601"/>
                    <a:pt x="259" y="8446"/>
                  </a:cubicBezTo>
                  <a:lnTo>
                    <a:pt x="259" y="542"/>
                  </a:lnTo>
                  <a:cubicBezTo>
                    <a:pt x="259" y="387"/>
                    <a:pt x="375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59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59" y="8975"/>
                    <a:pt x="529" y="8975"/>
                  </a:cubicBezTo>
                  <a:lnTo>
                    <a:pt x="5094" y="8975"/>
                  </a:lnTo>
                  <a:cubicBezTo>
                    <a:pt x="5365" y="8975"/>
                    <a:pt x="5636" y="8769"/>
                    <a:pt x="5636" y="8446"/>
                  </a:cubicBezTo>
                  <a:lnTo>
                    <a:pt x="5636" y="542"/>
                  </a:lnTo>
                  <a:cubicBezTo>
                    <a:pt x="5636" y="220"/>
                    <a:pt x="5365" y="1"/>
                    <a:pt x="509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121;p32">
              <a:extLst>
                <a:ext uri="{FF2B5EF4-FFF2-40B4-BE49-F238E27FC236}">
                  <a16:creationId xmlns:a16="http://schemas.microsoft.com/office/drawing/2014/main" id="{CC4E8925-4334-5EC0-CCC2-6EE7D2011051}"/>
                </a:ext>
              </a:extLst>
            </p:cNvPr>
            <p:cNvSpPr/>
            <p:nvPr/>
          </p:nvSpPr>
          <p:spPr>
            <a:xfrm>
              <a:off x="3828050" y="4810200"/>
              <a:ext cx="89950" cy="156050"/>
            </a:xfrm>
            <a:custGeom>
              <a:avLst/>
              <a:gdLst/>
              <a:ahLst/>
              <a:cxnLst/>
              <a:rect l="l" t="t" r="r" b="b"/>
              <a:pathLst>
                <a:path w="3598" h="6242" extrusionOk="0">
                  <a:moveTo>
                    <a:pt x="967" y="220"/>
                  </a:moveTo>
                  <a:cubicBezTo>
                    <a:pt x="1186" y="220"/>
                    <a:pt x="1406" y="272"/>
                    <a:pt x="1612" y="439"/>
                  </a:cubicBezTo>
                  <a:cubicBezTo>
                    <a:pt x="1780" y="543"/>
                    <a:pt x="1986" y="594"/>
                    <a:pt x="2205" y="646"/>
                  </a:cubicBezTo>
                  <a:cubicBezTo>
                    <a:pt x="2424" y="710"/>
                    <a:pt x="2631" y="710"/>
                    <a:pt x="2850" y="710"/>
                  </a:cubicBezTo>
                  <a:cubicBezTo>
                    <a:pt x="2953" y="710"/>
                    <a:pt x="3121" y="710"/>
                    <a:pt x="3224" y="646"/>
                  </a:cubicBezTo>
                  <a:lnTo>
                    <a:pt x="3340" y="646"/>
                  </a:lnTo>
                  <a:cubicBezTo>
                    <a:pt x="3340" y="865"/>
                    <a:pt x="3275" y="1290"/>
                    <a:pt x="2695" y="1884"/>
                  </a:cubicBezTo>
                  <a:cubicBezTo>
                    <a:pt x="2424" y="2154"/>
                    <a:pt x="2154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780" y="5223"/>
                    <a:pt x="2154" y="5597"/>
                  </a:cubicBezTo>
                  <a:cubicBezTo>
                    <a:pt x="2102" y="5649"/>
                    <a:pt x="2050" y="5700"/>
                    <a:pt x="1934" y="5752"/>
                  </a:cubicBezTo>
                  <a:cubicBezTo>
                    <a:pt x="1780" y="5868"/>
                    <a:pt x="1509" y="5971"/>
                    <a:pt x="1186" y="5971"/>
                  </a:cubicBezTo>
                  <a:lnTo>
                    <a:pt x="864" y="5971"/>
                  </a:lnTo>
                  <a:cubicBezTo>
                    <a:pt x="645" y="5920"/>
                    <a:pt x="490" y="5804"/>
                    <a:pt x="374" y="5700"/>
                  </a:cubicBezTo>
                  <a:cubicBezTo>
                    <a:pt x="271" y="5597"/>
                    <a:pt x="219" y="5430"/>
                    <a:pt x="219" y="5223"/>
                  </a:cubicBezTo>
                  <a:cubicBezTo>
                    <a:pt x="219" y="4901"/>
                    <a:pt x="374" y="4463"/>
                    <a:pt x="645" y="3985"/>
                  </a:cubicBezTo>
                  <a:cubicBezTo>
                    <a:pt x="967" y="3341"/>
                    <a:pt x="1406" y="2696"/>
                    <a:pt x="1831" y="2258"/>
                  </a:cubicBezTo>
                  <a:cubicBezTo>
                    <a:pt x="1986" y="2051"/>
                    <a:pt x="2154" y="1832"/>
                    <a:pt x="2257" y="1729"/>
                  </a:cubicBezTo>
                  <a:cubicBezTo>
                    <a:pt x="2373" y="1613"/>
                    <a:pt x="2424" y="1561"/>
                    <a:pt x="2424" y="1561"/>
                  </a:cubicBezTo>
                  <a:lnTo>
                    <a:pt x="2476" y="1510"/>
                  </a:lnTo>
                  <a:cubicBezTo>
                    <a:pt x="2527" y="1458"/>
                    <a:pt x="2527" y="1407"/>
                    <a:pt x="2527" y="1355"/>
                  </a:cubicBezTo>
                  <a:cubicBezTo>
                    <a:pt x="2476" y="1355"/>
                    <a:pt x="2476" y="1290"/>
                    <a:pt x="2424" y="1290"/>
                  </a:cubicBezTo>
                  <a:cubicBezTo>
                    <a:pt x="2424" y="1290"/>
                    <a:pt x="1883" y="1187"/>
                    <a:pt x="1341" y="1187"/>
                  </a:cubicBezTo>
                  <a:cubicBezTo>
                    <a:pt x="1083" y="1187"/>
                    <a:pt x="864" y="1187"/>
                    <a:pt x="645" y="1239"/>
                  </a:cubicBezTo>
                  <a:cubicBezTo>
                    <a:pt x="542" y="1290"/>
                    <a:pt x="439" y="1355"/>
                    <a:pt x="374" y="1407"/>
                  </a:cubicBezTo>
                  <a:lnTo>
                    <a:pt x="322" y="1407"/>
                  </a:lnTo>
                  <a:cubicBezTo>
                    <a:pt x="322" y="1290"/>
                    <a:pt x="271" y="1187"/>
                    <a:pt x="322" y="1033"/>
                  </a:cubicBezTo>
                  <a:cubicBezTo>
                    <a:pt x="322" y="865"/>
                    <a:pt x="322" y="710"/>
                    <a:pt x="374" y="594"/>
                  </a:cubicBezTo>
                  <a:cubicBezTo>
                    <a:pt x="439" y="439"/>
                    <a:pt x="542" y="388"/>
                    <a:pt x="593" y="323"/>
                  </a:cubicBezTo>
                  <a:cubicBezTo>
                    <a:pt x="696" y="272"/>
                    <a:pt x="864" y="220"/>
                    <a:pt x="967" y="220"/>
                  </a:cubicBezTo>
                  <a:close/>
                  <a:moveTo>
                    <a:pt x="967" y="1"/>
                  </a:moveTo>
                  <a:cubicBezTo>
                    <a:pt x="812" y="1"/>
                    <a:pt x="645" y="1"/>
                    <a:pt x="490" y="117"/>
                  </a:cubicBezTo>
                  <a:cubicBezTo>
                    <a:pt x="374" y="169"/>
                    <a:pt x="219" y="323"/>
                    <a:pt x="168" y="491"/>
                  </a:cubicBezTo>
                  <a:cubicBezTo>
                    <a:pt x="52" y="646"/>
                    <a:pt x="52" y="865"/>
                    <a:pt x="52" y="1033"/>
                  </a:cubicBezTo>
                  <a:cubicBezTo>
                    <a:pt x="52" y="1407"/>
                    <a:pt x="168" y="1729"/>
                    <a:pt x="168" y="1729"/>
                  </a:cubicBezTo>
                  <a:cubicBezTo>
                    <a:pt x="219" y="1780"/>
                    <a:pt x="271" y="1780"/>
                    <a:pt x="322" y="1780"/>
                  </a:cubicBezTo>
                  <a:cubicBezTo>
                    <a:pt x="322" y="1780"/>
                    <a:pt x="374" y="1780"/>
                    <a:pt x="439" y="1729"/>
                  </a:cubicBezTo>
                  <a:cubicBezTo>
                    <a:pt x="439" y="1677"/>
                    <a:pt x="490" y="1613"/>
                    <a:pt x="542" y="1613"/>
                  </a:cubicBezTo>
                  <a:cubicBezTo>
                    <a:pt x="593" y="1510"/>
                    <a:pt x="696" y="1510"/>
                    <a:pt x="864" y="1458"/>
                  </a:cubicBezTo>
                  <a:cubicBezTo>
                    <a:pt x="1019" y="1458"/>
                    <a:pt x="1186" y="1407"/>
                    <a:pt x="1341" y="1407"/>
                  </a:cubicBezTo>
                  <a:cubicBezTo>
                    <a:pt x="1560" y="1407"/>
                    <a:pt x="1831" y="1458"/>
                    <a:pt x="2050" y="1458"/>
                  </a:cubicBezTo>
                  <a:cubicBezTo>
                    <a:pt x="2102" y="1458"/>
                    <a:pt x="2102" y="1510"/>
                    <a:pt x="2154" y="1510"/>
                  </a:cubicBezTo>
                  <a:cubicBezTo>
                    <a:pt x="1780" y="1884"/>
                    <a:pt x="967" y="2851"/>
                    <a:pt x="439" y="3818"/>
                  </a:cubicBezTo>
                  <a:cubicBezTo>
                    <a:pt x="116" y="4359"/>
                    <a:pt x="0" y="4836"/>
                    <a:pt x="0" y="5223"/>
                  </a:cubicBezTo>
                  <a:cubicBezTo>
                    <a:pt x="0" y="5430"/>
                    <a:pt x="52" y="5700"/>
                    <a:pt x="219" y="5868"/>
                  </a:cubicBezTo>
                  <a:cubicBezTo>
                    <a:pt x="322" y="6023"/>
                    <a:pt x="542" y="6126"/>
                    <a:pt x="812" y="6190"/>
                  </a:cubicBezTo>
                  <a:cubicBezTo>
                    <a:pt x="916" y="6242"/>
                    <a:pt x="1083" y="6242"/>
                    <a:pt x="1186" y="6242"/>
                  </a:cubicBezTo>
                  <a:cubicBezTo>
                    <a:pt x="1612" y="6242"/>
                    <a:pt x="1883" y="6074"/>
                    <a:pt x="2102" y="5971"/>
                  </a:cubicBezTo>
                  <a:cubicBezTo>
                    <a:pt x="2308" y="5804"/>
                    <a:pt x="2373" y="5649"/>
                    <a:pt x="2373" y="5649"/>
                  </a:cubicBezTo>
                  <a:cubicBezTo>
                    <a:pt x="2424" y="5597"/>
                    <a:pt x="2424" y="5546"/>
                    <a:pt x="2373" y="5481"/>
                  </a:cubicBezTo>
                  <a:cubicBezTo>
                    <a:pt x="2050" y="5159"/>
                    <a:pt x="1883" y="4733"/>
                    <a:pt x="1883" y="4256"/>
                  </a:cubicBezTo>
                  <a:cubicBezTo>
                    <a:pt x="1883" y="3869"/>
                    <a:pt x="1986" y="3444"/>
                    <a:pt x="2205" y="3070"/>
                  </a:cubicBezTo>
                  <a:cubicBezTo>
                    <a:pt x="2373" y="2644"/>
                    <a:pt x="2631" y="2322"/>
                    <a:pt x="2901" y="2051"/>
                  </a:cubicBezTo>
                  <a:cubicBezTo>
                    <a:pt x="3495" y="1458"/>
                    <a:pt x="3598" y="917"/>
                    <a:pt x="3598" y="646"/>
                  </a:cubicBezTo>
                  <a:cubicBezTo>
                    <a:pt x="3598" y="543"/>
                    <a:pt x="3546" y="439"/>
                    <a:pt x="3546" y="439"/>
                  </a:cubicBezTo>
                  <a:cubicBezTo>
                    <a:pt x="3546" y="439"/>
                    <a:pt x="3546" y="388"/>
                    <a:pt x="3495" y="388"/>
                  </a:cubicBezTo>
                  <a:lnTo>
                    <a:pt x="3391" y="388"/>
                  </a:lnTo>
                  <a:cubicBezTo>
                    <a:pt x="3340" y="388"/>
                    <a:pt x="3275" y="439"/>
                    <a:pt x="3172" y="439"/>
                  </a:cubicBezTo>
                  <a:lnTo>
                    <a:pt x="2850" y="439"/>
                  </a:lnTo>
                  <a:cubicBezTo>
                    <a:pt x="2631" y="439"/>
                    <a:pt x="2424" y="439"/>
                    <a:pt x="2205" y="388"/>
                  </a:cubicBezTo>
                  <a:cubicBezTo>
                    <a:pt x="2050" y="388"/>
                    <a:pt x="1883" y="272"/>
                    <a:pt x="1728" y="220"/>
                  </a:cubicBezTo>
                  <a:cubicBezTo>
                    <a:pt x="1509" y="65"/>
                    <a:pt x="1238" y="1"/>
                    <a:pt x="96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122;p32">
              <a:extLst>
                <a:ext uri="{FF2B5EF4-FFF2-40B4-BE49-F238E27FC236}">
                  <a16:creationId xmlns:a16="http://schemas.microsoft.com/office/drawing/2014/main" id="{6DD4F1BF-12A7-1433-CEE1-2EFF4FD9346D}"/>
                </a:ext>
              </a:extLst>
            </p:cNvPr>
            <p:cNvSpPr/>
            <p:nvPr/>
          </p:nvSpPr>
          <p:spPr>
            <a:xfrm>
              <a:off x="3945050" y="4777975"/>
              <a:ext cx="139625" cy="224400"/>
            </a:xfrm>
            <a:custGeom>
              <a:avLst/>
              <a:gdLst/>
              <a:ahLst/>
              <a:cxnLst/>
              <a:rect l="l" t="t" r="r" b="b"/>
              <a:pathLst>
                <a:path w="5585" h="8976" extrusionOk="0">
                  <a:moveTo>
                    <a:pt x="5043" y="220"/>
                  </a:moveTo>
                  <a:cubicBezTo>
                    <a:pt x="5210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10" y="8769"/>
                    <a:pt x="5043" y="8769"/>
                  </a:cubicBezTo>
                  <a:lnTo>
                    <a:pt x="530" y="8769"/>
                  </a:lnTo>
                  <a:cubicBezTo>
                    <a:pt x="375" y="8769"/>
                    <a:pt x="207" y="8601"/>
                    <a:pt x="207" y="8446"/>
                  </a:cubicBezTo>
                  <a:lnTo>
                    <a:pt x="207" y="542"/>
                  </a:lnTo>
                  <a:cubicBezTo>
                    <a:pt x="207" y="387"/>
                    <a:pt x="375" y="220"/>
                    <a:pt x="530" y="220"/>
                  </a:cubicBezTo>
                  <a:close/>
                  <a:moveTo>
                    <a:pt x="530" y="1"/>
                  </a:moveTo>
                  <a:cubicBezTo>
                    <a:pt x="207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07" y="8975"/>
                    <a:pt x="530" y="8975"/>
                  </a:cubicBezTo>
                  <a:lnTo>
                    <a:pt x="5043" y="8975"/>
                  </a:lnTo>
                  <a:cubicBezTo>
                    <a:pt x="5365" y="8975"/>
                    <a:pt x="5584" y="8769"/>
                    <a:pt x="5584" y="8446"/>
                  </a:cubicBezTo>
                  <a:lnTo>
                    <a:pt x="5584" y="542"/>
                  </a:lnTo>
                  <a:cubicBezTo>
                    <a:pt x="5584" y="220"/>
                    <a:pt x="5365" y="1"/>
                    <a:pt x="504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123;p32">
              <a:extLst>
                <a:ext uri="{FF2B5EF4-FFF2-40B4-BE49-F238E27FC236}">
                  <a16:creationId xmlns:a16="http://schemas.microsoft.com/office/drawing/2014/main" id="{7767039A-96C9-C7AC-E73E-D5929CCE15B7}"/>
                </a:ext>
              </a:extLst>
            </p:cNvPr>
            <p:cNvSpPr/>
            <p:nvPr/>
          </p:nvSpPr>
          <p:spPr>
            <a:xfrm>
              <a:off x="3973100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19" y="220"/>
                  </a:moveTo>
                  <a:cubicBezTo>
                    <a:pt x="1187" y="220"/>
                    <a:pt x="1458" y="272"/>
                    <a:pt x="1612" y="439"/>
                  </a:cubicBezTo>
                  <a:cubicBezTo>
                    <a:pt x="1780" y="543"/>
                    <a:pt x="1986" y="594"/>
                    <a:pt x="2206" y="646"/>
                  </a:cubicBezTo>
                  <a:cubicBezTo>
                    <a:pt x="2425" y="710"/>
                    <a:pt x="2631" y="710"/>
                    <a:pt x="2850" y="710"/>
                  </a:cubicBezTo>
                  <a:cubicBezTo>
                    <a:pt x="3018" y="710"/>
                    <a:pt x="3121" y="710"/>
                    <a:pt x="3224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7" y="1884"/>
                  </a:cubicBezTo>
                  <a:cubicBezTo>
                    <a:pt x="2425" y="2154"/>
                    <a:pt x="2206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2" y="5649"/>
                    <a:pt x="2051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5" y="5920"/>
                    <a:pt x="542" y="5804"/>
                    <a:pt x="439" y="5700"/>
                  </a:cubicBezTo>
                  <a:cubicBezTo>
                    <a:pt x="323" y="5597"/>
                    <a:pt x="271" y="5430"/>
                    <a:pt x="271" y="5223"/>
                  </a:cubicBezTo>
                  <a:cubicBezTo>
                    <a:pt x="271" y="4901"/>
                    <a:pt x="375" y="4463"/>
                    <a:pt x="645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51" y="2051"/>
                    <a:pt x="2206" y="1832"/>
                    <a:pt x="2309" y="1729"/>
                  </a:cubicBezTo>
                  <a:cubicBezTo>
                    <a:pt x="2373" y="1613"/>
                    <a:pt x="2425" y="1561"/>
                    <a:pt x="2476" y="1561"/>
                  </a:cubicBezTo>
                  <a:lnTo>
                    <a:pt x="2476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6" y="1290"/>
                    <a:pt x="2425" y="1290"/>
                  </a:cubicBezTo>
                  <a:cubicBezTo>
                    <a:pt x="2425" y="1290"/>
                    <a:pt x="1883" y="1187"/>
                    <a:pt x="1342" y="1187"/>
                  </a:cubicBezTo>
                  <a:cubicBezTo>
                    <a:pt x="1135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39" y="594"/>
                  </a:cubicBezTo>
                  <a:cubicBezTo>
                    <a:pt x="491" y="439"/>
                    <a:pt x="542" y="388"/>
                    <a:pt x="645" y="323"/>
                  </a:cubicBezTo>
                  <a:cubicBezTo>
                    <a:pt x="761" y="272"/>
                    <a:pt x="865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13" y="1"/>
                    <a:pt x="645" y="1"/>
                    <a:pt x="542" y="117"/>
                  </a:cubicBezTo>
                  <a:cubicBezTo>
                    <a:pt x="375" y="169"/>
                    <a:pt x="271" y="323"/>
                    <a:pt x="168" y="491"/>
                  </a:cubicBezTo>
                  <a:cubicBezTo>
                    <a:pt x="117" y="646"/>
                    <a:pt x="52" y="865"/>
                    <a:pt x="52" y="1033"/>
                  </a:cubicBezTo>
                  <a:cubicBezTo>
                    <a:pt x="52" y="1407"/>
                    <a:pt x="220" y="1729"/>
                    <a:pt x="220" y="1729"/>
                  </a:cubicBezTo>
                  <a:cubicBezTo>
                    <a:pt x="220" y="1780"/>
                    <a:pt x="271" y="1780"/>
                    <a:pt x="323" y="1780"/>
                  </a:cubicBezTo>
                  <a:cubicBezTo>
                    <a:pt x="375" y="1780"/>
                    <a:pt x="439" y="1780"/>
                    <a:pt x="439" y="1729"/>
                  </a:cubicBezTo>
                  <a:cubicBezTo>
                    <a:pt x="491" y="1677"/>
                    <a:pt x="491" y="1613"/>
                    <a:pt x="542" y="1613"/>
                  </a:cubicBezTo>
                  <a:cubicBezTo>
                    <a:pt x="645" y="1510"/>
                    <a:pt x="761" y="1510"/>
                    <a:pt x="865" y="1458"/>
                  </a:cubicBezTo>
                  <a:cubicBezTo>
                    <a:pt x="1019" y="1458"/>
                    <a:pt x="1187" y="1407"/>
                    <a:pt x="1342" y="1407"/>
                  </a:cubicBezTo>
                  <a:cubicBezTo>
                    <a:pt x="1612" y="1407"/>
                    <a:pt x="1883" y="1458"/>
                    <a:pt x="2102" y="1458"/>
                  </a:cubicBezTo>
                  <a:lnTo>
                    <a:pt x="2154" y="1510"/>
                  </a:lnTo>
                  <a:cubicBezTo>
                    <a:pt x="1832" y="1884"/>
                    <a:pt x="968" y="2851"/>
                    <a:pt x="439" y="3818"/>
                  </a:cubicBezTo>
                  <a:cubicBezTo>
                    <a:pt x="168" y="4359"/>
                    <a:pt x="1" y="4836"/>
                    <a:pt x="1" y="5223"/>
                  </a:cubicBezTo>
                  <a:cubicBezTo>
                    <a:pt x="1" y="5430"/>
                    <a:pt x="117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84" y="6242"/>
                    <a:pt x="1239" y="6242"/>
                  </a:cubicBezTo>
                  <a:cubicBezTo>
                    <a:pt x="1612" y="6242"/>
                    <a:pt x="1935" y="6074"/>
                    <a:pt x="2102" y="5971"/>
                  </a:cubicBezTo>
                  <a:cubicBezTo>
                    <a:pt x="2309" y="5804"/>
                    <a:pt x="2425" y="5649"/>
                    <a:pt x="2425" y="5649"/>
                  </a:cubicBezTo>
                  <a:cubicBezTo>
                    <a:pt x="2476" y="5597"/>
                    <a:pt x="2425" y="5546"/>
                    <a:pt x="2425" y="5481"/>
                  </a:cubicBezTo>
                  <a:cubicBezTo>
                    <a:pt x="2051" y="5159"/>
                    <a:pt x="1935" y="4733"/>
                    <a:pt x="1935" y="4256"/>
                  </a:cubicBezTo>
                  <a:cubicBezTo>
                    <a:pt x="1935" y="3869"/>
                    <a:pt x="2051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8" y="917"/>
                    <a:pt x="3598" y="646"/>
                  </a:cubicBezTo>
                  <a:lnTo>
                    <a:pt x="3598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4" y="439"/>
                  </a:cubicBezTo>
                  <a:lnTo>
                    <a:pt x="2850" y="439"/>
                  </a:lnTo>
                  <a:cubicBezTo>
                    <a:pt x="2696" y="439"/>
                    <a:pt x="2476" y="439"/>
                    <a:pt x="2257" y="388"/>
                  </a:cubicBezTo>
                  <a:cubicBezTo>
                    <a:pt x="2051" y="388"/>
                    <a:pt x="1883" y="272"/>
                    <a:pt x="1780" y="220"/>
                  </a:cubicBezTo>
                  <a:cubicBezTo>
                    <a:pt x="1561" y="65"/>
                    <a:pt x="1239" y="1"/>
                    <a:pt x="101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124;p32">
              <a:extLst>
                <a:ext uri="{FF2B5EF4-FFF2-40B4-BE49-F238E27FC236}">
                  <a16:creationId xmlns:a16="http://schemas.microsoft.com/office/drawing/2014/main" id="{7B31499D-163C-A4D7-3919-F591152BE8A9}"/>
                </a:ext>
              </a:extLst>
            </p:cNvPr>
            <p:cNvSpPr/>
            <p:nvPr/>
          </p:nvSpPr>
          <p:spPr>
            <a:xfrm>
              <a:off x="3520500" y="4741875"/>
              <a:ext cx="9375" cy="25475"/>
            </a:xfrm>
            <a:custGeom>
              <a:avLst/>
              <a:gdLst/>
              <a:ahLst/>
              <a:cxnLst/>
              <a:rect l="l" t="t" r="r" b="b"/>
              <a:pathLst>
                <a:path w="375" h="1019" extrusionOk="0">
                  <a:moveTo>
                    <a:pt x="168" y="0"/>
                  </a:moveTo>
                  <a:cubicBezTo>
                    <a:pt x="52" y="0"/>
                    <a:pt x="1" y="103"/>
                    <a:pt x="1" y="155"/>
                  </a:cubicBezTo>
                  <a:lnTo>
                    <a:pt x="1" y="864"/>
                  </a:lnTo>
                  <a:cubicBezTo>
                    <a:pt x="1" y="967"/>
                    <a:pt x="52" y="1019"/>
                    <a:pt x="168" y="1019"/>
                  </a:cubicBezTo>
                  <a:cubicBezTo>
                    <a:pt x="271" y="1019"/>
                    <a:pt x="375" y="967"/>
                    <a:pt x="375" y="864"/>
                  </a:cubicBezTo>
                  <a:lnTo>
                    <a:pt x="375" y="155"/>
                  </a:lnTo>
                  <a:cubicBezTo>
                    <a:pt x="375" y="103"/>
                    <a:pt x="271" y="0"/>
                    <a:pt x="16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125;p32">
              <a:extLst>
                <a:ext uri="{FF2B5EF4-FFF2-40B4-BE49-F238E27FC236}">
                  <a16:creationId xmlns:a16="http://schemas.microsoft.com/office/drawing/2014/main" id="{1197BADE-0A26-9569-3430-F70796EFC5A5}"/>
                </a:ext>
              </a:extLst>
            </p:cNvPr>
            <p:cNvSpPr/>
            <p:nvPr/>
          </p:nvSpPr>
          <p:spPr>
            <a:xfrm>
              <a:off x="3520500" y="4702875"/>
              <a:ext cx="17425" cy="26775"/>
            </a:xfrm>
            <a:custGeom>
              <a:avLst/>
              <a:gdLst/>
              <a:ahLst/>
              <a:cxnLst/>
              <a:rect l="l" t="t" r="r" b="b"/>
              <a:pathLst>
                <a:path w="697" h="1071" extrusionOk="0">
                  <a:moveTo>
                    <a:pt x="491" y="0"/>
                  </a:moveTo>
                  <a:cubicBezTo>
                    <a:pt x="375" y="0"/>
                    <a:pt x="323" y="52"/>
                    <a:pt x="220" y="103"/>
                  </a:cubicBezTo>
                  <a:cubicBezTo>
                    <a:pt x="104" y="168"/>
                    <a:pt x="52" y="271"/>
                    <a:pt x="52" y="322"/>
                  </a:cubicBezTo>
                  <a:cubicBezTo>
                    <a:pt x="1" y="374"/>
                    <a:pt x="1" y="426"/>
                    <a:pt x="1" y="426"/>
                  </a:cubicBezTo>
                  <a:lnTo>
                    <a:pt x="1" y="490"/>
                  </a:lnTo>
                  <a:lnTo>
                    <a:pt x="1" y="916"/>
                  </a:lnTo>
                  <a:cubicBezTo>
                    <a:pt x="1" y="1019"/>
                    <a:pt x="52" y="1070"/>
                    <a:pt x="168" y="1070"/>
                  </a:cubicBezTo>
                  <a:cubicBezTo>
                    <a:pt x="271" y="1070"/>
                    <a:pt x="375" y="1019"/>
                    <a:pt x="375" y="916"/>
                  </a:cubicBezTo>
                  <a:lnTo>
                    <a:pt x="375" y="542"/>
                  </a:lnTo>
                  <a:cubicBezTo>
                    <a:pt x="375" y="490"/>
                    <a:pt x="375" y="426"/>
                    <a:pt x="426" y="426"/>
                  </a:cubicBezTo>
                  <a:lnTo>
                    <a:pt x="426" y="374"/>
                  </a:lnTo>
                  <a:lnTo>
                    <a:pt x="491" y="374"/>
                  </a:lnTo>
                  <a:cubicBezTo>
                    <a:pt x="594" y="374"/>
                    <a:pt x="697" y="271"/>
                    <a:pt x="697" y="168"/>
                  </a:cubicBezTo>
                  <a:cubicBezTo>
                    <a:pt x="697" y="103"/>
                    <a:pt x="594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126;p32">
              <a:extLst>
                <a:ext uri="{FF2B5EF4-FFF2-40B4-BE49-F238E27FC236}">
                  <a16:creationId xmlns:a16="http://schemas.microsoft.com/office/drawing/2014/main" id="{72D710AE-89A4-8C02-F10A-9F7E036F6A1F}"/>
                </a:ext>
              </a:extLst>
            </p:cNvPr>
            <p:cNvSpPr/>
            <p:nvPr/>
          </p:nvSpPr>
          <p:spPr>
            <a:xfrm>
              <a:off x="3490850" y="5053250"/>
              <a:ext cx="12275" cy="20600"/>
            </a:xfrm>
            <a:custGeom>
              <a:avLst/>
              <a:gdLst/>
              <a:ahLst/>
              <a:cxnLst/>
              <a:rect l="l" t="t" r="r" b="b"/>
              <a:pathLst>
                <a:path w="491" h="824" extrusionOk="0">
                  <a:moveTo>
                    <a:pt x="31" y="1"/>
                  </a:moveTo>
                  <a:cubicBezTo>
                    <a:pt x="20" y="1"/>
                    <a:pt x="10" y="5"/>
                    <a:pt x="0" y="14"/>
                  </a:cubicBezTo>
                  <a:cubicBezTo>
                    <a:pt x="0" y="14"/>
                    <a:pt x="65" y="169"/>
                    <a:pt x="168" y="440"/>
                  </a:cubicBezTo>
                  <a:cubicBezTo>
                    <a:pt x="303" y="676"/>
                    <a:pt x="408" y="824"/>
                    <a:pt x="433" y="824"/>
                  </a:cubicBezTo>
                  <a:cubicBezTo>
                    <a:pt x="437" y="824"/>
                    <a:pt x="439" y="821"/>
                    <a:pt x="439" y="814"/>
                  </a:cubicBezTo>
                  <a:cubicBezTo>
                    <a:pt x="490" y="814"/>
                    <a:pt x="439" y="659"/>
                    <a:pt x="271" y="388"/>
                  </a:cubicBezTo>
                  <a:cubicBezTo>
                    <a:pt x="183" y="157"/>
                    <a:pt x="95" y="1"/>
                    <a:pt x="31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127;p32">
              <a:extLst>
                <a:ext uri="{FF2B5EF4-FFF2-40B4-BE49-F238E27FC236}">
                  <a16:creationId xmlns:a16="http://schemas.microsoft.com/office/drawing/2014/main" id="{7B7BAADD-E6D3-1EF2-531F-DEE105BC693C}"/>
                </a:ext>
              </a:extLst>
            </p:cNvPr>
            <p:cNvSpPr/>
            <p:nvPr/>
          </p:nvSpPr>
          <p:spPr>
            <a:xfrm>
              <a:off x="3558225" y="5002350"/>
              <a:ext cx="47075" cy="48375"/>
            </a:xfrm>
            <a:custGeom>
              <a:avLst/>
              <a:gdLst/>
              <a:ahLst/>
              <a:cxnLst/>
              <a:rect l="l" t="t" r="r" b="b"/>
              <a:pathLst>
                <a:path w="1883" h="1935" extrusionOk="0">
                  <a:moveTo>
                    <a:pt x="967" y="219"/>
                  </a:moveTo>
                  <a:cubicBezTo>
                    <a:pt x="1019" y="219"/>
                    <a:pt x="1122" y="271"/>
                    <a:pt x="1238" y="323"/>
                  </a:cubicBezTo>
                  <a:cubicBezTo>
                    <a:pt x="1290" y="374"/>
                    <a:pt x="1393" y="439"/>
                    <a:pt x="1496" y="542"/>
                  </a:cubicBezTo>
                  <a:cubicBezTo>
                    <a:pt x="1612" y="696"/>
                    <a:pt x="1612" y="813"/>
                    <a:pt x="1612" y="967"/>
                  </a:cubicBezTo>
                  <a:cubicBezTo>
                    <a:pt x="1612" y="1083"/>
                    <a:pt x="1612" y="1135"/>
                    <a:pt x="1561" y="1238"/>
                  </a:cubicBezTo>
                  <a:cubicBezTo>
                    <a:pt x="1496" y="1406"/>
                    <a:pt x="1393" y="1509"/>
                    <a:pt x="1290" y="1560"/>
                  </a:cubicBezTo>
                  <a:cubicBezTo>
                    <a:pt x="1238" y="1612"/>
                    <a:pt x="1174" y="1664"/>
                    <a:pt x="1122" y="1664"/>
                  </a:cubicBezTo>
                  <a:lnTo>
                    <a:pt x="1071" y="1728"/>
                  </a:lnTo>
                  <a:lnTo>
                    <a:pt x="1019" y="1664"/>
                  </a:lnTo>
                  <a:cubicBezTo>
                    <a:pt x="916" y="1664"/>
                    <a:pt x="748" y="1560"/>
                    <a:pt x="593" y="1406"/>
                  </a:cubicBezTo>
                  <a:cubicBezTo>
                    <a:pt x="426" y="1186"/>
                    <a:pt x="271" y="967"/>
                    <a:pt x="271" y="645"/>
                  </a:cubicBezTo>
                  <a:lnTo>
                    <a:pt x="271" y="593"/>
                  </a:lnTo>
                  <a:cubicBezTo>
                    <a:pt x="271" y="593"/>
                    <a:pt x="271" y="542"/>
                    <a:pt x="323" y="490"/>
                  </a:cubicBezTo>
                  <a:cubicBezTo>
                    <a:pt x="374" y="439"/>
                    <a:pt x="477" y="374"/>
                    <a:pt x="593" y="323"/>
                  </a:cubicBezTo>
                  <a:cubicBezTo>
                    <a:pt x="697" y="271"/>
                    <a:pt x="800" y="219"/>
                    <a:pt x="967" y="219"/>
                  </a:cubicBezTo>
                  <a:close/>
                  <a:moveTo>
                    <a:pt x="967" y="0"/>
                  </a:moveTo>
                  <a:cubicBezTo>
                    <a:pt x="697" y="0"/>
                    <a:pt x="477" y="52"/>
                    <a:pt x="323" y="168"/>
                  </a:cubicBezTo>
                  <a:cubicBezTo>
                    <a:pt x="271" y="219"/>
                    <a:pt x="155" y="323"/>
                    <a:pt x="103" y="374"/>
                  </a:cubicBezTo>
                  <a:cubicBezTo>
                    <a:pt x="103" y="374"/>
                    <a:pt x="103" y="439"/>
                    <a:pt x="52" y="439"/>
                  </a:cubicBezTo>
                  <a:lnTo>
                    <a:pt x="52" y="542"/>
                  </a:lnTo>
                  <a:lnTo>
                    <a:pt x="52" y="645"/>
                  </a:lnTo>
                  <a:cubicBezTo>
                    <a:pt x="0" y="864"/>
                    <a:pt x="103" y="1083"/>
                    <a:pt x="155" y="1238"/>
                  </a:cubicBezTo>
                  <a:cubicBezTo>
                    <a:pt x="323" y="1509"/>
                    <a:pt x="477" y="1664"/>
                    <a:pt x="645" y="1780"/>
                  </a:cubicBezTo>
                  <a:cubicBezTo>
                    <a:pt x="748" y="1831"/>
                    <a:pt x="851" y="1883"/>
                    <a:pt x="916" y="1883"/>
                  </a:cubicBezTo>
                  <a:cubicBezTo>
                    <a:pt x="967" y="1934"/>
                    <a:pt x="967" y="1934"/>
                    <a:pt x="1019" y="1934"/>
                  </a:cubicBezTo>
                  <a:lnTo>
                    <a:pt x="1122" y="1934"/>
                  </a:lnTo>
                  <a:cubicBezTo>
                    <a:pt x="1238" y="1934"/>
                    <a:pt x="1290" y="1883"/>
                    <a:pt x="1341" y="1831"/>
                  </a:cubicBezTo>
                  <a:cubicBezTo>
                    <a:pt x="1445" y="1780"/>
                    <a:pt x="1612" y="1664"/>
                    <a:pt x="1715" y="1509"/>
                  </a:cubicBezTo>
                  <a:cubicBezTo>
                    <a:pt x="1818" y="1341"/>
                    <a:pt x="1883" y="1186"/>
                    <a:pt x="1883" y="967"/>
                  </a:cubicBezTo>
                  <a:cubicBezTo>
                    <a:pt x="1883" y="761"/>
                    <a:pt x="1818" y="593"/>
                    <a:pt x="1664" y="374"/>
                  </a:cubicBezTo>
                  <a:cubicBezTo>
                    <a:pt x="1561" y="271"/>
                    <a:pt x="1445" y="168"/>
                    <a:pt x="1341" y="116"/>
                  </a:cubicBezTo>
                  <a:cubicBezTo>
                    <a:pt x="1174" y="0"/>
                    <a:pt x="1071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128;p32">
              <a:extLst>
                <a:ext uri="{FF2B5EF4-FFF2-40B4-BE49-F238E27FC236}">
                  <a16:creationId xmlns:a16="http://schemas.microsoft.com/office/drawing/2014/main" id="{8ADB130A-BA57-3747-3D66-C0E5148A2846}"/>
                </a:ext>
              </a:extLst>
            </p:cNvPr>
            <p:cNvSpPr/>
            <p:nvPr/>
          </p:nvSpPr>
          <p:spPr>
            <a:xfrm>
              <a:off x="3263900" y="4679975"/>
              <a:ext cx="1210175" cy="785950"/>
            </a:xfrm>
            <a:custGeom>
              <a:avLst/>
              <a:gdLst/>
              <a:ahLst/>
              <a:cxnLst/>
              <a:rect l="l" t="t" r="r" b="b"/>
              <a:pathLst>
                <a:path w="48407" h="31438" extrusionOk="0">
                  <a:moveTo>
                    <a:pt x="37666" y="220"/>
                  </a:moveTo>
                  <a:cubicBezTo>
                    <a:pt x="37885" y="220"/>
                    <a:pt x="38156" y="323"/>
                    <a:pt x="38310" y="491"/>
                  </a:cubicBezTo>
                  <a:cubicBezTo>
                    <a:pt x="38478" y="645"/>
                    <a:pt x="38581" y="916"/>
                    <a:pt x="38581" y="1135"/>
                  </a:cubicBezTo>
                  <a:lnTo>
                    <a:pt x="38581" y="13656"/>
                  </a:lnTo>
                  <a:cubicBezTo>
                    <a:pt x="38259" y="13488"/>
                    <a:pt x="37936" y="13334"/>
                    <a:pt x="37666" y="13218"/>
                  </a:cubicBezTo>
                  <a:cubicBezTo>
                    <a:pt x="37240" y="13011"/>
                    <a:pt x="36802" y="12844"/>
                    <a:pt x="36376" y="12689"/>
                  </a:cubicBezTo>
                  <a:lnTo>
                    <a:pt x="36325" y="12689"/>
                  </a:lnTo>
                  <a:lnTo>
                    <a:pt x="36325" y="1935"/>
                  </a:lnTo>
                  <a:lnTo>
                    <a:pt x="12096" y="1935"/>
                  </a:lnTo>
                  <a:lnTo>
                    <a:pt x="12096" y="12689"/>
                  </a:lnTo>
                  <a:lnTo>
                    <a:pt x="12044" y="12689"/>
                  </a:lnTo>
                  <a:cubicBezTo>
                    <a:pt x="11606" y="12844"/>
                    <a:pt x="11180" y="13011"/>
                    <a:pt x="10755" y="13218"/>
                  </a:cubicBezTo>
                  <a:cubicBezTo>
                    <a:pt x="10432" y="13334"/>
                    <a:pt x="10162" y="13488"/>
                    <a:pt x="9839" y="13656"/>
                  </a:cubicBezTo>
                  <a:lnTo>
                    <a:pt x="9839" y="1135"/>
                  </a:lnTo>
                  <a:cubicBezTo>
                    <a:pt x="9839" y="916"/>
                    <a:pt x="9942" y="645"/>
                    <a:pt x="10110" y="491"/>
                  </a:cubicBezTo>
                  <a:cubicBezTo>
                    <a:pt x="10265" y="323"/>
                    <a:pt x="10484" y="220"/>
                    <a:pt x="10755" y="220"/>
                  </a:cubicBezTo>
                  <a:close/>
                  <a:moveTo>
                    <a:pt x="36054" y="2206"/>
                  </a:moveTo>
                  <a:lnTo>
                    <a:pt x="36054" y="12624"/>
                  </a:lnTo>
                  <a:cubicBezTo>
                    <a:pt x="35899" y="12573"/>
                    <a:pt x="35783" y="12573"/>
                    <a:pt x="35628" y="12573"/>
                  </a:cubicBezTo>
                  <a:cubicBezTo>
                    <a:pt x="35512" y="12573"/>
                    <a:pt x="35358" y="12573"/>
                    <a:pt x="35254" y="12624"/>
                  </a:cubicBezTo>
                  <a:cubicBezTo>
                    <a:pt x="35138" y="12689"/>
                    <a:pt x="35035" y="12740"/>
                    <a:pt x="34932" y="12792"/>
                  </a:cubicBezTo>
                  <a:cubicBezTo>
                    <a:pt x="34713" y="12947"/>
                    <a:pt x="34545" y="13166"/>
                    <a:pt x="34442" y="13385"/>
                  </a:cubicBezTo>
                  <a:cubicBezTo>
                    <a:pt x="34390" y="13437"/>
                    <a:pt x="34390" y="13488"/>
                    <a:pt x="34339" y="13540"/>
                  </a:cubicBezTo>
                  <a:lnTo>
                    <a:pt x="34339" y="13656"/>
                  </a:lnTo>
                  <a:cubicBezTo>
                    <a:pt x="34287" y="13708"/>
                    <a:pt x="34287" y="13759"/>
                    <a:pt x="34287" y="13759"/>
                  </a:cubicBezTo>
                  <a:cubicBezTo>
                    <a:pt x="34287" y="13914"/>
                    <a:pt x="34339" y="14030"/>
                    <a:pt x="34339" y="14185"/>
                  </a:cubicBezTo>
                  <a:cubicBezTo>
                    <a:pt x="34442" y="14404"/>
                    <a:pt x="34545" y="14623"/>
                    <a:pt x="34713" y="14778"/>
                  </a:cubicBezTo>
                  <a:cubicBezTo>
                    <a:pt x="34868" y="14997"/>
                    <a:pt x="35035" y="15152"/>
                    <a:pt x="35190" y="15371"/>
                  </a:cubicBezTo>
                  <a:cubicBezTo>
                    <a:pt x="35461" y="15642"/>
                    <a:pt x="35731" y="15848"/>
                    <a:pt x="36054" y="16067"/>
                  </a:cubicBezTo>
                  <a:lnTo>
                    <a:pt x="36054" y="19832"/>
                  </a:lnTo>
                  <a:lnTo>
                    <a:pt x="12366" y="19832"/>
                  </a:lnTo>
                  <a:lnTo>
                    <a:pt x="12366" y="16067"/>
                  </a:lnTo>
                  <a:cubicBezTo>
                    <a:pt x="12689" y="15848"/>
                    <a:pt x="12947" y="15642"/>
                    <a:pt x="13218" y="15371"/>
                  </a:cubicBezTo>
                  <a:cubicBezTo>
                    <a:pt x="13385" y="15152"/>
                    <a:pt x="13540" y="14997"/>
                    <a:pt x="13708" y="14778"/>
                  </a:cubicBezTo>
                  <a:cubicBezTo>
                    <a:pt x="13811" y="14623"/>
                    <a:pt x="13978" y="14404"/>
                    <a:pt x="14030" y="14185"/>
                  </a:cubicBezTo>
                  <a:cubicBezTo>
                    <a:pt x="14081" y="14030"/>
                    <a:pt x="14133" y="13914"/>
                    <a:pt x="14133" y="13759"/>
                  </a:cubicBezTo>
                  <a:cubicBezTo>
                    <a:pt x="14133" y="13759"/>
                    <a:pt x="14133" y="13708"/>
                    <a:pt x="14081" y="13656"/>
                  </a:cubicBezTo>
                  <a:lnTo>
                    <a:pt x="14081" y="13540"/>
                  </a:lnTo>
                  <a:cubicBezTo>
                    <a:pt x="14030" y="13488"/>
                    <a:pt x="14030" y="13437"/>
                    <a:pt x="13978" y="13385"/>
                  </a:cubicBezTo>
                  <a:cubicBezTo>
                    <a:pt x="13862" y="13166"/>
                    <a:pt x="13708" y="12947"/>
                    <a:pt x="13488" y="12792"/>
                  </a:cubicBezTo>
                  <a:cubicBezTo>
                    <a:pt x="13385" y="12740"/>
                    <a:pt x="13269" y="12689"/>
                    <a:pt x="13166" y="12624"/>
                  </a:cubicBezTo>
                  <a:cubicBezTo>
                    <a:pt x="13063" y="12573"/>
                    <a:pt x="12895" y="12573"/>
                    <a:pt x="12792" y="12573"/>
                  </a:cubicBezTo>
                  <a:cubicBezTo>
                    <a:pt x="12624" y="12573"/>
                    <a:pt x="12470" y="12573"/>
                    <a:pt x="12366" y="12624"/>
                  </a:cubicBezTo>
                  <a:lnTo>
                    <a:pt x="12366" y="2206"/>
                  </a:lnTo>
                  <a:close/>
                  <a:moveTo>
                    <a:pt x="36325" y="16235"/>
                  </a:moveTo>
                  <a:cubicBezTo>
                    <a:pt x="36479" y="16338"/>
                    <a:pt x="36699" y="16441"/>
                    <a:pt x="36866" y="16609"/>
                  </a:cubicBezTo>
                  <a:cubicBezTo>
                    <a:pt x="37021" y="16712"/>
                    <a:pt x="37240" y="16880"/>
                    <a:pt x="37395" y="16983"/>
                  </a:cubicBezTo>
                  <a:cubicBezTo>
                    <a:pt x="37395" y="17034"/>
                    <a:pt x="37446" y="17086"/>
                    <a:pt x="37446" y="17137"/>
                  </a:cubicBezTo>
                  <a:cubicBezTo>
                    <a:pt x="37511" y="17137"/>
                    <a:pt x="37511" y="17137"/>
                    <a:pt x="37511" y="17202"/>
                  </a:cubicBezTo>
                  <a:lnTo>
                    <a:pt x="37511" y="17576"/>
                  </a:lnTo>
                  <a:cubicBezTo>
                    <a:pt x="37511" y="17782"/>
                    <a:pt x="37563" y="18001"/>
                    <a:pt x="37563" y="18272"/>
                  </a:cubicBezTo>
                  <a:cubicBezTo>
                    <a:pt x="37614" y="19188"/>
                    <a:pt x="37717" y="20103"/>
                    <a:pt x="37988" y="21006"/>
                  </a:cubicBezTo>
                  <a:cubicBezTo>
                    <a:pt x="38040" y="21225"/>
                    <a:pt x="38091" y="21444"/>
                    <a:pt x="38156" y="21651"/>
                  </a:cubicBezTo>
                  <a:cubicBezTo>
                    <a:pt x="37988" y="21767"/>
                    <a:pt x="37833" y="21818"/>
                    <a:pt x="37666" y="21818"/>
                  </a:cubicBezTo>
                  <a:lnTo>
                    <a:pt x="10755" y="21818"/>
                  </a:lnTo>
                  <a:cubicBezTo>
                    <a:pt x="10587" y="21818"/>
                    <a:pt x="10368" y="21767"/>
                    <a:pt x="10265" y="21651"/>
                  </a:cubicBezTo>
                  <a:cubicBezTo>
                    <a:pt x="10316" y="21444"/>
                    <a:pt x="10368" y="21225"/>
                    <a:pt x="10432" y="21006"/>
                  </a:cubicBezTo>
                  <a:cubicBezTo>
                    <a:pt x="10690" y="20103"/>
                    <a:pt x="10806" y="19188"/>
                    <a:pt x="10858" y="18272"/>
                  </a:cubicBezTo>
                  <a:cubicBezTo>
                    <a:pt x="10858" y="18001"/>
                    <a:pt x="10858" y="17782"/>
                    <a:pt x="10909" y="17576"/>
                  </a:cubicBezTo>
                  <a:lnTo>
                    <a:pt x="10909" y="17202"/>
                  </a:lnTo>
                  <a:cubicBezTo>
                    <a:pt x="10909" y="17137"/>
                    <a:pt x="10909" y="17137"/>
                    <a:pt x="10961" y="17137"/>
                  </a:cubicBezTo>
                  <a:cubicBezTo>
                    <a:pt x="10961" y="17086"/>
                    <a:pt x="11013" y="17034"/>
                    <a:pt x="11013" y="16983"/>
                  </a:cubicBezTo>
                  <a:cubicBezTo>
                    <a:pt x="11180" y="16880"/>
                    <a:pt x="11335" y="16712"/>
                    <a:pt x="11554" y="16609"/>
                  </a:cubicBezTo>
                  <a:cubicBezTo>
                    <a:pt x="11722" y="16441"/>
                    <a:pt x="11928" y="16338"/>
                    <a:pt x="12096" y="16235"/>
                  </a:cubicBezTo>
                  <a:lnTo>
                    <a:pt x="12096" y="20103"/>
                  </a:lnTo>
                  <a:lnTo>
                    <a:pt x="36325" y="20103"/>
                  </a:lnTo>
                  <a:lnTo>
                    <a:pt x="36325" y="19987"/>
                  </a:lnTo>
                  <a:lnTo>
                    <a:pt x="36325" y="16235"/>
                  </a:lnTo>
                  <a:close/>
                  <a:moveTo>
                    <a:pt x="9620" y="8382"/>
                  </a:moveTo>
                  <a:lnTo>
                    <a:pt x="9620" y="13385"/>
                  </a:lnTo>
                  <a:lnTo>
                    <a:pt x="9246" y="13914"/>
                  </a:lnTo>
                  <a:lnTo>
                    <a:pt x="9246" y="13978"/>
                  </a:lnTo>
                  <a:lnTo>
                    <a:pt x="8279" y="14455"/>
                  </a:lnTo>
                  <a:cubicBezTo>
                    <a:pt x="8060" y="14623"/>
                    <a:pt x="7905" y="14726"/>
                    <a:pt x="7686" y="14829"/>
                  </a:cubicBezTo>
                  <a:lnTo>
                    <a:pt x="7531" y="14945"/>
                  </a:lnTo>
                  <a:cubicBezTo>
                    <a:pt x="7467" y="14997"/>
                    <a:pt x="7467" y="15049"/>
                    <a:pt x="7415" y="15100"/>
                  </a:cubicBezTo>
                  <a:cubicBezTo>
                    <a:pt x="7363" y="15100"/>
                    <a:pt x="7312" y="15152"/>
                    <a:pt x="7260" y="15203"/>
                  </a:cubicBezTo>
                  <a:lnTo>
                    <a:pt x="7209" y="15268"/>
                  </a:lnTo>
                  <a:cubicBezTo>
                    <a:pt x="7209" y="15319"/>
                    <a:pt x="7144" y="15319"/>
                    <a:pt x="7144" y="15371"/>
                  </a:cubicBezTo>
                  <a:cubicBezTo>
                    <a:pt x="6989" y="15526"/>
                    <a:pt x="6886" y="15745"/>
                    <a:pt x="6822" y="15964"/>
                  </a:cubicBezTo>
                  <a:cubicBezTo>
                    <a:pt x="6719" y="16170"/>
                    <a:pt x="6616" y="16390"/>
                    <a:pt x="6564" y="16660"/>
                  </a:cubicBezTo>
                  <a:cubicBezTo>
                    <a:pt x="6396" y="17086"/>
                    <a:pt x="6293" y="17524"/>
                    <a:pt x="6242" y="18001"/>
                  </a:cubicBezTo>
                  <a:lnTo>
                    <a:pt x="6293" y="18001"/>
                  </a:lnTo>
                  <a:cubicBezTo>
                    <a:pt x="6499" y="17576"/>
                    <a:pt x="6616" y="17137"/>
                    <a:pt x="6770" y="16712"/>
                  </a:cubicBezTo>
                  <a:cubicBezTo>
                    <a:pt x="6886" y="16493"/>
                    <a:pt x="6938" y="16286"/>
                    <a:pt x="7041" y="16067"/>
                  </a:cubicBezTo>
                  <a:cubicBezTo>
                    <a:pt x="7144" y="15848"/>
                    <a:pt x="7209" y="15693"/>
                    <a:pt x="7363" y="15474"/>
                  </a:cubicBezTo>
                  <a:lnTo>
                    <a:pt x="7415" y="15423"/>
                  </a:lnTo>
                  <a:lnTo>
                    <a:pt x="7467" y="15371"/>
                  </a:lnTo>
                  <a:cubicBezTo>
                    <a:pt x="7467" y="15319"/>
                    <a:pt x="7531" y="15319"/>
                    <a:pt x="7583" y="15268"/>
                  </a:cubicBezTo>
                  <a:cubicBezTo>
                    <a:pt x="7634" y="15203"/>
                    <a:pt x="7634" y="15203"/>
                    <a:pt x="7686" y="15152"/>
                  </a:cubicBezTo>
                  <a:lnTo>
                    <a:pt x="7853" y="15049"/>
                  </a:lnTo>
                  <a:cubicBezTo>
                    <a:pt x="8008" y="14945"/>
                    <a:pt x="8227" y="14829"/>
                    <a:pt x="8382" y="14726"/>
                  </a:cubicBezTo>
                  <a:cubicBezTo>
                    <a:pt x="8820" y="14455"/>
                    <a:pt x="9194" y="14236"/>
                    <a:pt x="9620" y="14030"/>
                  </a:cubicBezTo>
                  <a:cubicBezTo>
                    <a:pt x="10045" y="13862"/>
                    <a:pt x="10432" y="13656"/>
                    <a:pt x="10858" y="13437"/>
                  </a:cubicBezTo>
                  <a:cubicBezTo>
                    <a:pt x="11283" y="13269"/>
                    <a:pt x="11722" y="13114"/>
                    <a:pt x="12147" y="12947"/>
                  </a:cubicBezTo>
                  <a:cubicBezTo>
                    <a:pt x="12330" y="12880"/>
                    <a:pt x="12516" y="12842"/>
                    <a:pt x="12694" y="12842"/>
                  </a:cubicBezTo>
                  <a:cubicBezTo>
                    <a:pt x="12929" y="12842"/>
                    <a:pt x="13150" y="12909"/>
                    <a:pt x="13334" y="13063"/>
                  </a:cubicBezTo>
                  <a:cubicBezTo>
                    <a:pt x="13488" y="13166"/>
                    <a:pt x="13656" y="13334"/>
                    <a:pt x="13759" y="13540"/>
                  </a:cubicBezTo>
                  <a:cubicBezTo>
                    <a:pt x="13759" y="13540"/>
                    <a:pt x="13759" y="13591"/>
                    <a:pt x="13811" y="13656"/>
                  </a:cubicBezTo>
                  <a:lnTo>
                    <a:pt x="13811" y="13708"/>
                  </a:lnTo>
                  <a:lnTo>
                    <a:pt x="13811" y="13811"/>
                  </a:lnTo>
                  <a:cubicBezTo>
                    <a:pt x="13862" y="13862"/>
                    <a:pt x="13811" y="13978"/>
                    <a:pt x="13759" y="14081"/>
                  </a:cubicBezTo>
                  <a:cubicBezTo>
                    <a:pt x="13708" y="14236"/>
                    <a:pt x="13591" y="14455"/>
                    <a:pt x="13488" y="14623"/>
                  </a:cubicBezTo>
                  <a:cubicBezTo>
                    <a:pt x="13334" y="14829"/>
                    <a:pt x="13218" y="14997"/>
                    <a:pt x="13063" y="15152"/>
                  </a:cubicBezTo>
                  <a:cubicBezTo>
                    <a:pt x="12740" y="15474"/>
                    <a:pt x="12366" y="15745"/>
                    <a:pt x="11980" y="15964"/>
                  </a:cubicBezTo>
                  <a:cubicBezTo>
                    <a:pt x="11773" y="16119"/>
                    <a:pt x="11606" y="16235"/>
                    <a:pt x="11399" y="16390"/>
                  </a:cubicBezTo>
                  <a:cubicBezTo>
                    <a:pt x="11180" y="16493"/>
                    <a:pt x="11013" y="16660"/>
                    <a:pt x="10858" y="16815"/>
                  </a:cubicBezTo>
                  <a:cubicBezTo>
                    <a:pt x="10806" y="16880"/>
                    <a:pt x="10755" y="16931"/>
                    <a:pt x="10690" y="16983"/>
                  </a:cubicBezTo>
                  <a:cubicBezTo>
                    <a:pt x="10690" y="16983"/>
                    <a:pt x="10690" y="17034"/>
                    <a:pt x="10639" y="17034"/>
                  </a:cubicBezTo>
                  <a:lnTo>
                    <a:pt x="10639" y="17086"/>
                  </a:lnTo>
                  <a:lnTo>
                    <a:pt x="10639" y="17137"/>
                  </a:lnTo>
                  <a:lnTo>
                    <a:pt x="10639" y="17202"/>
                  </a:lnTo>
                  <a:lnTo>
                    <a:pt x="10639" y="17576"/>
                  </a:lnTo>
                  <a:cubicBezTo>
                    <a:pt x="10639" y="17782"/>
                    <a:pt x="10587" y="18001"/>
                    <a:pt x="10587" y="18221"/>
                  </a:cubicBezTo>
                  <a:cubicBezTo>
                    <a:pt x="10535" y="19136"/>
                    <a:pt x="10432" y="20039"/>
                    <a:pt x="10213" y="20954"/>
                  </a:cubicBezTo>
                  <a:cubicBezTo>
                    <a:pt x="9994" y="21818"/>
                    <a:pt x="9672" y="22682"/>
                    <a:pt x="9194" y="23482"/>
                  </a:cubicBezTo>
                  <a:lnTo>
                    <a:pt x="9194" y="23533"/>
                  </a:lnTo>
                  <a:lnTo>
                    <a:pt x="7260" y="31270"/>
                  </a:lnTo>
                  <a:lnTo>
                    <a:pt x="271" y="31270"/>
                  </a:lnTo>
                  <a:lnTo>
                    <a:pt x="4191" y="22295"/>
                  </a:lnTo>
                  <a:lnTo>
                    <a:pt x="4191" y="22244"/>
                  </a:lnTo>
                  <a:cubicBezTo>
                    <a:pt x="4140" y="21599"/>
                    <a:pt x="4088" y="20903"/>
                    <a:pt x="4088" y="20258"/>
                  </a:cubicBezTo>
                  <a:cubicBezTo>
                    <a:pt x="4037" y="19562"/>
                    <a:pt x="4037" y="18917"/>
                    <a:pt x="4088" y="18221"/>
                  </a:cubicBezTo>
                  <a:cubicBezTo>
                    <a:pt x="4088" y="17576"/>
                    <a:pt x="4140" y="16880"/>
                    <a:pt x="4191" y="16235"/>
                  </a:cubicBezTo>
                  <a:cubicBezTo>
                    <a:pt x="4307" y="15590"/>
                    <a:pt x="4411" y="14881"/>
                    <a:pt x="4681" y="14301"/>
                  </a:cubicBezTo>
                  <a:cubicBezTo>
                    <a:pt x="4952" y="13708"/>
                    <a:pt x="5274" y="13114"/>
                    <a:pt x="5648" y="12521"/>
                  </a:cubicBezTo>
                  <a:cubicBezTo>
                    <a:pt x="6022" y="11980"/>
                    <a:pt x="6396" y="11399"/>
                    <a:pt x="6770" y="10858"/>
                  </a:cubicBezTo>
                  <a:cubicBezTo>
                    <a:pt x="7209" y="10368"/>
                    <a:pt x="7634" y="9839"/>
                    <a:pt x="8060" y="9298"/>
                  </a:cubicBezTo>
                  <a:cubicBezTo>
                    <a:pt x="8176" y="9194"/>
                    <a:pt x="8279" y="9078"/>
                    <a:pt x="8434" y="8975"/>
                  </a:cubicBezTo>
                  <a:cubicBezTo>
                    <a:pt x="8498" y="8924"/>
                    <a:pt x="8550" y="8872"/>
                    <a:pt x="8601" y="8820"/>
                  </a:cubicBezTo>
                  <a:cubicBezTo>
                    <a:pt x="8601" y="8756"/>
                    <a:pt x="8653" y="8756"/>
                    <a:pt x="8653" y="8756"/>
                  </a:cubicBezTo>
                  <a:lnTo>
                    <a:pt x="8756" y="8704"/>
                  </a:lnTo>
                  <a:cubicBezTo>
                    <a:pt x="9027" y="8601"/>
                    <a:pt x="9298" y="8498"/>
                    <a:pt x="9620" y="8382"/>
                  </a:cubicBezTo>
                  <a:close/>
                  <a:moveTo>
                    <a:pt x="38800" y="8382"/>
                  </a:moveTo>
                  <a:cubicBezTo>
                    <a:pt x="39058" y="8498"/>
                    <a:pt x="39381" y="8601"/>
                    <a:pt x="39600" y="8704"/>
                  </a:cubicBezTo>
                  <a:lnTo>
                    <a:pt x="39767" y="8756"/>
                  </a:lnTo>
                  <a:cubicBezTo>
                    <a:pt x="39767" y="8756"/>
                    <a:pt x="39819" y="8756"/>
                    <a:pt x="39819" y="8820"/>
                  </a:cubicBezTo>
                  <a:cubicBezTo>
                    <a:pt x="39871" y="8872"/>
                    <a:pt x="39922" y="8924"/>
                    <a:pt x="39974" y="8975"/>
                  </a:cubicBezTo>
                  <a:cubicBezTo>
                    <a:pt x="40141" y="9078"/>
                    <a:pt x="40245" y="9194"/>
                    <a:pt x="40348" y="9298"/>
                  </a:cubicBezTo>
                  <a:cubicBezTo>
                    <a:pt x="40786" y="9839"/>
                    <a:pt x="41212" y="10368"/>
                    <a:pt x="41637" y="10858"/>
                  </a:cubicBezTo>
                  <a:cubicBezTo>
                    <a:pt x="42024" y="11399"/>
                    <a:pt x="42398" y="11980"/>
                    <a:pt x="42772" y="12521"/>
                  </a:cubicBezTo>
                  <a:cubicBezTo>
                    <a:pt x="43146" y="13114"/>
                    <a:pt x="43468" y="13708"/>
                    <a:pt x="43739" y="14301"/>
                  </a:cubicBezTo>
                  <a:cubicBezTo>
                    <a:pt x="43958" y="14881"/>
                    <a:pt x="44113" y="15590"/>
                    <a:pt x="44216" y="16235"/>
                  </a:cubicBezTo>
                  <a:cubicBezTo>
                    <a:pt x="44281" y="16880"/>
                    <a:pt x="44332" y="17576"/>
                    <a:pt x="44332" y="18221"/>
                  </a:cubicBezTo>
                  <a:cubicBezTo>
                    <a:pt x="44384" y="18917"/>
                    <a:pt x="44384" y="19562"/>
                    <a:pt x="44332" y="20258"/>
                  </a:cubicBezTo>
                  <a:cubicBezTo>
                    <a:pt x="44332" y="20903"/>
                    <a:pt x="44281" y="21599"/>
                    <a:pt x="44216" y="22244"/>
                  </a:cubicBezTo>
                  <a:lnTo>
                    <a:pt x="44216" y="22295"/>
                  </a:lnTo>
                  <a:lnTo>
                    <a:pt x="48149" y="31270"/>
                  </a:lnTo>
                  <a:lnTo>
                    <a:pt x="41160" y="31270"/>
                  </a:lnTo>
                  <a:lnTo>
                    <a:pt x="39226" y="23533"/>
                  </a:lnTo>
                  <a:lnTo>
                    <a:pt x="39226" y="23482"/>
                  </a:lnTo>
                  <a:cubicBezTo>
                    <a:pt x="38736" y="22682"/>
                    <a:pt x="38414" y="21818"/>
                    <a:pt x="38207" y="20954"/>
                  </a:cubicBezTo>
                  <a:cubicBezTo>
                    <a:pt x="37988" y="20039"/>
                    <a:pt x="37885" y="19136"/>
                    <a:pt x="37833" y="18221"/>
                  </a:cubicBezTo>
                  <a:cubicBezTo>
                    <a:pt x="37833" y="18001"/>
                    <a:pt x="37769" y="17782"/>
                    <a:pt x="37769" y="17576"/>
                  </a:cubicBezTo>
                  <a:lnTo>
                    <a:pt x="37769" y="17202"/>
                  </a:lnTo>
                  <a:lnTo>
                    <a:pt x="37769" y="17137"/>
                  </a:lnTo>
                  <a:cubicBezTo>
                    <a:pt x="37769" y="17137"/>
                    <a:pt x="37769" y="17086"/>
                    <a:pt x="37717" y="17086"/>
                  </a:cubicBezTo>
                  <a:lnTo>
                    <a:pt x="37717" y="17034"/>
                  </a:lnTo>
                  <a:lnTo>
                    <a:pt x="37717" y="16983"/>
                  </a:lnTo>
                  <a:cubicBezTo>
                    <a:pt x="37666" y="16931"/>
                    <a:pt x="37614" y="16880"/>
                    <a:pt x="37563" y="16815"/>
                  </a:cubicBezTo>
                  <a:cubicBezTo>
                    <a:pt x="37395" y="16660"/>
                    <a:pt x="37189" y="16493"/>
                    <a:pt x="37021" y="16390"/>
                  </a:cubicBezTo>
                  <a:cubicBezTo>
                    <a:pt x="36802" y="16235"/>
                    <a:pt x="36647" y="16119"/>
                    <a:pt x="36428" y="15964"/>
                  </a:cubicBezTo>
                  <a:cubicBezTo>
                    <a:pt x="36054" y="15745"/>
                    <a:pt x="35680" y="15474"/>
                    <a:pt x="35358" y="15152"/>
                  </a:cubicBezTo>
                  <a:cubicBezTo>
                    <a:pt x="35190" y="14997"/>
                    <a:pt x="35087" y="14829"/>
                    <a:pt x="34932" y="14623"/>
                  </a:cubicBezTo>
                  <a:cubicBezTo>
                    <a:pt x="34816" y="14455"/>
                    <a:pt x="34713" y="14236"/>
                    <a:pt x="34610" y="14081"/>
                  </a:cubicBezTo>
                  <a:cubicBezTo>
                    <a:pt x="34610" y="13978"/>
                    <a:pt x="34545" y="13862"/>
                    <a:pt x="34545" y="13811"/>
                  </a:cubicBezTo>
                  <a:cubicBezTo>
                    <a:pt x="34545" y="13759"/>
                    <a:pt x="34610" y="13759"/>
                    <a:pt x="34610" y="13708"/>
                  </a:cubicBezTo>
                  <a:lnTo>
                    <a:pt x="34610" y="13656"/>
                  </a:lnTo>
                  <a:cubicBezTo>
                    <a:pt x="34610" y="13591"/>
                    <a:pt x="34661" y="13540"/>
                    <a:pt x="34661" y="13540"/>
                  </a:cubicBezTo>
                  <a:cubicBezTo>
                    <a:pt x="34764" y="13334"/>
                    <a:pt x="34932" y="13166"/>
                    <a:pt x="35087" y="13063"/>
                  </a:cubicBezTo>
                  <a:cubicBezTo>
                    <a:pt x="35270" y="12909"/>
                    <a:pt x="35487" y="12842"/>
                    <a:pt x="35721" y="12842"/>
                  </a:cubicBezTo>
                  <a:cubicBezTo>
                    <a:pt x="35898" y="12842"/>
                    <a:pt x="36084" y="12880"/>
                    <a:pt x="36273" y="12947"/>
                  </a:cubicBezTo>
                  <a:cubicBezTo>
                    <a:pt x="36699" y="13114"/>
                    <a:pt x="37124" y="13269"/>
                    <a:pt x="37563" y="13437"/>
                  </a:cubicBezTo>
                  <a:cubicBezTo>
                    <a:pt x="37988" y="13656"/>
                    <a:pt x="38362" y="13862"/>
                    <a:pt x="38800" y="14030"/>
                  </a:cubicBezTo>
                  <a:cubicBezTo>
                    <a:pt x="39226" y="14236"/>
                    <a:pt x="39600" y="14455"/>
                    <a:pt x="39974" y="14726"/>
                  </a:cubicBezTo>
                  <a:cubicBezTo>
                    <a:pt x="40193" y="14829"/>
                    <a:pt x="40412" y="14945"/>
                    <a:pt x="40567" y="15049"/>
                  </a:cubicBezTo>
                  <a:lnTo>
                    <a:pt x="40735" y="15152"/>
                  </a:lnTo>
                  <a:cubicBezTo>
                    <a:pt x="40735" y="15203"/>
                    <a:pt x="40786" y="15203"/>
                    <a:pt x="40838" y="15268"/>
                  </a:cubicBezTo>
                  <a:cubicBezTo>
                    <a:pt x="40889" y="15319"/>
                    <a:pt x="40941" y="15319"/>
                    <a:pt x="40941" y="15371"/>
                  </a:cubicBezTo>
                  <a:lnTo>
                    <a:pt x="40992" y="15423"/>
                  </a:lnTo>
                  <a:lnTo>
                    <a:pt x="41057" y="15474"/>
                  </a:lnTo>
                  <a:cubicBezTo>
                    <a:pt x="41160" y="15693"/>
                    <a:pt x="41263" y="15848"/>
                    <a:pt x="41379" y="16067"/>
                  </a:cubicBezTo>
                  <a:cubicBezTo>
                    <a:pt x="41482" y="16286"/>
                    <a:pt x="41534" y="16493"/>
                    <a:pt x="41637" y="16712"/>
                  </a:cubicBezTo>
                  <a:cubicBezTo>
                    <a:pt x="41753" y="17137"/>
                    <a:pt x="41908" y="17576"/>
                    <a:pt x="42127" y="18001"/>
                  </a:cubicBezTo>
                  <a:cubicBezTo>
                    <a:pt x="42127" y="17524"/>
                    <a:pt x="42024" y="17086"/>
                    <a:pt x="41856" y="16660"/>
                  </a:cubicBezTo>
                  <a:cubicBezTo>
                    <a:pt x="41805" y="16390"/>
                    <a:pt x="41702" y="16170"/>
                    <a:pt x="41586" y="15964"/>
                  </a:cubicBezTo>
                  <a:cubicBezTo>
                    <a:pt x="41534" y="15745"/>
                    <a:pt x="41431" y="15526"/>
                    <a:pt x="41263" y="15371"/>
                  </a:cubicBezTo>
                  <a:cubicBezTo>
                    <a:pt x="41263" y="15319"/>
                    <a:pt x="41212" y="15319"/>
                    <a:pt x="41212" y="15268"/>
                  </a:cubicBezTo>
                  <a:lnTo>
                    <a:pt x="41160" y="15203"/>
                  </a:lnTo>
                  <a:cubicBezTo>
                    <a:pt x="41109" y="15152"/>
                    <a:pt x="41057" y="15100"/>
                    <a:pt x="40992" y="15100"/>
                  </a:cubicBezTo>
                  <a:cubicBezTo>
                    <a:pt x="40941" y="15049"/>
                    <a:pt x="40889" y="14997"/>
                    <a:pt x="40889" y="14945"/>
                  </a:cubicBezTo>
                  <a:lnTo>
                    <a:pt x="40735" y="14829"/>
                  </a:lnTo>
                  <a:cubicBezTo>
                    <a:pt x="40515" y="14726"/>
                    <a:pt x="40348" y="14623"/>
                    <a:pt x="40141" y="14455"/>
                  </a:cubicBezTo>
                  <a:lnTo>
                    <a:pt x="39174" y="13978"/>
                  </a:lnTo>
                  <a:lnTo>
                    <a:pt x="39174" y="13914"/>
                  </a:lnTo>
                  <a:lnTo>
                    <a:pt x="38800" y="13385"/>
                  </a:lnTo>
                  <a:lnTo>
                    <a:pt x="38800" y="8382"/>
                  </a:lnTo>
                  <a:close/>
                  <a:moveTo>
                    <a:pt x="10755" y="1"/>
                  </a:moveTo>
                  <a:cubicBezTo>
                    <a:pt x="10110" y="1"/>
                    <a:pt x="9568" y="491"/>
                    <a:pt x="9568" y="1135"/>
                  </a:cubicBezTo>
                  <a:lnTo>
                    <a:pt x="9568" y="8176"/>
                  </a:lnTo>
                  <a:cubicBezTo>
                    <a:pt x="9298" y="8279"/>
                    <a:pt x="8975" y="8382"/>
                    <a:pt x="8704" y="8498"/>
                  </a:cubicBezTo>
                  <a:lnTo>
                    <a:pt x="8601" y="8550"/>
                  </a:lnTo>
                  <a:cubicBezTo>
                    <a:pt x="8550" y="8601"/>
                    <a:pt x="8498" y="8601"/>
                    <a:pt x="8434" y="8653"/>
                  </a:cubicBezTo>
                  <a:cubicBezTo>
                    <a:pt x="8382" y="8704"/>
                    <a:pt x="8330" y="8756"/>
                    <a:pt x="8279" y="8820"/>
                  </a:cubicBezTo>
                  <a:cubicBezTo>
                    <a:pt x="8176" y="8924"/>
                    <a:pt x="8008" y="9078"/>
                    <a:pt x="7905" y="9194"/>
                  </a:cubicBezTo>
                  <a:cubicBezTo>
                    <a:pt x="7467" y="9672"/>
                    <a:pt x="7041" y="10213"/>
                    <a:pt x="6616" y="10755"/>
                  </a:cubicBezTo>
                  <a:cubicBezTo>
                    <a:pt x="6242" y="11283"/>
                    <a:pt x="5803" y="11876"/>
                    <a:pt x="5481" y="12418"/>
                  </a:cubicBezTo>
                  <a:cubicBezTo>
                    <a:pt x="5107" y="13011"/>
                    <a:pt x="4784" y="13591"/>
                    <a:pt x="4514" y="14236"/>
                  </a:cubicBezTo>
                  <a:cubicBezTo>
                    <a:pt x="4243" y="14829"/>
                    <a:pt x="4088" y="15526"/>
                    <a:pt x="4037" y="16235"/>
                  </a:cubicBezTo>
                  <a:cubicBezTo>
                    <a:pt x="3921" y="16880"/>
                    <a:pt x="3869" y="17576"/>
                    <a:pt x="3869" y="18221"/>
                  </a:cubicBezTo>
                  <a:cubicBezTo>
                    <a:pt x="3817" y="18917"/>
                    <a:pt x="3817" y="19613"/>
                    <a:pt x="3869" y="20258"/>
                  </a:cubicBezTo>
                  <a:cubicBezTo>
                    <a:pt x="3869" y="20903"/>
                    <a:pt x="3921" y="21599"/>
                    <a:pt x="3985" y="22244"/>
                  </a:cubicBezTo>
                  <a:lnTo>
                    <a:pt x="1" y="31322"/>
                  </a:lnTo>
                  <a:lnTo>
                    <a:pt x="1" y="31386"/>
                  </a:lnTo>
                  <a:cubicBezTo>
                    <a:pt x="1" y="31438"/>
                    <a:pt x="52" y="31438"/>
                    <a:pt x="117" y="31438"/>
                  </a:cubicBezTo>
                  <a:lnTo>
                    <a:pt x="7312" y="31438"/>
                  </a:lnTo>
                  <a:cubicBezTo>
                    <a:pt x="7363" y="31438"/>
                    <a:pt x="7415" y="31438"/>
                    <a:pt x="7415" y="31386"/>
                  </a:cubicBezTo>
                  <a:lnTo>
                    <a:pt x="9401" y="23585"/>
                  </a:lnTo>
                  <a:cubicBezTo>
                    <a:pt x="9723" y="23056"/>
                    <a:pt x="9942" y="22515"/>
                    <a:pt x="10162" y="21921"/>
                  </a:cubicBezTo>
                  <a:cubicBezTo>
                    <a:pt x="10316" y="22037"/>
                    <a:pt x="10535" y="22089"/>
                    <a:pt x="10755" y="22089"/>
                  </a:cubicBezTo>
                  <a:lnTo>
                    <a:pt x="37666" y="22089"/>
                  </a:lnTo>
                  <a:cubicBezTo>
                    <a:pt x="37885" y="22089"/>
                    <a:pt x="38040" y="22037"/>
                    <a:pt x="38259" y="21921"/>
                  </a:cubicBezTo>
                  <a:cubicBezTo>
                    <a:pt x="38414" y="22463"/>
                    <a:pt x="38684" y="23056"/>
                    <a:pt x="39007" y="23585"/>
                  </a:cubicBezTo>
                  <a:lnTo>
                    <a:pt x="40992" y="31386"/>
                  </a:lnTo>
                  <a:cubicBezTo>
                    <a:pt x="40992" y="31438"/>
                    <a:pt x="41057" y="31438"/>
                    <a:pt x="41109" y="31438"/>
                  </a:cubicBezTo>
                  <a:lnTo>
                    <a:pt x="48355" y="31438"/>
                  </a:lnTo>
                  <a:cubicBezTo>
                    <a:pt x="48407" y="31438"/>
                    <a:pt x="48407" y="31386"/>
                    <a:pt x="48407" y="31322"/>
                  </a:cubicBezTo>
                  <a:lnTo>
                    <a:pt x="44435" y="22244"/>
                  </a:lnTo>
                  <a:cubicBezTo>
                    <a:pt x="44487" y="21599"/>
                    <a:pt x="44487" y="20903"/>
                    <a:pt x="44538" y="20258"/>
                  </a:cubicBezTo>
                  <a:cubicBezTo>
                    <a:pt x="44538" y="19613"/>
                    <a:pt x="44603" y="18917"/>
                    <a:pt x="44538" y="18221"/>
                  </a:cubicBezTo>
                  <a:cubicBezTo>
                    <a:pt x="44538" y="17576"/>
                    <a:pt x="44487" y="16880"/>
                    <a:pt x="44384" y="16235"/>
                  </a:cubicBezTo>
                  <a:cubicBezTo>
                    <a:pt x="44332" y="15526"/>
                    <a:pt x="44165" y="14829"/>
                    <a:pt x="43894" y="14236"/>
                  </a:cubicBezTo>
                  <a:cubicBezTo>
                    <a:pt x="43636" y="13591"/>
                    <a:pt x="43313" y="13011"/>
                    <a:pt x="42927" y="12418"/>
                  </a:cubicBezTo>
                  <a:cubicBezTo>
                    <a:pt x="42553" y="11876"/>
                    <a:pt x="42179" y="11283"/>
                    <a:pt x="41805" y="10755"/>
                  </a:cubicBezTo>
                  <a:cubicBezTo>
                    <a:pt x="41379" y="10213"/>
                    <a:pt x="40941" y="9672"/>
                    <a:pt x="40515" y="9194"/>
                  </a:cubicBezTo>
                  <a:cubicBezTo>
                    <a:pt x="40348" y="9078"/>
                    <a:pt x="40245" y="8924"/>
                    <a:pt x="40141" y="8820"/>
                  </a:cubicBezTo>
                  <a:cubicBezTo>
                    <a:pt x="40090" y="8756"/>
                    <a:pt x="40025" y="8704"/>
                    <a:pt x="39922" y="8653"/>
                  </a:cubicBezTo>
                  <a:cubicBezTo>
                    <a:pt x="39922" y="8601"/>
                    <a:pt x="39871" y="8601"/>
                    <a:pt x="39819" y="8550"/>
                  </a:cubicBezTo>
                  <a:lnTo>
                    <a:pt x="39703" y="8498"/>
                  </a:lnTo>
                  <a:cubicBezTo>
                    <a:pt x="39381" y="8382"/>
                    <a:pt x="39123" y="8279"/>
                    <a:pt x="38800" y="8176"/>
                  </a:cubicBezTo>
                  <a:lnTo>
                    <a:pt x="38800" y="1135"/>
                  </a:lnTo>
                  <a:cubicBezTo>
                    <a:pt x="38800" y="491"/>
                    <a:pt x="38310" y="1"/>
                    <a:pt x="376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129;p32">
              <a:extLst>
                <a:ext uri="{FF2B5EF4-FFF2-40B4-BE49-F238E27FC236}">
                  <a16:creationId xmlns:a16="http://schemas.microsoft.com/office/drawing/2014/main" id="{20A5199A-47C0-7953-84CD-15D8AFDE0EF2}"/>
                </a:ext>
              </a:extLst>
            </p:cNvPr>
            <p:cNvSpPr/>
            <p:nvPr/>
          </p:nvSpPr>
          <p:spPr>
            <a:xfrm>
              <a:off x="4235175" y="5053250"/>
              <a:ext cx="11975" cy="20600"/>
            </a:xfrm>
            <a:custGeom>
              <a:avLst/>
              <a:gdLst/>
              <a:ahLst/>
              <a:cxnLst/>
              <a:rect l="l" t="t" r="r" b="b"/>
              <a:pathLst>
                <a:path w="479" h="824" extrusionOk="0">
                  <a:moveTo>
                    <a:pt x="453" y="1"/>
                  </a:moveTo>
                  <a:cubicBezTo>
                    <a:pt x="396" y="1"/>
                    <a:pt x="307" y="157"/>
                    <a:pt x="207" y="388"/>
                  </a:cubicBezTo>
                  <a:cubicBezTo>
                    <a:pt x="53" y="659"/>
                    <a:pt x="1" y="814"/>
                    <a:pt x="53" y="814"/>
                  </a:cubicBezTo>
                  <a:cubicBezTo>
                    <a:pt x="53" y="821"/>
                    <a:pt x="54" y="824"/>
                    <a:pt x="58" y="824"/>
                  </a:cubicBezTo>
                  <a:cubicBezTo>
                    <a:pt x="80" y="824"/>
                    <a:pt x="177" y="676"/>
                    <a:pt x="323" y="440"/>
                  </a:cubicBezTo>
                  <a:cubicBezTo>
                    <a:pt x="426" y="169"/>
                    <a:pt x="478" y="14"/>
                    <a:pt x="478" y="14"/>
                  </a:cubicBezTo>
                  <a:cubicBezTo>
                    <a:pt x="471" y="5"/>
                    <a:pt x="462" y="1"/>
                    <a:pt x="453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130;p32">
              <a:extLst>
                <a:ext uri="{FF2B5EF4-FFF2-40B4-BE49-F238E27FC236}">
                  <a16:creationId xmlns:a16="http://schemas.microsoft.com/office/drawing/2014/main" id="{0A539EFF-2BBB-70CF-5D37-7C9E54BDD28F}"/>
                </a:ext>
              </a:extLst>
            </p:cNvPr>
            <p:cNvSpPr/>
            <p:nvPr/>
          </p:nvSpPr>
          <p:spPr>
            <a:xfrm>
              <a:off x="4133000" y="5002350"/>
              <a:ext cx="45800" cy="48375"/>
            </a:xfrm>
            <a:custGeom>
              <a:avLst/>
              <a:gdLst/>
              <a:ahLst/>
              <a:cxnLst/>
              <a:rect l="l" t="t" r="r" b="b"/>
              <a:pathLst>
                <a:path w="1832" h="1935" extrusionOk="0">
                  <a:moveTo>
                    <a:pt x="916" y="219"/>
                  </a:moveTo>
                  <a:cubicBezTo>
                    <a:pt x="1135" y="219"/>
                    <a:pt x="1290" y="323"/>
                    <a:pt x="1393" y="374"/>
                  </a:cubicBezTo>
                  <a:cubicBezTo>
                    <a:pt x="1457" y="439"/>
                    <a:pt x="1509" y="490"/>
                    <a:pt x="1561" y="542"/>
                  </a:cubicBezTo>
                  <a:cubicBezTo>
                    <a:pt x="1561" y="542"/>
                    <a:pt x="1612" y="542"/>
                    <a:pt x="1612" y="593"/>
                  </a:cubicBezTo>
                  <a:lnTo>
                    <a:pt x="1612" y="645"/>
                  </a:lnTo>
                  <a:cubicBezTo>
                    <a:pt x="1612" y="864"/>
                    <a:pt x="1561" y="967"/>
                    <a:pt x="1509" y="1135"/>
                  </a:cubicBezTo>
                  <a:cubicBezTo>
                    <a:pt x="1393" y="1341"/>
                    <a:pt x="1238" y="1457"/>
                    <a:pt x="1071" y="1560"/>
                  </a:cubicBezTo>
                  <a:cubicBezTo>
                    <a:pt x="1019" y="1612"/>
                    <a:pt x="916" y="1664"/>
                    <a:pt x="864" y="1664"/>
                  </a:cubicBezTo>
                  <a:cubicBezTo>
                    <a:pt x="864" y="1664"/>
                    <a:pt x="813" y="1664"/>
                    <a:pt x="813" y="1728"/>
                  </a:cubicBezTo>
                  <a:lnTo>
                    <a:pt x="748" y="1664"/>
                  </a:lnTo>
                  <a:cubicBezTo>
                    <a:pt x="645" y="1664"/>
                    <a:pt x="542" y="1560"/>
                    <a:pt x="426" y="1406"/>
                  </a:cubicBezTo>
                  <a:cubicBezTo>
                    <a:pt x="323" y="1290"/>
                    <a:pt x="220" y="1135"/>
                    <a:pt x="220" y="967"/>
                  </a:cubicBezTo>
                  <a:cubicBezTo>
                    <a:pt x="220" y="813"/>
                    <a:pt x="271" y="696"/>
                    <a:pt x="374" y="542"/>
                  </a:cubicBezTo>
                  <a:cubicBezTo>
                    <a:pt x="490" y="439"/>
                    <a:pt x="542" y="374"/>
                    <a:pt x="645" y="323"/>
                  </a:cubicBezTo>
                  <a:cubicBezTo>
                    <a:pt x="748" y="271"/>
                    <a:pt x="864" y="219"/>
                    <a:pt x="916" y="219"/>
                  </a:cubicBezTo>
                  <a:close/>
                  <a:moveTo>
                    <a:pt x="916" y="0"/>
                  </a:moveTo>
                  <a:cubicBezTo>
                    <a:pt x="813" y="0"/>
                    <a:pt x="645" y="0"/>
                    <a:pt x="542" y="116"/>
                  </a:cubicBezTo>
                  <a:cubicBezTo>
                    <a:pt x="426" y="168"/>
                    <a:pt x="271" y="271"/>
                    <a:pt x="168" y="374"/>
                  </a:cubicBezTo>
                  <a:cubicBezTo>
                    <a:pt x="52" y="593"/>
                    <a:pt x="0" y="761"/>
                    <a:pt x="0" y="967"/>
                  </a:cubicBezTo>
                  <a:cubicBezTo>
                    <a:pt x="0" y="1083"/>
                    <a:pt x="52" y="1238"/>
                    <a:pt x="104" y="1341"/>
                  </a:cubicBezTo>
                  <a:cubicBezTo>
                    <a:pt x="168" y="1560"/>
                    <a:pt x="323" y="1664"/>
                    <a:pt x="426" y="1780"/>
                  </a:cubicBezTo>
                  <a:cubicBezTo>
                    <a:pt x="490" y="1831"/>
                    <a:pt x="594" y="1883"/>
                    <a:pt x="594" y="1883"/>
                  </a:cubicBezTo>
                  <a:cubicBezTo>
                    <a:pt x="645" y="1934"/>
                    <a:pt x="645" y="1934"/>
                    <a:pt x="697" y="1934"/>
                  </a:cubicBezTo>
                  <a:lnTo>
                    <a:pt x="916" y="1934"/>
                  </a:lnTo>
                  <a:cubicBezTo>
                    <a:pt x="1019" y="1883"/>
                    <a:pt x="1290" y="1780"/>
                    <a:pt x="1457" y="1560"/>
                  </a:cubicBezTo>
                  <a:cubicBezTo>
                    <a:pt x="1664" y="1341"/>
                    <a:pt x="1831" y="1019"/>
                    <a:pt x="1831" y="645"/>
                  </a:cubicBezTo>
                  <a:lnTo>
                    <a:pt x="1831" y="542"/>
                  </a:lnTo>
                  <a:lnTo>
                    <a:pt x="1831" y="439"/>
                  </a:lnTo>
                  <a:cubicBezTo>
                    <a:pt x="1780" y="374"/>
                    <a:pt x="1715" y="323"/>
                    <a:pt x="1664" y="271"/>
                  </a:cubicBezTo>
                  <a:cubicBezTo>
                    <a:pt x="1612" y="219"/>
                    <a:pt x="1509" y="168"/>
                    <a:pt x="1341" y="116"/>
                  </a:cubicBezTo>
                  <a:cubicBezTo>
                    <a:pt x="1238" y="52"/>
                    <a:pt x="1071" y="0"/>
                    <a:pt x="9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131;p32">
              <a:extLst>
                <a:ext uri="{FF2B5EF4-FFF2-40B4-BE49-F238E27FC236}">
                  <a16:creationId xmlns:a16="http://schemas.microsoft.com/office/drawing/2014/main" id="{2E263B8C-F44D-BCE8-BE5F-39992ECB1AAF}"/>
                </a:ext>
              </a:extLst>
            </p:cNvPr>
            <p:cNvSpPr/>
            <p:nvPr/>
          </p:nvSpPr>
          <p:spPr>
            <a:xfrm>
              <a:off x="3774200" y="5055200"/>
              <a:ext cx="38075" cy="58700"/>
            </a:xfrm>
            <a:custGeom>
              <a:avLst/>
              <a:gdLst/>
              <a:ahLst/>
              <a:cxnLst/>
              <a:rect l="l" t="t" r="r" b="b"/>
              <a:pathLst>
                <a:path w="1523" h="2348" extrusionOk="0">
                  <a:moveTo>
                    <a:pt x="723" y="259"/>
                  </a:moveTo>
                  <a:cubicBezTo>
                    <a:pt x="865" y="259"/>
                    <a:pt x="981" y="297"/>
                    <a:pt x="1058" y="375"/>
                  </a:cubicBezTo>
                  <a:cubicBezTo>
                    <a:pt x="1148" y="452"/>
                    <a:pt x="1187" y="555"/>
                    <a:pt x="1187" y="697"/>
                  </a:cubicBezTo>
                  <a:cubicBezTo>
                    <a:pt x="1187" y="839"/>
                    <a:pt x="1148" y="955"/>
                    <a:pt x="1058" y="1032"/>
                  </a:cubicBezTo>
                  <a:cubicBezTo>
                    <a:pt x="981" y="1110"/>
                    <a:pt x="865" y="1136"/>
                    <a:pt x="723" y="1136"/>
                  </a:cubicBezTo>
                  <a:lnTo>
                    <a:pt x="323" y="1136"/>
                  </a:lnTo>
                  <a:lnTo>
                    <a:pt x="323" y="259"/>
                  </a:lnTo>
                  <a:close/>
                  <a:moveTo>
                    <a:pt x="1" y="1"/>
                  </a:moveTo>
                  <a:lnTo>
                    <a:pt x="1" y="2348"/>
                  </a:lnTo>
                  <a:lnTo>
                    <a:pt x="323" y="2348"/>
                  </a:lnTo>
                  <a:lnTo>
                    <a:pt x="323" y="1406"/>
                  </a:lnTo>
                  <a:lnTo>
                    <a:pt x="723" y="1406"/>
                  </a:lnTo>
                  <a:cubicBezTo>
                    <a:pt x="981" y="1406"/>
                    <a:pt x="1187" y="1342"/>
                    <a:pt x="1316" y="1226"/>
                  </a:cubicBezTo>
                  <a:cubicBezTo>
                    <a:pt x="1445" y="1110"/>
                    <a:pt x="1522" y="929"/>
                    <a:pt x="1522" y="697"/>
                  </a:cubicBezTo>
                  <a:cubicBezTo>
                    <a:pt x="1522" y="465"/>
                    <a:pt x="1445" y="297"/>
                    <a:pt x="1316" y="181"/>
                  </a:cubicBezTo>
                  <a:cubicBezTo>
                    <a:pt x="1187" y="52"/>
                    <a:pt x="981" y="1"/>
                    <a:pt x="7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132;p32">
              <a:extLst>
                <a:ext uri="{FF2B5EF4-FFF2-40B4-BE49-F238E27FC236}">
                  <a16:creationId xmlns:a16="http://schemas.microsoft.com/office/drawing/2014/main" id="{FEFA13C8-7548-7787-DA9B-6B276E8BFEFC}"/>
                </a:ext>
              </a:extLst>
            </p:cNvPr>
            <p:cNvSpPr/>
            <p:nvPr/>
          </p:nvSpPr>
          <p:spPr>
            <a:xfrm>
              <a:off x="3822875" y="5055200"/>
              <a:ext cx="36450" cy="58700"/>
            </a:xfrm>
            <a:custGeom>
              <a:avLst/>
              <a:gdLst/>
              <a:ahLst/>
              <a:cxnLst/>
              <a:rect l="l" t="t" r="r" b="b"/>
              <a:pathLst>
                <a:path w="1458" h="2348" extrusionOk="0">
                  <a:moveTo>
                    <a:pt x="1" y="1"/>
                  </a:moveTo>
                  <a:lnTo>
                    <a:pt x="1" y="2348"/>
                  </a:lnTo>
                  <a:lnTo>
                    <a:pt x="1458" y="2348"/>
                  </a:lnTo>
                  <a:lnTo>
                    <a:pt x="1458" y="2077"/>
                  </a:lnTo>
                  <a:lnTo>
                    <a:pt x="310" y="207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133;p32">
              <a:extLst>
                <a:ext uri="{FF2B5EF4-FFF2-40B4-BE49-F238E27FC236}">
                  <a16:creationId xmlns:a16="http://schemas.microsoft.com/office/drawing/2014/main" id="{542CD28B-D622-DD55-7063-88ADC201B482}"/>
                </a:ext>
              </a:extLst>
            </p:cNvPr>
            <p:cNvSpPr/>
            <p:nvPr/>
          </p:nvSpPr>
          <p:spPr>
            <a:xfrm>
              <a:off x="3860275" y="5055200"/>
              <a:ext cx="53850" cy="58700"/>
            </a:xfrm>
            <a:custGeom>
              <a:avLst/>
              <a:gdLst/>
              <a:ahLst/>
              <a:cxnLst/>
              <a:rect l="l" t="t" r="r" b="b"/>
              <a:pathLst>
                <a:path w="2154" h="2348" extrusionOk="0">
                  <a:moveTo>
                    <a:pt x="1084" y="310"/>
                  </a:moveTo>
                  <a:lnTo>
                    <a:pt x="1522" y="1484"/>
                  </a:lnTo>
                  <a:lnTo>
                    <a:pt x="658" y="1484"/>
                  </a:lnTo>
                  <a:lnTo>
                    <a:pt x="1084" y="310"/>
                  </a:lnTo>
                  <a:close/>
                  <a:moveTo>
                    <a:pt x="903" y="1"/>
                  </a:moveTo>
                  <a:lnTo>
                    <a:pt x="1" y="2348"/>
                  </a:lnTo>
                  <a:lnTo>
                    <a:pt x="336" y="2348"/>
                  </a:lnTo>
                  <a:lnTo>
                    <a:pt x="555" y="1742"/>
                  </a:lnTo>
                  <a:lnTo>
                    <a:pt x="1612" y="1742"/>
                  </a:lnTo>
                  <a:lnTo>
                    <a:pt x="1832" y="2348"/>
                  </a:lnTo>
                  <a:lnTo>
                    <a:pt x="2154" y="2348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134;p32">
              <a:extLst>
                <a:ext uri="{FF2B5EF4-FFF2-40B4-BE49-F238E27FC236}">
                  <a16:creationId xmlns:a16="http://schemas.microsoft.com/office/drawing/2014/main" id="{9F7395F1-005B-84CB-1CC9-7B54086742F5}"/>
                </a:ext>
              </a:extLst>
            </p:cNvPr>
            <p:cNvSpPr/>
            <p:nvPr/>
          </p:nvSpPr>
          <p:spPr>
            <a:xfrm>
              <a:off x="3914750" y="5055200"/>
              <a:ext cx="49675" cy="58700"/>
            </a:xfrm>
            <a:custGeom>
              <a:avLst/>
              <a:gdLst/>
              <a:ahLst/>
              <a:cxnLst/>
              <a:rect l="l" t="t" r="r" b="b"/>
              <a:pathLst>
                <a:path w="1987" h="2348" extrusionOk="0">
                  <a:moveTo>
                    <a:pt x="1" y="1"/>
                  </a:moveTo>
                  <a:lnTo>
                    <a:pt x="839" y="1226"/>
                  </a:lnTo>
                  <a:lnTo>
                    <a:pt x="839" y="2348"/>
                  </a:lnTo>
                  <a:lnTo>
                    <a:pt x="1148" y="2348"/>
                  </a:lnTo>
                  <a:lnTo>
                    <a:pt x="1148" y="1226"/>
                  </a:lnTo>
                  <a:lnTo>
                    <a:pt x="1987" y="1"/>
                  </a:lnTo>
                  <a:lnTo>
                    <a:pt x="1638" y="1"/>
                  </a:lnTo>
                  <a:lnTo>
                    <a:pt x="994" y="96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135;p32">
              <a:extLst>
                <a:ext uri="{FF2B5EF4-FFF2-40B4-BE49-F238E27FC236}">
                  <a16:creationId xmlns:a16="http://schemas.microsoft.com/office/drawing/2014/main" id="{AABE9481-2DF4-EB28-75CB-D6FA9EB9C54B}"/>
                </a:ext>
              </a:extLst>
            </p:cNvPr>
            <p:cNvSpPr/>
            <p:nvPr/>
          </p:nvSpPr>
          <p:spPr>
            <a:xfrm>
              <a:off x="3947625" y="4522975"/>
              <a:ext cx="166700" cy="115450"/>
            </a:xfrm>
            <a:custGeom>
              <a:avLst/>
              <a:gdLst/>
              <a:ahLst/>
              <a:cxnLst/>
              <a:rect l="l" t="t" r="r" b="b"/>
              <a:pathLst>
                <a:path w="6668" h="4618" extrusionOk="0">
                  <a:moveTo>
                    <a:pt x="5971" y="3818"/>
                  </a:moveTo>
                  <a:lnTo>
                    <a:pt x="5971" y="3818"/>
                  </a:lnTo>
                  <a:cubicBezTo>
                    <a:pt x="5934" y="3851"/>
                    <a:pt x="5897" y="3885"/>
                    <a:pt x="5860" y="3916"/>
                  </a:cubicBezTo>
                  <a:lnTo>
                    <a:pt x="5860" y="3916"/>
                  </a:lnTo>
                  <a:cubicBezTo>
                    <a:pt x="5907" y="3869"/>
                    <a:pt x="5909" y="3868"/>
                    <a:pt x="5971" y="3818"/>
                  </a:cubicBezTo>
                  <a:close/>
                  <a:moveTo>
                    <a:pt x="2425" y="272"/>
                  </a:moveTo>
                  <a:cubicBezTo>
                    <a:pt x="2902" y="272"/>
                    <a:pt x="3444" y="323"/>
                    <a:pt x="3973" y="478"/>
                  </a:cubicBezTo>
                  <a:cubicBezTo>
                    <a:pt x="4733" y="749"/>
                    <a:pt x="5326" y="1071"/>
                    <a:pt x="5752" y="1497"/>
                  </a:cubicBezTo>
                  <a:cubicBezTo>
                    <a:pt x="5971" y="1716"/>
                    <a:pt x="6178" y="1935"/>
                    <a:pt x="6294" y="2090"/>
                  </a:cubicBezTo>
                  <a:cubicBezTo>
                    <a:pt x="6397" y="2309"/>
                    <a:pt x="6448" y="2528"/>
                    <a:pt x="6448" y="2735"/>
                  </a:cubicBezTo>
                  <a:cubicBezTo>
                    <a:pt x="6448" y="2851"/>
                    <a:pt x="6397" y="2902"/>
                    <a:pt x="6397" y="3005"/>
                  </a:cubicBezTo>
                  <a:cubicBezTo>
                    <a:pt x="6294" y="3276"/>
                    <a:pt x="6074" y="3495"/>
                    <a:pt x="5752" y="3650"/>
                  </a:cubicBezTo>
                  <a:cubicBezTo>
                    <a:pt x="5430" y="3818"/>
                    <a:pt x="5004" y="3921"/>
                    <a:pt x="4463" y="3921"/>
                  </a:cubicBezTo>
                  <a:cubicBezTo>
                    <a:pt x="3973" y="3921"/>
                    <a:pt x="3444" y="3818"/>
                    <a:pt x="2902" y="3650"/>
                  </a:cubicBezTo>
                  <a:cubicBezTo>
                    <a:pt x="2206" y="3431"/>
                    <a:pt x="1561" y="3057"/>
                    <a:pt x="1136" y="2683"/>
                  </a:cubicBezTo>
                  <a:cubicBezTo>
                    <a:pt x="917" y="2464"/>
                    <a:pt x="749" y="2257"/>
                    <a:pt x="646" y="2038"/>
                  </a:cubicBezTo>
                  <a:cubicBezTo>
                    <a:pt x="543" y="1819"/>
                    <a:pt x="491" y="1613"/>
                    <a:pt x="491" y="1445"/>
                  </a:cubicBezTo>
                  <a:cubicBezTo>
                    <a:pt x="491" y="1342"/>
                    <a:pt x="491" y="1239"/>
                    <a:pt x="543" y="1123"/>
                  </a:cubicBezTo>
                  <a:cubicBezTo>
                    <a:pt x="646" y="852"/>
                    <a:pt x="865" y="646"/>
                    <a:pt x="1187" y="478"/>
                  </a:cubicBezTo>
                  <a:cubicBezTo>
                    <a:pt x="1510" y="323"/>
                    <a:pt x="1935" y="272"/>
                    <a:pt x="2425" y="272"/>
                  </a:cubicBezTo>
                  <a:close/>
                  <a:moveTo>
                    <a:pt x="272" y="1664"/>
                  </a:moveTo>
                  <a:cubicBezTo>
                    <a:pt x="272" y="1819"/>
                    <a:pt x="323" y="1987"/>
                    <a:pt x="427" y="2141"/>
                  </a:cubicBezTo>
                  <a:cubicBezTo>
                    <a:pt x="646" y="2528"/>
                    <a:pt x="968" y="2851"/>
                    <a:pt x="1342" y="3173"/>
                  </a:cubicBezTo>
                  <a:cubicBezTo>
                    <a:pt x="1780" y="3431"/>
                    <a:pt x="2258" y="3702"/>
                    <a:pt x="2851" y="3869"/>
                  </a:cubicBezTo>
                  <a:cubicBezTo>
                    <a:pt x="3392" y="4076"/>
                    <a:pt x="3973" y="4140"/>
                    <a:pt x="4463" y="4140"/>
                  </a:cubicBezTo>
                  <a:cubicBezTo>
                    <a:pt x="5003" y="4140"/>
                    <a:pt x="5480" y="4076"/>
                    <a:pt x="5853" y="3922"/>
                  </a:cubicBezTo>
                  <a:lnTo>
                    <a:pt x="5853" y="3922"/>
                  </a:lnTo>
                  <a:cubicBezTo>
                    <a:pt x="5777" y="3985"/>
                    <a:pt x="5695" y="4042"/>
                    <a:pt x="5584" y="4076"/>
                  </a:cubicBezTo>
                  <a:cubicBezTo>
                    <a:pt x="5262" y="4295"/>
                    <a:pt x="4785" y="4398"/>
                    <a:pt x="4243" y="4398"/>
                  </a:cubicBezTo>
                  <a:cubicBezTo>
                    <a:pt x="3766" y="4398"/>
                    <a:pt x="3276" y="4295"/>
                    <a:pt x="2748" y="4140"/>
                  </a:cubicBezTo>
                  <a:cubicBezTo>
                    <a:pt x="2103" y="3921"/>
                    <a:pt x="1458" y="3599"/>
                    <a:pt x="968" y="3173"/>
                  </a:cubicBezTo>
                  <a:cubicBezTo>
                    <a:pt x="749" y="2954"/>
                    <a:pt x="594" y="2735"/>
                    <a:pt x="427" y="2528"/>
                  </a:cubicBezTo>
                  <a:cubicBezTo>
                    <a:pt x="323" y="2309"/>
                    <a:pt x="272" y="2038"/>
                    <a:pt x="272" y="1819"/>
                  </a:cubicBezTo>
                  <a:lnTo>
                    <a:pt x="272" y="1664"/>
                  </a:lnTo>
                  <a:close/>
                  <a:moveTo>
                    <a:pt x="2425" y="1"/>
                  </a:moveTo>
                  <a:cubicBezTo>
                    <a:pt x="1935" y="1"/>
                    <a:pt x="1458" y="52"/>
                    <a:pt x="1071" y="272"/>
                  </a:cubicBezTo>
                  <a:cubicBezTo>
                    <a:pt x="697" y="426"/>
                    <a:pt x="427" y="697"/>
                    <a:pt x="220" y="1020"/>
                  </a:cubicBezTo>
                  <a:cubicBezTo>
                    <a:pt x="53" y="1290"/>
                    <a:pt x="1" y="1561"/>
                    <a:pt x="1" y="1819"/>
                  </a:cubicBezTo>
                  <a:cubicBezTo>
                    <a:pt x="1" y="2090"/>
                    <a:pt x="104" y="2361"/>
                    <a:pt x="220" y="2631"/>
                  </a:cubicBezTo>
                  <a:cubicBezTo>
                    <a:pt x="427" y="3005"/>
                    <a:pt x="813" y="3379"/>
                    <a:pt x="1239" y="3650"/>
                  </a:cubicBezTo>
                  <a:cubicBezTo>
                    <a:pt x="1664" y="3972"/>
                    <a:pt x="2154" y="4192"/>
                    <a:pt x="2683" y="4398"/>
                  </a:cubicBezTo>
                  <a:cubicBezTo>
                    <a:pt x="3225" y="4566"/>
                    <a:pt x="3766" y="4617"/>
                    <a:pt x="4243" y="4617"/>
                  </a:cubicBezTo>
                  <a:cubicBezTo>
                    <a:pt x="4785" y="4617"/>
                    <a:pt x="5326" y="4514"/>
                    <a:pt x="5752" y="4295"/>
                  </a:cubicBezTo>
                  <a:cubicBezTo>
                    <a:pt x="6126" y="4076"/>
                    <a:pt x="6448" y="3702"/>
                    <a:pt x="6616" y="3225"/>
                  </a:cubicBezTo>
                  <a:cubicBezTo>
                    <a:pt x="6667" y="3109"/>
                    <a:pt x="6667" y="2954"/>
                    <a:pt x="6667" y="2786"/>
                  </a:cubicBezTo>
                  <a:lnTo>
                    <a:pt x="6667" y="2735"/>
                  </a:lnTo>
                  <a:cubicBezTo>
                    <a:pt x="6667" y="2464"/>
                    <a:pt x="6616" y="2257"/>
                    <a:pt x="6500" y="1987"/>
                  </a:cubicBezTo>
                  <a:cubicBezTo>
                    <a:pt x="6294" y="1664"/>
                    <a:pt x="5971" y="1290"/>
                    <a:pt x="5533" y="1020"/>
                  </a:cubicBezTo>
                  <a:cubicBezTo>
                    <a:pt x="5481" y="968"/>
                    <a:pt x="5430" y="916"/>
                    <a:pt x="5326" y="852"/>
                  </a:cubicBezTo>
                  <a:cubicBezTo>
                    <a:pt x="4940" y="646"/>
                    <a:pt x="4566" y="426"/>
                    <a:pt x="4089" y="272"/>
                  </a:cubicBezTo>
                  <a:cubicBezTo>
                    <a:pt x="3495" y="52"/>
                    <a:pt x="2902" y="1"/>
                    <a:pt x="242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" name="Google Shape;1136;p32">
              <a:extLst>
                <a:ext uri="{FF2B5EF4-FFF2-40B4-BE49-F238E27FC236}">
                  <a16:creationId xmlns:a16="http://schemas.microsoft.com/office/drawing/2014/main" id="{865CE26D-F9C9-D24C-09B0-0CBCB76C7B02}"/>
                </a:ext>
              </a:extLst>
            </p:cNvPr>
            <p:cNvGrpSpPr/>
            <p:nvPr/>
          </p:nvGrpSpPr>
          <p:grpSpPr>
            <a:xfrm>
              <a:off x="3599800" y="4513625"/>
              <a:ext cx="182800" cy="137050"/>
              <a:chOff x="3599800" y="4513625"/>
              <a:chExt cx="182800" cy="137050"/>
            </a:xfrm>
          </p:grpSpPr>
          <p:sp>
            <p:nvSpPr>
              <p:cNvPr id="241" name="Google Shape;1137;p32">
                <a:extLst>
                  <a:ext uri="{FF2B5EF4-FFF2-40B4-BE49-F238E27FC236}">
                    <a16:creationId xmlns:a16="http://schemas.microsoft.com/office/drawing/2014/main" id="{B6979397-AB7C-8B98-F654-5D5EA3D5A993}"/>
                  </a:ext>
                </a:extLst>
              </p:cNvPr>
              <p:cNvSpPr/>
              <p:nvPr/>
            </p:nvSpPr>
            <p:spPr>
              <a:xfrm>
                <a:off x="3599800" y="4513625"/>
                <a:ext cx="182800" cy="137050"/>
              </a:xfrm>
              <a:custGeom>
                <a:avLst/>
                <a:gdLst/>
                <a:ahLst/>
                <a:cxnLst/>
                <a:rect l="l" t="t" r="r" b="b"/>
                <a:pathLst>
                  <a:path w="7312" h="5482" extrusionOk="0">
                    <a:moveTo>
                      <a:pt x="4836" y="259"/>
                    </a:moveTo>
                    <a:cubicBezTo>
                      <a:pt x="5313" y="259"/>
                      <a:pt x="5752" y="375"/>
                      <a:pt x="6126" y="530"/>
                    </a:cubicBezTo>
                    <a:cubicBezTo>
                      <a:pt x="6448" y="697"/>
                      <a:pt x="6719" y="904"/>
                      <a:pt x="6822" y="1174"/>
                    </a:cubicBezTo>
                    <a:cubicBezTo>
                      <a:pt x="6874" y="1342"/>
                      <a:pt x="6874" y="1445"/>
                      <a:pt x="6874" y="1613"/>
                    </a:cubicBezTo>
                    <a:cubicBezTo>
                      <a:pt x="6874" y="2038"/>
                      <a:pt x="6603" y="2580"/>
                      <a:pt x="6177" y="3057"/>
                    </a:cubicBezTo>
                    <a:cubicBezTo>
                      <a:pt x="5700" y="3547"/>
                      <a:pt x="5055" y="3973"/>
                      <a:pt x="4243" y="4295"/>
                    </a:cubicBezTo>
                    <a:cubicBezTo>
                      <a:pt x="3598" y="4566"/>
                      <a:pt x="2902" y="4669"/>
                      <a:pt x="2309" y="4669"/>
                    </a:cubicBezTo>
                    <a:cubicBezTo>
                      <a:pt x="1767" y="4669"/>
                      <a:pt x="1342" y="4566"/>
                      <a:pt x="1019" y="4398"/>
                    </a:cubicBezTo>
                    <a:cubicBezTo>
                      <a:pt x="697" y="4243"/>
                      <a:pt x="426" y="4024"/>
                      <a:pt x="323" y="3753"/>
                    </a:cubicBezTo>
                    <a:cubicBezTo>
                      <a:pt x="272" y="3599"/>
                      <a:pt x="272" y="3483"/>
                      <a:pt x="272" y="3328"/>
                    </a:cubicBezTo>
                    <a:cubicBezTo>
                      <a:pt x="272" y="2902"/>
                      <a:pt x="478" y="2361"/>
                      <a:pt x="968" y="1871"/>
                    </a:cubicBezTo>
                    <a:cubicBezTo>
                      <a:pt x="1393" y="1394"/>
                      <a:pt x="2090" y="968"/>
                      <a:pt x="2850" y="646"/>
                    </a:cubicBezTo>
                    <a:cubicBezTo>
                      <a:pt x="3547" y="375"/>
                      <a:pt x="4243" y="259"/>
                      <a:pt x="4836" y="259"/>
                    </a:cubicBezTo>
                    <a:close/>
                    <a:moveTo>
                      <a:pt x="7041" y="2090"/>
                    </a:moveTo>
                    <a:cubicBezTo>
                      <a:pt x="7041" y="2631"/>
                      <a:pt x="6770" y="3160"/>
                      <a:pt x="6345" y="3650"/>
                    </a:cubicBezTo>
                    <a:cubicBezTo>
                      <a:pt x="5855" y="4127"/>
                      <a:pt x="5210" y="4566"/>
                      <a:pt x="4514" y="4836"/>
                    </a:cubicBezTo>
                    <a:cubicBezTo>
                      <a:pt x="3818" y="5094"/>
                      <a:pt x="3121" y="5262"/>
                      <a:pt x="2476" y="5262"/>
                    </a:cubicBezTo>
                    <a:cubicBezTo>
                      <a:pt x="1935" y="5262"/>
                      <a:pt x="1445" y="5159"/>
                      <a:pt x="1071" y="4888"/>
                    </a:cubicBezTo>
                    <a:cubicBezTo>
                      <a:pt x="865" y="4772"/>
                      <a:pt x="697" y="4617"/>
                      <a:pt x="594" y="4450"/>
                    </a:cubicBezTo>
                    <a:lnTo>
                      <a:pt x="594" y="4450"/>
                    </a:lnTo>
                    <a:cubicBezTo>
                      <a:pt x="697" y="4514"/>
                      <a:pt x="800" y="4617"/>
                      <a:pt x="916" y="4669"/>
                    </a:cubicBezTo>
                    <a:cubicBezTo>
                      <a:pt x="1290" y="4836"/>
                      <a:pt x="1767" y="4940"/>
                      <a:pt x="2309" y="4940"/>
                    </a:cubicBezTo>
                    <a:cubicBezTo>
                      <a:pt x="2954" y="4940"/>
                      <a:pt x="3650" y="4772"/>
                      <a:pt x="4346" y="4514"/>
                    </a:cubicBezTo>
                    <a:cubicBezTo>
                      <a:pt x="5159" y="4192"/>
                      <a:pt x="5855" y="3753"/>
                      <a:pt x="6345" y="3225"/>
                    </a:cubicBezTo>
                    <a:cubicBezTo>
                      <a:pt x="6719" y="2838"/>
                      <a:pt x="6925" y="2464"/>
                      <a:pt x="7041" y="2090"/>
                    </a:cubicBezTo>
                    <a:close/>
                    <a:moveTo>
                      <a:pt x="4836" y="1"/>
                    </a:moveTo>
                    <a:cubicBezTo>
                      <a:pt x="4669" y="1"/>
                      <a:pt x="4514" y="53"/>
                      <a:pt x="4346" y="53"/>
                    </a:cubicBezTo>
                    <a:lnTo>
                      <a:pt x="4140" y="53"/>
                    </a:lnTo>
                    <a:cubicBezTo>
                      <a:pt x="4140" y="53"/>
                      <a:pt x="4088" y="53"/>
                      <a:pt x="4088" y="104"/>
                    </a:cubicBezTo>
                    <a:cubicBezTo>
                      <a:pt x="3766" y="104"/>
                      <a:pt x="3379" y="207"/>
                      <a:pt x="3057" y="323"/>
                    </a:cubicBezTo>
                    <a:lnTo>
                      <a:pt x="3005" y="323"/>
                    </a:lnTo>
                    <a:cubicBezTo>
                      <a:pt x="2954" y="375"/>
                      <a:pt x="2850" y="426"/>
                      <a:pt x="2799" y="426"/>
                    </a:cubicBezTo>
                    <a:cubicBezTo>
                      <a:pt x="2090" y="697"/>
                      <a:pt x="1561" y="1020"/>
                      <a:pt x="1123" y="1394"/>
                    </a:cubicBezTo>
                    <a:cubicBezTo>
                      <a:pt x="1019" y="1497"/>
                      <a:pt x="865" y="1613"/>
                      <a:pt x="749" y="1716"/>
                    </a:cubicBezTo>
                    <a:cubicBezTo>
                      <a:pt x="272" y="2258"/>
                      <a:pt x="1" y="2786"/>
                      <a:pt x="1" y="3328"/>
                    </a:cubicBezTo>
                    <a:cubicBezTo>
                      <a:pt x="1" y="3483"/>
                      <a:pt x="52" y="3650"/>
                      <a:pt x="104" y="3805"/>
                    </a:cubicBezTo>
                    <a:lnTo>
                      <a:pt x="104" y="3869"/>
                    </a:lnTo>
                    <a:cubicBezTo>
                      <a:pt x="220" y="4450"/>
                      <a:pt x="478" y="4836"/>
                      <a:pt x="916" y="5094"/>
                    </a:cubicBezTo>
                    <a:cubicBezTo>
                      <a:pt x="1342" y="5365"/>
                      <a:pt x="1883" y="5481"/>
                      <a:pt x="2476" y="5481"/>
                    </a:cubicBezTo>
                    <a:cubicBezTo>
                      <a:pt x="3121" y="5481"/>
                      <a:pt x="3869" y="5314"/>
                      <a:pt x="4565" y="5043"/>
                    </a:cubicBezTo>
                    <a:cubicBezTo>
                      <a:pt x="5378" y="4772"/>
                      <a:pt x="6023" y="4295"/>
                      <a:pt x="6500" y="3805"/>
                    </a:cubicBezTo>
                    <a:cubicBezTo>
                      <a:pt x="6990" y="3276"/>
                      <a:pt x="7312" y="2683"/>
                      <a:pt x="7312" y="2038"/>
                    </a:cubicBezTo>
                    <a:cubicBezTo>
                      <a:pt x="7312" y="1768"/>
                      <a:pt x="7247" y="1497"/>
                      <a:pt x="7144" y="1226"/>
                    </a:cubicBezTo>
                    <a:cubicBezTo>
                      <a:pt x="7041" y="1071"/>
                      <a:pt x="6925" y="904"/>
                      <a:pt x="6822" y="749"/>
                    </a:cubicBezTo>
                    <a:cubicBezTo>
                      <a:pt x="6667" y="581"/>
                      <a:pt x="6448" y="426"/>
                      <a:pt x="6229" y="323"/>
                    </a:cubicBezTo>
                    <a:cubicBezTo>
                      <a:pt x="5855" y="104"/>
                      <a:pt x="5378" y="1"/>
                      <a:pt x="4836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138;p32">
                <a:extLst>
                  <a:ext uri="{FF2B5EF4-FFF2-40B4-BE49-F238E27FC236}">
                    <a16:creationId xmlns:a16="http://schemas.microsoft.com/office/drawing/2014/main" id="{126BCC04-3614-5675-8069-D7DCC9D65BFF}"/>
                  </a:ext>
                </a:extLst>
              </p:cNvPr>
              <p:cNvSpPr/>
              <p:nvPr/>
            </p:nvSpPr>
            <p:spPr>
              <a:xfrm>
                <a:off x="3625275" y="4528150"/>
                <a:ext cx="127675" cy="91575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3663" extrusionOk="0">
                    <a:moveTo>
                      <a:pt x="3443" y="271"/>
                    </a:moveTo>
                    <a:cubicBezTo>
                      <a:pt x="3766" y="271"/>
                      <a:pt x="4088" y="323"/>
                      <a:pt x="4294" y="439"/>
                    </a:cubicBezTo>
                    <a:cubicBezTo>
                      <a:pt x="4514" y="542"/>
                      <a:pt x="4681" y="709"/>
                      <a:pt x="4784" y="916"/>
                    </a:cubicBezTo>
                    <a:cubicBezTo>
                      <a:pt x="4836" y="1032"/>
                      <a:pt x="4836" y="1135"/>
                      <a:pt x="4836" y="1238"/>
                    </a:cubicBezTo>
                    <a:cubicBezTo>
                      <a:pt x="4836" y="1560"/>
                      <a:pt x="4681" y="1883"/>
                      <a:pt x="4359" y="2257"/>
                    </a:cubicBezTo>
                    <a:cubicBezTo>
                      <a:pt x="4036" y="2579"/>
                      <a:pt x="3598" y="2902"/>
                      <a:pt x="3069" y="3121"/>
                    </a:cubicBezTo>
                    <a:cubicBezTo>
                      <a:pt x="2579" y="3340"/>
                      <a:pt x="2102" y="3443"/>
                      <a:pt x="1612" y="3443"/>
                    </a:cubicBezTo>
                    <a:cubicBezTo>
                      <a:pt x="1290" y="3443"/>
                      <a:pt x="1019" y="3392"/>
                      <a:pt x="748" y="3288"/>
                    </a:cubicBezTo>
                    <a:cubicBezTo>
                      <a:pt x="542" y="3172"/>
                      <a:pt x="374" y="3018"/>
                      <a:pt x="271" y="2798"/>
                    </a:cubicBezTo>
                    <a:cubicBezTo>
                      <a:pt x="220" y="2695"/>
                      <a:pt x="220" y="2579"/>
                      <a:pt x="220" y="2476"/>
                    </a:cubicBezTo>
                    <a:cubicBezTo>
                      <a:pt x="220" y="2154"/>
                      <a:pt x="374" y="1831"/>
                      <a:pt x="697" y="1457"/>
                    </a:cubicBezTo>
                    <a:cubicBezTo>
                      <a:pt x="1019" y="1135"/>
                      <a:pt x="1457" y="813"/>
                      <a:pt x="1986" y="593"/>
                    </a:cubicBezTo>
                    <a:cubicBezTo>
                      <a:pt x="2476" y="387"/>
                      <a:pt x="3005" y="271"/>
                      <a:pt x="3443" y="271"/>
                    </a:cubicBezTo>
                    <a:close/>
                    <a:moveTo>
                      <a:pt x="3443" y="0"/>
                    </a:moveTo>
                    <a:cubicBezTo>
                      <a:pt x="2953" y="0"/>
                      <a:pt x="2425" y="116"/>
                      <a:pt x="1883" y="323"/>
                    </a:cubicBezTo>
                    <a:cubicBezTo>
                      <a:pt x="1341" y="593"/>
                      <a:pt x="864" y="916"/>
                      <a:pt x="542" y="1290"/>
                    </a:cubicBezTo>
                    <a:cubicBezTo>
                      <a:pt x="168" y="1677"/>
                      <a:pt x="0" y="2102"/>
                      <a:pt x="0" y="2476"/>
                    </a:cubicBezTo>
                    <a:cubicBezTo>
                      <a:pt x="0" y="2644"/>
                      <a:pt x="0" y="2747"/>
                      <a:pt x="52" y="2902"/>
                    </a:cubicBezTo>
                    <a:cubicBezTo>
                      <a:pt x="168" y="3172"/>
                      <a:pt x="374" y="3340"/>
                      <a:pt x="645" y="3495"/>
                    </a:cubicBezTo>
                    <a:cubicBezTo>
                      <a:pt x="916" y="3611"/>
                      <a:pt x="1290" y="3662"/>
                      <a:pt x="1612" y="3662"/>
                    </a:cubicBezTo>
                    <a:cubicBezTo>
                      <a:pt x="2102" y="3662"/>
                      <a:pt x="2631" y="3546"/>
                      <a:pt x="3172" y="3340"/>
                    </a:cubicBezTo>
                    <a:cubicBezTo>
                      <a:pt x="3714" y="3121"/>
                      <a:pt x="4191" y="2798"/>
                      <a:pt x="4565" y="2424"/>
                    </a:cubicBezTo>
                    <a:cubicBezTo>
                      <a:pt x="4887" y="2050"/>
                      <a:pt x="5107" y="1612"/>
                      <a:pt x="5107" y="1238"/>
                    </a:cubicBezTo>
                    <a:cubicBezTo>
                      <a:pt x="5107" y="1083"/>
                      <a:pt x="5055" y="967"/>
                      <a:pt x="5004" y="813"/>
                    </a:cubicBezTo>
                    <a:cubicBezTo>
                      <a:pt x="4887" y="542"/>
                      <a:pt x="4681" y="323"/>
                      <a:pt x="4410" y="219"/>
                    </a:cubicBezTo>
                    <a:cubicBezTo>
                      <a:pt x="4140" y="116"/>
                      <a:pt x="3817" y="0"/>
                      <a:pt x="3443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139;p32">
                <a:extLst>
                  <a:ext uri="{FF2B5EF4-FFF2-40B4-BE49-F238E27FC236}">
                    <a16:creationId xmlns:a16="http://schemas.microsoft.com/office/drawing/2014/main" id="{39A4F9CA-141F-C08B-07FD-43CBC1895E21}"/>
                  </a:ext>
                </a:extLst>
              </p:cNvPr>
              <p:cNvSpPr/>
              <p:nvPr/>
            </p:nvSpPr>
            <p:spPr>
              <a:xfrm>
                <a:off x="3688450" y="4540325"/>
                <a:ext cx="37750" cy="59075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2363" extrusionOk="0">
                    <a:moveTo>
                      <a:pt x="1439" y="1"/>
                    </a:moveTo>
                    <a:cubicBezTo>
                      <a:pt x="1364" y="1"/>
                      <a:pt x="901" y="775"/>
                      <a:pt x="426" y="1512"/>
                    </a:cubicBezTo>
                    <a:cubicBezTo>
                      <a:pt x="1" y="2311"/>
                      <a:pt x="1" y="2311"/>
                      <a:pt x="52" y="2363"/>
                    </a:cubicBezTo>
                    <a:cubicBezTo>
                      <a:pt x="104" y="2363"/>
                      <a:pt x="155" y="2363"/>
                      <a:pt x="594" y="1615"/>
                    </a:cubicBezTo>
                    <a:cubicBezTo>
                      <a:pt x="1019" y="803"/>
                      <a:pt x="1509" y="3"/>
                      <a:pt x="1445" y="3"/>
                    </a:cubicBezTo>
                    <a:cubicBezTo>
                      <a:pt x="1443" y="2"/>
                      <a:pt x="1441" y="1"/>
                      <a:pt x="1439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140;p32">
                <a:extLst>
                  <a:ext uri="{FF2B5EF4-FFF2-40B4-BE49-F238E27FC236}">
                    <a16:creationId xmlns:a16="http://schemas.microsoft.com/office/drawing/2014/main" id="{953AB786-DF8C-06A1-F34D-B0DF43C5D515}"/>
                  </a:ext>
                </a:extLst>
              </p:cNvPr>
              <p:cNvSpPr/>
              <p:nvPr/>
            </p:nvSpPr>
            <p:spPr>
              <a:xfrm>
                <a:off x="3646875" y="4540325"/>
                <a:ext cx="39025" cy="64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583" extrusionOk="0">
                    <a:moveTo>
                      <a:pt x="1491" y="1"/>
                    </a:moveTo>
                    <a:cubicBezTo>
                      <a:pt x="1417" y="1"/>
                      <a:pt x="953" y="828"/>
                      <a:pt x="477" y="1667"/>
                    </a:cubicBezTo>
                    <a:cubicBezTo>
                      <a:pt x="0" y="2479"/>
                      <a:pt x="52" y="2531"/>
                      <a:pt x="52" y="2582"/>
                    </a:cubicBezTo>
                    <a:cubicBezTo>
                      <a:pt x="104" y="2582"/>
                      <a:pt x="155" y="2582"/>
                      <a:pt x="645" y="1718"/>
                    </a:cubicBezTo>
                    <a:cubicBezTo>
                      <a:pt x="1071" y="867"/>
                      <a:pt x="1561" y="3"/>
                      <a:pt x="1496" y="3"/>
                    </a:cubicBezTo>
                    <a:cubicBezTo>
                      <a:pt x="1495" y="2"/>
                      <a:pt x="1493" y="1"/>
                      <a:pt x="149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440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0BBA-A0BA-A1D3-BC98-CE5B8BE6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F4F162-3CE1-CE81-64D8-248441B3D704}"/>
              </a:ext>
            </a:extLst>
          </p:cNvPr>
          <p:cNvSpPr txBox="1"/>
          <p:nvPr/>
        </p:nvSpPr>
        <p:spPr>
          <a:xfrm>
            <a:off x="473203" y="1114167"/>
            <a:ext cx="4196334" cy="373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On and System Initialization</a:t>
            </a:r>
            <a:r>
              <a:rPr lang="ar-SA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system runs on a 7.4V Li-ion battery, which is regulated down to 5V by a voltage regulator to supply the ESP32.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Once powered, the ESP32 initializes the necessary GPIOs and I2C communication with mounted sensors (flex sensor and MPU6050). It also establishes a UDP connection to the laptop.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64D6713E-6AB1-4081-FE29-EE0A07CD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00" y="379196"/>
            <a:ext cx="7723800" cy="572700"/>
          </a:xfrm>
        </p:spPr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138" name="Picture 137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6AC76573-CCC1-D277-B786-3CE7E18F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70" y="1569856"/>
            <a:ext cx="3874628" cy="27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7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B3EA-6392-1FCA-C766-DC69E8B0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79630-6C49-07CA-2473-9AC580360003}"/>
              </a:ext>
            </a:extLst>
          </p:cNvPr>
          <p:cNvSpPr txBox="1"/>
          <p:nvPr/>
        </p:nvSpPr>
        <p:spPr>
          <a:xfrm>
            <a:off x="919685" y="1254288"/>
            <a:ext cx="4595744" cy="345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Data Acquisition: </a:t>
            </a:r>
            <a:endParaRPr lang="en-US" sz="1800" b="1" kern="10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flex sensor, which is strapped to the index finger using a silicone glove, gives analog readings to the ESP32. 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MPU6050, contained in a 3D-printed case in the glove's rear, gives the gyroscope readings (movement Y-axis, rotation Z-axis) constantly through I2C. 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ESP32 reads these values in real time and prepares them to send.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AB3A8E68-A769-4788-6A1A-6957B4E8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2050" name="Picture 2" descr="Interface MPU6050 Accelerometer ...">
            <a:extLst>
              <a:ext uri="{FF2B5EF4-FFF2-40B4-BE49-F238E27FC236}">
                <a16:creationId xmlns:a16="http://schemas.microsoft.com/office/drawing/2014/main" id="{1FDCB731-AFE8-5A96-2C23-C61116FB0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868" y="1816608"/>
            <a:ext cx="2597447" cy="236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92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DA37-ADD5-0F69-2507-97115765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155B3F-F7D8-4363-0867-27AF03244444}"/>
              </a:ext>
            </a:extLst>
          </p:cNvPr>
          <p:cNvSpPr txBox="1"/>
          <p:nvPr/>
        </p:nvSpPr>
        <p:spPr>
          <a:xfrm>
            <a:off x="970485" y="1510697"/>
            <a:ext cx="3065067" cy="2165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Transmission using UDP: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ESP32 transmits the sensor readings collected wirelessly to the laptop using UDP protocol. This ensures low-latency transmission for fast gameplay.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68A785D9-968E-B468-613A-B1D50D36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F773DA-0F68-DA10-B33F-340BD003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349" y="19269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4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87D62-A00A-0876-7174-7E8957CD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872A8-8008-431F-F041-81F217A786DB}"/>
              </a:ext>
            </a:extLst>
          </p:cNvPr>
          <p:cNvSpPr txBox="1"/>
          <p:nvPr/>
        </p:nvSpPr>
        <p:spPr>
          <a:xfrm>
            <a:off x="720000" y="1401550"/>
            <a:ext cx="4620096" cy="372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Processing in Python Script: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laptop hosts a Python script that reads 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serial output and writes it on a txt file that the Unity game code checks 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If the value of the flex sensor goes over a shooting threshold.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If MPU6050 values indicate forward/backward movement or left/right turning.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9F4693DC-4E3D-7C42-97FB-BBD23CB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DCF6C-A5B0-83E5-BBC1-F8B3B1615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74" y="1401550"/>
            <a:ext cx="3144012" cy="314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5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869E-BDDF-7259-FA6F-FA78E413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9D040-EFFC-92BB-DFF2-DF2CF9DBCC9A}"/>
              </a:ext>
            </a:extLst>
          </p:cNvPr>
          <p:cNvSpPr txBox="1"/>
          <p:nvPr/>
        </p:nvSpPr>
        <p:spPr>
          <a:xfrm>
            <a:off x="402336" y="1133326"/>
            <a:ext cx="5279897" cy="424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Gesture-to-Action Mapping: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unity code interprets the sensor readings to respective game actions: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Finger fold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(flex sensor) → shoots the weapon.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Move forward/backward (MPU6050 Y-axis)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→ moves the player forward/backward.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Turn left/right (MPU6050 Z-axis)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→ turns the direction of the player.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These commands are communicated to the Unity game environment.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892E81AA-2AF1-691E-3A3E-4CD024C8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00" y="396080"/>
            <a:ext cx="7723800" cy="572700"/>
          </a:xfrm>
        </p:spPr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6" name="Picture 5" descr="A black gloved hand pointing at an object&#10;&#10;AI-generated content may be incorrect.">
            <a:extLst>
              <a:ext uri="{FF2B5EF4-FFF2-40B4-BE49-F238E27FC236}">
                <a16:creationId xmlns:a16="http://schemas.microsoft.com/office/drawing/2014/main" id="{32A21E34-A1FA-0747-1033-79479FB3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738" y="1340358"/>
            <a:ext cx="3217926" cy="32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25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96F4-78E8-0219-BECC-2AFDC1D4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4813FF-F510-7416-4AB8-338CE376208D}"/>
              </a:ext>
            </a:extLst>
          </p:cNvPr>
          <p:cNvSpPr txBox="1"/>
          <p:nvPr/>
        </p:nvSpPr>
        <p:spPr>
          <a:xfrm>
            <a:off x="720001" y="1645390"/>
            <a:ext cx="4742016" cy="2881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and Audio Feedback: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laptop screen (visual actuator) displays the game, and the laptop speakers (audio actuator) provide sound effects such as footsteps, guns, or zombie screams. These feedbacks are a result of the player's actions and maintain the player engaged.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908B00A4-3427-D146-8115-A4051D3B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3" name="Picture 2" descr="A green zombie with text on it&#10;&#10;AI-generated content may be incorrect.">
            <a:extLst>
              <a:ext uri="{FF2B5EF4-FFF2-40B4-BE49-F238E27FC236}">
                <a16:creationId xmlns:a16="http://schemas.microsoft.com/office/drawing/2014/main" id="{AF414C51-0B2D-5EC1-2DDB-FD1E4A97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60" y="1750351"/>
            <a:ext cx="3379466" cy="267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17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DB1C-B658-B14D-091A-3EF8F890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4E3A33-A8BB-0627-99BE-DEDDD657E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2097"/>
              </p:ext>
            </p:extLst>
          </p:nvPr>
        </p:nvGraphicFramePr>
        <p:xfrm>
          <a:off x="377952" y="1347125"/>
          <a:ext cx="4315968" cy="2951443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38656">
                  <a:extLst>
                    <a:ext uri="{9D8B030D-6E8A-4147-A177-3AD203B41FA5}">
                      <a16:colId xmlns:a16="http://schemas.microsoft.com/office/drawing/2014/main" val="358218677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874452908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50549769"/>
                    </a:ext>
                  </a:extLst>
                </a:gridCol>
              </a:tblGrid>
              <a:tr h="7640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Pin on 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Connects To ESP32 Pin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6261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r>
                        <a:rPr lang="en-US" b="1"/>
                        <a:t>MPU-6050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50418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95266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 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317183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 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776319"/>
                  </a:ext>
                </a:extLst>
              </a:tr>
            </a:tbl>
          </a:graphicData>
        </a:graphic>
      </p:graphicFrame>
      <p:pic>
        <p:nvPicPr>
          <p:cNvPr id="7" name="Picture 6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3FE24D56-AE3A-A4D2-8F5A-6887572C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1" t="16733" r="10632"/>
          <a:stretch/>
        </p:blipFill>
        <p:spPr>
          <a:xfrm>
            <a:off x="4960620" y="1365768"/>
            <a:ext cx="4000500" cy="31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2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B2A1-8350-963D-C973-58BCC6E5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BDD2-6B74-CF56-EE93-279CD3E9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8164FD-93CF-CA74-078A-F5ED35350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59070"/>
              </p:ext>
            </p:extLst>
          </p:nvPr>
        </p:nvGraphicFramePr>
        <p:xfrm>
          <a:off x="377952" y="1347125"/>
          <a:ext cx="4315968" cy="2404602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38656">
                  <a:extLst>
                    <a:ext uri="{9D8B030D-6E8A-4147-A177-3AD203B41FA5}">
                      <a16:colId xmlns:a16="http://schemas.microsoft.com/office/drawing/2014/main" val="358218677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874452908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50549769"/>
                    </a:ext>
                  </a:extLst>
                </a:gridCol>
              </a:tblGrid>
              <a:tr h="7640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Pin on 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Connects To ESP32 Pin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6261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r>
                        <a:rPr lang="en-US" b="1" dirty="0"/>
                        <a:t>Flex sensor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side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50418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 through resistor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95266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 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317183"/>
                  </a:ext>
                </a:extLst>
              </a:tr>
            </a:tbl>
          </a:graphicData>
        </a:graphic>
      </p:graphicFrame>
      <p:pic>
        <p:nvPicPr>
          <p:cNvPr id="5" name="Picture 4" descr="A diagram of a microchip&#10;&#10;AI-generated content may be incorrect.">
            <a:extLst>
              <a:ext uri="{FF2B5EF4-FFF2-40B4-BE49-F238E27FC236}">
                <a16:creationId xmlns:a16="http://schemas.microsoft.com/office/drawing/2014/main" id="{23647FAE-2E91-DC26-E1C2-20745AE0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359" y="1262655"/>
            <a:ext cx="3445225" cy="33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67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C9F1-CDEC-4FD6-D4AD-C315F432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2" y="433197"/>
            <a:ext cx="4008887" cy="914400"/>
          </a:xfrm>
        </p:spPr>
        <p:txBody>
          <a:bodyPr/>
          <a:lstStyle/>
          <a:p>
            <a:r>
              <a:rPr lang="en-US" dirty="0"/>
              <a:t>6.Conclusion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DEB8-47E2-7EBA-D99A-7ADC656B9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024" y="1463040"/>
            <a:ext cx="5215896" cy="2682240"/>
          </a:xfrm>
        </p:spPr>
        <p:txBody>
          <a:bodyPr/>
          <a:lstStyle/>
          <a:p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this project, we designed and built a gaming gesture glove that lets players control a game using hand movements. We tested it on a zombie-killer game to show how it works in a real gaming situation. While the main goal was to make gameplay more fun and interactive, our project also has the potential to make an economic impact. 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hand with a finger pointing up&#10;&#10;AI-generated content may be incorrect.">
            <a:extLst>
              <a:ext uri="{FF2B5EF4-FFF2-40B4-BE49-F238E27FC236}">
                <a16:creationId xmlns:a16="http://schemas.microsoft.com/office/drawing/2014/main" id="{04BAB76A-0621-88F2-24C9-D5A6AE67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329" y="1222601"/>
            <a:ext cx="2886478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40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/>
        </p:nvSpPr>
        <p:spPr>
          <a:xfrm>
            <a:off x="71430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31616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7.Expected impact and future opportunities</a:t>
            </a:r>
            <a:endParaRPr sz="1800" dirty="0"/>
          </a:p>
        </p:txBody>
      </p:sp>
      <p:cxnSp>
        <p:nvCxnSpPr>
          <p:cNvPr id="445" name="Google Shape;445;p21"/>
          <p:cNvCxnSpPr>
            <a:cxnSpLocks/>
            <a:endCxn id="446" idx="0"/>
          </p:cNvCxnSpPr>
          <p:nvPr/>
        </p:nvCxnSpPr>
        <p:spPr>
          <a:xfrm rot="5400000">
            <a:off x="2911350" y="207875"/>
            <a:ext cx="335700" cy="29856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21"/>
          <p:cNvCxnSpPr>
            <a:cxnSpLocks/>
            <a:endCxn id="448" idx="0"/>
          </p:cNvCxnSpPr>
          <p:nvPr/>
        </p:nvCxnSpPr>
        <p:spPr>
          <a:xfrm rot="5400000">
            <a:off x="3906600" y="1203125"/>
            <a:ext cx="335700" cy="9951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1"/>
          <p:cNvCxnSpPr>
            <a:cxnSpLocks/>
            <a:endCxn id="450" idx="0"/>
          </p:cNvCxnSpPr>
          <p:nvPr/>
        </p:nvCxnSpPr>
        <p:spPr>
          <a:xfrm rot="-5400000" flipH="1">
            <a:off x="4902000" y="1202825"/>
            <a:ext cx="335700" cy="9957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1"/>
          <p:cNvCxnSpPr>
            <a:cxnSpLocks/>
            <a:endCxn id="452" idx="0"/>
          </p:cNvCxnSpPr>
          <p:nvPr/>
        </p:nvCxnSpPr>
        <p:spPr>
          <a:xfrm rot="-5400000" flipH="1">
            <a:off x="5897400" y="207425"/>
            <a:ext cx="335700" cy="29865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3" name="Google Shape;453;p21"/>
          <p:cNvGrpSpPr/>
          <p:nvPr/>
        </p:nvGrpSpPr>
        <p:grpSpPr>
          <a:xfrm>
            <a:off x="709975" y="1868475"/>
            <a:ext cx="1762625" cy="2486823"/>
            <a:chOff x="709975" y="1868475"/>
            <a:chExt cx="1762625" cy="2486823"/>
          </a:xfrm>
        </p:grpSpPr>
        <p:sp>
          <p:nvSpPr>
            <p:cNvPr id="446" name="Google Shape;446;p21"/>
            <p:cNvSpPr txBox="1"/>
            <p:nvPr/>
          </p:nvSpPr>
          <p:spPr>
            <a:xfrm>
              <a:off x="7099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5" name="Google Shape;455;p21"/>
            <p:cNvSpPr txBox="1"/>
            <p:nvPr/>
          </p:nvSpPr>
          <p:spPr>
            <a:xfrm>
              <a:off x="720000" y="3451098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 Cheaper Option for Motion Control </a:t>
              </a:r>
            </a:p>
          </p:txBody>
        </p:sp>
      </p:grpSp>
      <p:grpSp>
        <p:nvGrpSpPr>
          <p:cNvPr id="456" name="Google Shape;456;p21"/>
          <p:cNvGrpSpPr/>
          <p:nvPr/>
        </p:nvGrpSpPr>
        <p:grpSpPr>
          <a:xfrm>
            <a:off x="2692482" y="1868475"/>
            <a:ext cx="1998891" cy="2452485"/>
            <a:chOff x="2692482" y="1868475"/>
            <a:chExt cx="1998891" cy="2452485"/>
          </a:xfrm>
        </p:grpSpPr>
        <p:sp>
          <p:nvSpPr>
            <p:cNvPr id="448" name="Google Shape;448;p21"/>
            <p:cNvSpPr txBox="1"/>
            <p:nvPr/>
          </p:nvSpPr>
          <p:spPr>
            <a:xfrm>
              <a:off x="27006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8" name="Google Shape;458;p21"/>
            <p:cNvSpPr txBox="1"/>
            <p:nvPr/>
          </p:nvSpPr>
          <p:spPr>
            <a:xfrm>
              <a:off x="2692482" y="3416760"/>
              <a:ext cx="1998891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New Opportunities in the Gaming Market </a:t>
              </a:r>
            </a:p>
          </p:txBody>
        </p:sp>
      </p:grpSp>
      <p:grpSp>
        <p:nvGrpSpPr>
          <p:cNvPr id="459" name="Google Shape;459;p21"/>
          <p:cNvGrpSpPr/>
          <p:nvPr/>
        </p:nvGrpSpPr>
        <p:grpSpPr>
          <a:xfrm>
            <a:off x="4682377" y="1868475"/>
            <a:ext cx="1867921" cy="2452485"/>
            <a:chOff x="4682377" y="1868475"/>
            <a:chExt cx="1867921" cy="2452485"/>
          </a:xfrm>
        </p:grpSpPr>
        <p:sp>
          <p:nvSpPr>
            <p:cNvPr id="450" name="Google Shape;450;p21"/>
            <p:cNvSpPr txBox="1"/>
            <p:nvPr/>
          </p:nvSpPr>
          <p:spPr>
            <a:xfrm>
              <a:off x="46913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1" name="Google Shape;461;p21"/>
            <p:cNvSpPr txBox="1"/>
            <p:nvPr/>
          </p:nvSpPr>
          <p:spPr>
            <a:xfrm>
              <a:off x="4682377" y="3416760"/>
              <a:ext cx="1867921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Rehabilitation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</a:t>
              </a: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emulation training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</a:t>
              </a: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ducation 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462" name="Google Shape;462;p21"/>
          <p:cNvGrpSpPr/>
          <p:nvPr/>
        </p:nvGrpSpPr>
        <p:grpSpPr>
          <a:xfrm>
            <a:off x="6659554" y="1868475"/>
            <a:ext cx="1775121" cy="2486823"/>
            <a:chOff x="6659554" y="1868475"/>
            <a:chExt cx="1775121" cy="2486823"/>
          </a:xfrm>
        </p:grpSpPr>
        <p:sp>
          <p:nvSpPr>
            <p:cNvPr id="452" name="Google Shape;452;p21"/>
            <p:cNvSpPr txBox="1"/>
            <p:nvPr/>
          </p:nvSpPr>
          <p:spPr>
            <a:xfrm>
              <a:off x="66820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4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4" name="Google Shape;464;p21"/>
            <p:cNvSpPr txBox="1"/>
            <p:nvPr/>
          </p:nvSpPr>
          <p:spPr>
            <a:xfrm>
              <a:off x="6659554" y="3451098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Encouraging innovation and tech skills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465" name="Google Shape;465;p21"/>
          <p:cNvSpPr/>
          <p:nvPr/>
        </p:nvSpPr>
        <p:spPr>
          <a:xfrm>
            <a:off x="11709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21"/>
          <p:cNvGrpSpPr/>
          <p:nvPr/>
        </p:nvGrpSpPr>
        <p:grpSpPr>
          <a:xfrm>
            <a:off x="7426932" y="2558460"/>
            <a:ext cx="262885" cy="416751"/>
            <a:chOff x="7978836" y="3740301"/>
            <a:chExt cx="328566" cy="520874"/>
          </a:xfrm>
        </p:grpSpPr>
        <p:sp>
          <p:nvSpPr>
            <p:cNvPr id="467" name="Google Shape;467;p21"/>
            <p:cNvSpPr/>
            <p:nvPr/>
          </p:nvSpPr>
          <p:spPr>
            <a:xfrm>
              <a:off x="8174836" y="3768470"/>
              <a:ext cx="125113" cy="266537"/>
            </a:xfrm>
            <a:custGeom>
              <a:avLst/>
              <a:gdLst/>
              <a:ahLst/>
              <a:cxnLst/>
              <a:rect l="l" t="t" r="r" b="b"/>
              <a:pathLst>
                <a:path w="7578" h="16144" extrusionOk="0">
                  <a:moveTo>
                    <a:pt x="1" y="0"/>
                  </a:moveTo>
                  <a:lnTo>
                    <a:pt x="1" y="15237"/>
                  </a:lnTo>
                  <a:lnTo>
                    <a:pt x="2569" y="16144"/>
                  </a:lnTo>
                  <a:lnTo>
                    <a:pt x="2589" y="16144"/>
                  </a:lnTo>
                  <a:lnTo>
                    <a:pt x="7415" y="2608"/>
                  </a:lnTo>
                  <a:cubicBezTo>
                    <a:pt x="7577" y="2154"/>
                    <a:pt x="7331" y="1681"/>
                    <a:pt x="6902" y="1518"/>
                  </a:cubicBezTo>
                  <a:lnTo>
                    <a:pt x="2628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7986580" y="3825437"/>
              <a:ext cx="50223" cy="174989"/>
            </a:xfrm>
            <a:custGeom>
              <a:avLst/>
              <a:gdLst/>
              <a:ahLst/>
              <a:cxnLst/>
              <a:rect l="l" t="t" r="r" b="b"/>
              <a:pathLst>
                <a:path w="3042" h="10599" extrusionOk="0">
                  <a:moveTo>
                    <a:pt x="1479" y="1"/>
                  </a:moveTo>
                  <a:cubicBezTo>
                    <a:pt x="661" y="1"/>
                    <a:pt x="0" y="676"/>
                    <a:pt x="0" y="1480"/>
                  </a:cubicBezTo>
                  <a:lnTo>
                    <a:pt x="0" y="10599"/>
                  </a:lnTo>
                  <a:lnTo>
                    <a:pt x="331" y="10599"/>
                  </a:lnTo>
                  <a:cubicBezTo>
                    <a:pt x="1809" y="10599"/>
                    <a:pt x="3042" y="9386"/>
                    <a:pt x="3042" y="7888"/>
                  </a:cubicBezTo>
                  <a:lnTo>
                    <a:pt x="304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8108671" y="4030631"/>
              <a:ext cx="96039" cy="35265"/>
            </a:xfrm>
            <a:custGeom>
              <a:avLst/>
              <a:gdLst/>
              <a:ahLst/>
              <a:cxnLst/>
              <a:rect l="l" t="t" r="r" b="b"/>
              <a:pathLst>
                <a:path w="5817" h="2136" extrusionOk="0">
                  <a:moveTo>
                    <a:pt x="0" y="1"/>
                  </a:moveTo>
                  <a:lnTo>
                    <a:pt x="0" y="2135"/>
                  </a:lnTo>
                  <a:lnTo>
                    <a:pt x="5817" y="2135"/>
                  </a:lnTo>
                  <a:lnTo>
                    <a:pt x="5817" y="1"/>
                  </a:lnTo>
                  <a:close/>
                </a:path>
              </a:pathLst>
            </a:custGeom>
            <a:solidFill>
              <a:srgbClr val="FECA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8011001" y="3748111"/>
              <a:ext cx="207943" cy="296751"/>
            </a:xfrm>
            <a:custGeom>
              <a:avLst/>
              <a:gdLst/>
              <a:ahLst/>
              <a:cxnLst/>
              <a:rect l="l" t="t" r="r" b="b"/>
              <a:pathLst>
                <a:path w="12595" h="17974" extrusionOk="0">
                  <a:moveTo>
                    <a:pt x="863" y="1"/>
                  </a:moveTo>
                  <a:cubicBezTo>
                    <a:pt x="394" y="1"/>
                    <a:pt x="0" y="390"/>
                    <a:pt x="0" y="844"/>
                  </a:cubicBezTo>
                  <a:lnTo>
                    <a:pt x="0" y="17973"/>
                  </a:lnTo>
                  <a:lnTo>
                    <a:pt x="11752" y="17973"/>
                  </a:lnTo>
                  <a:cubicBezTo>
                    <a:pt x="12121" y="17973"/>
                    <a:pt x="12427" y="17727"/>
                    <a:pt x="12550" y="17397"/>
                  </a:cubicBezTo>
                  <a:cubicBezTo>
                    <a:pt x="12570" y="17313"/>
                    <a:pt x="12595" y="17209"/>
                    <a:pt x="12595" y="17111"/>
                  </a:cubicBezTo>
                  <a:lnTo>
                    <a:pt x="12595" y="844"/>
                  </a:lnTo>
                  <a:cubicBezTo>
                    <a:pt x="12595" y="390"/>
                    <a:pt x="12225" y="1"/>
                    <a:pt x="11752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8068695" y="4006881"/>
              <a:ext cx="92555" cy="81559"/>
            </a:xfrm>
            <a:custGeom>
              <a:avLst/>
              <a:gdLst/>
              <a:ahLst/>
              <a:cxnLst/>
              <a:rect l="l" t="t" r="r" b="b"/>
              <a:pathLst>
                <a:path w="5606" h="4940" extrusionOk="0">
                  <a:moveTo>
                    <a:pt x="1878" y="0"/>
                  </a:moveTo>
                  <a:cubicBezTo>
                    <a:pt x="1438" y="0"/>
                    <a:pt x="1000" y="167"/>
                    <a:pt x="657" y="499"/>
                  </a:cubicBezTo>
                  <a:cubicBezTo>
                    <a:pt x="657" y="519"/>
                    <a:pt x="637" y="539"/>
                    <a:pt x="617" y="539"/>
                  </a:cubicBezTo>
                  <a:cubicBezTo>
                    <a:pt x="1" y="1199"/>
                    <a:pt x="40" y="2225"/>
                    <a:pt x="657" y="2880"/>
                  </a:cubicBezTo>
                  <a:lnTo>
                    <a:pt x="2569" y="4832"/>
                  </a:lnTo>
                  <a:cubicBezTo>
                    <a:pt x="2631" y="4904"/>
                    <a:pt x="2717" y="4940"/>
                    <a:pt x="2803" y="4940"/>
                  </a:cubicBezTo>
                  <a:cubicBezTo>
                    <a:pt x="2890" y="4940"/>
                    <a:pt x="2976" y="4904"/>
                    <a:pt x="3037" y="4832"/>
                  </a:cubicBezTo>
                  <a:lnTo>
                    <a:pt x="4950" y="2880"/>
                  </a:lnTo>
                  <a:cubicBezTo>
                    <a:pt x="5566" y="2225"/>
                    <a:pt x="5606" y="1199"/>
                    <a:pt x="4990" y="539"/>
                  </a:cubicBezTo>
                  <a:cubicBezTo>
                    <a:pt x="4970" y="539"/>
                    <a:pt x="4970" y="519"/>
                    <a:pt x="4950" y="499"/>
                  </a:cubicBezTo>
                  <a:cubicBezTo>
                    <a:pt x="4618" y="167"/>
                    <a:pt x="4178" y="0"/>
                    <a:pt x="3739" y="0"/>
                  </a:cubicBezTo>
                  <a:cubicBezTo>
                    <a:pt x="3416" y="0"/>
                    <a:pt x="3094" y="91"/>
                    <a:pt x="2816" y="273"/>
                  </a:cubicBezTo>
                  <a:cubicBezTo>
                    <a:pt x="2527" y="91"/>
                    <a:pt x="2202" y="0"/>
                    <a:pt x="187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7986580" y="3927514"/>
              <a:ext cx="218114" cy="280455"/>
            </a:xfrm>
            <a:custGeom>
              <a:avLst/>
              <a:gdLst/>
              <a:ahLst/>
              <a:cxnLst/>
              <a:rect l="l" t="t" r="r" b="b"/>
              <a:pathLst>
                <a:path w="13211" h="16987" extrusionOk="0">
                  <a:moveTo>
                    <a:pt x="3845" y="0"/>
                  </a:moveTo>
                  <a:cubicBezTo>
                    <a:pt x="3554" y="0"/>
                    <a:pt x="3249" y="84"/>
                    <a:pt x="3002" y="286"/>
                  </a:cubicBezTo>
                  <a:lnTo>
                    <a:pt x="1479" y="1459"/>
                  </a:lnTo>
                  <a:lnTo>
                    <a:pt x="434" y="2258"/>
                  </a:lnTo>
                  <a:cubicBezTo>
                    <a:pt x="168" y="2465"/>
                    <a:pt x="0" y="2795"/>
                    <a:pt x="0" y="3140"/>
                  </a:cubicBezTo>
                  <a:lnTo>
                    <a:pt x="0" y="7887"/>
                  </a:lnTo>
                  <a:cubicBezTo>
                    <a:pt x="0" y="9573"/>
                    <a:pt x="1233" y="10988"/>
                    <a:pt x="2859" y="11254"/>
                  </a:cubicBezTo>
                  <a:lnTo>
                    <a:pt x="2835" y="16987"/>
                  </a:lnTo>
                  <a:lnTo>
                    <a:pt x="11298" y="16987"/>
                  </a:lnTo>
                  <a:lnTo>
                    <a:pt x="11298" y="11214"/>
                  </a:lnTo>
                  <a:cubicBezTo>
                    <a:pt x="12407" y="10929"/>
                    <a:pt x="13211" y="9918"/>
                    <a:pt x="13211" y="8730"/>
                  </a:cubicBezTo>
                  <a:lnTo>
                    <a:pt x="13211" y="7108"/>
                  </a:lnTo>
                  <a:lnTo>
                    <a:pt x="7394" y="7108"/>
                  </a:lnTo>
                  <a:cubicBezTo>
                    <a:pt x="6758" y="6019"/>
                    <a:pt x="5590" y="5299"/>
                    <a:pt x="4235" y="5299"/>
                  </a:cubicBezTo>
                  <a:lnTo>
                    <a:pt x="2776" y="5299"/>
                  </a:lnTo>
                  <a:lnTo>
                    <a:pt x="2776" y="3963"/>
                  </a:lnTo>
                  <a:lnTo>
                    <a:pt x="4708" y="2485"/>
                  </a:lnTo>
                  <a:cubicBezTo>
                    <a:pt x="5299" y="2011"/>
                    <a:pt x="5423" y="1129"/>
                    <a:pt x="4954" y="533"/>
                  </a:cubicBezTo>
                  <a:cubicBezTo>
                    <a:pt x="4663" y="183"/>
                    <a:pt x="4254" y="0"/>
                    <a:pt x="3845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8010011" y="4199847"/>
              <a:ext cx="186563" cy="53889"/>
            </a:xfrm>
            <a:custGeom>
              <a:avLst/>
              <a:gdLst/>
              <a:ahLst/>
              <a:cxnLst/>
              <a:rect l="l" t="t" r="r" b="b"/>
              <a:pathLst>
                <a:path w="11300" h="3264" extrusionOk="0">
                  <a:moveTo>
                    <a:pt x="1110" y="1"/>
                  </a:moveTo>
                  <a:cubicBezTo>
                    <a:pt x="494" y="1"/>
                    <a:pt x="1" y="494"/>
                    <a:pt x="1" y="1110"/>
                  </a:cubicBezTo>
                  <a:lnTo>
                    <a:pt x="1" y="3160"/>
                  </a:lnTo>
                  <a:cubicBezTo>
                    <a:pt x="1" y="3225"/>
                    <a:pt x="40" y="3264"/>
                    <a:pt x="104" y="3264"/>
                  </a:cubicBezTo>
                  <a:lnTo>
                    <a:pt x="11196" y="3264"/>
                  </a:lnTo>
                  <a:cubicBezTo>
                    <a:pt x="11255" y="3264"/>
                    <a:pt x="11299" y="3225"/>
                    <a:pt x="11299" y="3160"/>
                  </a:cubicBezTo>
                  <a:lnTo>
                    <a:pt x="11299" y="1110"/>
                  </a:lnTo>
                  <a:cubicBezTo>
                    <a:pt x="11299" y="494"/>
                    <a:pt x="10806" y="1"/>
                    <a:pt x="1019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7978836" y="3740301"/>
              <a:ext cx="328566" cy="520874"/>
            </a:xfrm>
            <a:custGeom>
              <a:avLst/>
              <a:gdLst/>
              <a:ahLst/>
              <a:cxnLst/>
              <a:rect l="l" t="t" r="r" b="b"/>
              <a:pathLst>
                <a:path w="19901" h="31549" extrusionOk="0">
                  <a:moveTo>
                    <a:pt x="1500" y="5729"/>
                  </a:moveTo>
                  <a:lnTo>
                    <a:pt x="1500" y="12570"/>
                  </a:lnTo>
                  <a:lnTo>
                    <a:pt x="923" y="12980"/>
                  </a:lnTo>
                  <a:lnTo>
                    <a:pt x="923" y="6636"/>
                  </a:lnTo>
                  <a:cubicBezTo>
                    <a:pt x="923" y="6246"/>
                    <a:pt x="1150" y="5916"/>
                    <a:pt x="1500" y="5729"/>
                  </a:cubicBezTo>
                  <a:close/>
                  <a:moveTo>
                    <a:pt x="13700" y="922"/>
                  </a:moveTo>
                  <a:cubicBezTo>
                    <a:pt x="13902" y="922"/>
                    <a:pt x="14089" y="1110"/>
                    <a:pt x="14089" y="1317"/>
                  </a:cubicBezTo>
                  <a:lnTo>
                    <a:pt x="14089" y="3614"/>
                  </a:lnTo>
                  <a:cubicBezTo>
                    <a:pt x="14089" y="3880"/>
                    <a:pt x="14271" y="4107"/>
                    <a:pt x="14543" y="4107"/>
                  </a:cubicBezTo>
                  <a:cubicBezTo>
                    <a:pt x="14789" y="4107"/>
                    <a:pt x="15011" y="3905"/>
                    <a:pt x="15011" y="3634"/>
                  </a:cubicBezTo>
                  <a:lnTo>
                    <a:pt x="15011" y="2382"/>
                  </a:lnTo>
                  <a:lnTo>
                    <a:pt x="18668" y="3698"/>
                  </a:lnTo>
                  <a:cubicBezTo>
                    <a:pt x="18772" y="3737"/>
                    <a:pt x="18856" y="3801"/>
                    <a:pt x="18895" y="3905"/>
                  </a:cubicBezTo>
                  <a:cubicBezTo>
                    <a:pt x="18935" y="3984"/>
                    <a:pt x="18935" y="4107"/>
                    <a:pt x="18915" y="4191"/>
                  </a:cubicBezTo>
                  <a:lnTo>
                    <a:pt x="15011" y="15055"/>
                  </a:lnTo>
                  <a:lnTo>
                    <a:pt x="15011" y="5526"/>
                  </a:lnTo>
                  <a:cubicBezTo>
                    <a:pt x="15011" y="5260"/>
                    <a:pt x="14809" y="5034"/>
                    <a:pt x="14562" y="5034"/>
                  </a:cubicBezTo>
                  <a:cubicBezTo>
                    <a:pt x="14296" y="5034"/>
                    <a:pt x="14089" y="5236"/>
                    <a:pt x="14089" y="5507"/>
                  </a:cubicBezTo>
                  <a:lnTo>
                    <a:pt x="14089" y="17584"/>
                  </a:lnTo>
                  <a:cubicBezTo>
                    <a:pt x="14089" y="17603"/>
                    <a:pt x="14069" y="17643"/>
                    <a:pt x="14050" y="17682"/>
                  </a:cubicBezTo>
                  <a:cubicBezTo>
                    <a:pt x="14025" y="17805"/>
                    <a:pt x="13926" y="17929"/>
                    <a:pt x="13803" y="17953"/>
                  </a:cubicBezTo>
                  <a:cubicBezTo>
                    <a:pt x="13759" y="17973"/>
                    <a:pt x="13739" y="17973"/>
                    <a:pt x="13700" y="17973"/>
                  </a:cubicBezTo>
                  <a:lnTo>
                    <a:pt x="11624" y="17973"/>
                  </a:lnTo>
                  <a:cubicBezTo>
                    <a:pt x="11358" y="17973"/>
                    <a:pt x="11151" y="18175"/>
                    <a:pt x="11131" y="18422"/>
                  </a:cubicBezTo>
                  <a:cubicBezTo>
                    <a:pt x="11131" y="18693"/>
                    <a:pt x="11339" y="18895"/>
                    <a:pt x="11605" y="18895"/>
                  </a:cubicBezTo>
                  <a:lnTo>
                    <a:pt x="13226" y="18895"/>
                  </a:lnTo>
                  <a:lnTo>
                    <a:pt x="13226" y="20068"/>
                  </a:lnTo>
                  <a:cubicBezTo>
                    <a:pt x="13226" y="21236"/>
                    <a:pt x="12280" y="22163"/>
                    <a:pt x="11112" y="22163"/>
                  </a:cubicBezTo>
                  <a:lnTo>
                    <a:pt x="10185" y="22163"/>
                  </a:lnTo>
                  <a:cubicBezTo>
                    <a:pt x="9919" y="22163"/>
                    <a:pt x="9712" y="22365"/>
                    <a:pt x="9692" y="22612"/>
                  </a:cubicBezTo>
                  <a:cubicBezTo>
                    <a:pt x="9692" y="22883"/>
                    <a:pt x="9899" y="23104"/>
                    <a:pt x="10165" y="23104"/>
                  </a:cubicBezTo>
                  <a:lnTo>
                    <a:pt x="11112" y="23104"/>
                  </a:lnTo>
                  <a:cubicBezTo>
                    <a:pt x="11171" y="23104"/>
                    <a:pt x="11235" y="23085"/>
                    <a:pt x="11294" y="23085"/>
                  </a:cubicBezTo>
                  <a:lnTo>
                    <a:pt x="11294" y="27359"/>
                  </a:lnTo>
                  <a:lnTo>
                    <a:pt x="3777" y="27359"/>
                  </a:lnTo>
                  <a:lnTo>
                    <a:pt x="3777" y="23085"/>
                  </a:lnTo>
                  <a:cubicBezTo>
                    <a:pt x="3821" y="23085"/>
                    <a:pt x="3841" y="23104"/>
                    <a:pt x="3880" y="23104"/>
                  </a:cubicBezTo>
                  <a:lnTo>
                    <a:pt x="4827" y="23104"/>
                  </a:lnTo>
                  <a:cubicBezTo>
                    <a:pt x="5093" y="23104"/>
                    <a:pt x="5320" y="22902"/>
                    <a:pt x="5320" y="22656"/>
                  </a:cubicBezTo>
                  <a:cubicBezTo>
                    <a:pt x="5320" y="22390"/>
                    <a:pt x="5113" y="22163"/>
                    <a:pt x="4847" y="22163"/>
                  </a:cubicBezTo>
                  <a:lnTo>
                    <a:pt x="3880" y="22163"/>
                  </a:lnTo>
                  <a:cubicBezTo>
                    <a:pt x="2259" y="22163"/>
                    <a:pt x="923" y="20847"/>
                    <a:pt x="923" y="19225"/>
                  </a:cubicBezTo>
                  <a:lnTo>
                    <a:pt x="923" y="14478"/>
                  </a:lnTo>
                  <a:cubicBezTo>
                    <a:pt x="923" y="14276"/>
                    <a:pt x="1026" y="14089"/>
                    <a:pt x="1189" y="13965"/>
                  </a:cubicBezTo>
                  <a:lnTo>
                    <a:pt x="3757" y="11994"/>
                  </a:lnTo>
                  <a:cubicBezTo>
                    <a:pt x="3920" y="11855"/>
                    <a:pt x="4121" y="11787"/>
                    <a:pt x="4328" y="11787"/>
                  </a:cubicBezTo>
                  <a:cubicBezTo>
                    <a:pt x="4460" y="11787"/>
                    <a:pt x="4595" y="11815"/>
                    <a:pt x="4723" y="11871"/>
                  </a:cubicBezTo>
                  <a:cubicBezTo>
                    <a:pt x="4763" y="11890"/>
                    <a:pt x="4807" y="11915"/>
                    <a:pt x="4827" y="11954"/>
                  </a:cubicBezTo>
                  <a:cubicBezTo>
                    <a:pt x="5132" y="12161"/>
                    <a:pt x="5275" y="12487"/>
                    <a:pt x="5236" y="12837"/>
                  </a:cubicBezTo>
                  <a:cubicBezTo>
                    <a:pt x="5216" y="13083"/>
                    <a:pt x="5093" y="13290"/>
                    <a:pt x="4886" y="13453"/>
                  </a:cubicBezTo>
                  <a:lnTo>
                    <a:pt x="2959" y="14951"/>
                  </a:lnTo>
                  <a:cubicBezTo>
                    <a:pt x="2855" y="15035"/>
                    <a:pt x="2791" y="15178"/>
                    <a:pt x="2791" y="15321"/>
                  </a:cubicBezTo>
                  <a:lnTo>
                    <a:pt x="2791" y="16637"/>
                  </a:lnTo>
                  <a:cubicBezTo>
                    <a:pt x="2791" y="16903"/>
                    <a:pt x="2998" y="17110"/>
                    <a:pt x="3245" y="17110"/>
                  </a:cubicBezTo>
                  <a:lnTo>
                    <a:pt x="4704" y="17110"/>
                  </a:lnTo>
                  <a:cubicBezTo>
                    <a:pt x="6468" y="17110"/>
                    <a:pt x="7908" y="18545"/>
                    <a:pt x="7908" y="20295"/>
                  </a:cubicBezTo>
                  <a:cubicBezTo>
                    <a:pt x="7908" y="20517"/>
                    <a:pt x="8051" y="20704"/>
                    <a:pt x="8258" y="20763"/>
                  </a:cubicBezTo>
                  <a:cubicBezTo>
                    <a:pt x="8293" y="20770"/>
                    <a:pt x="8328" y="20774"/>
                    <a:pt x="8362" y="20774"/>
                  </a:cubicBezTo>
                  <a:cubicBezTo>
                    <a:pt x="8621" y="20774"/>
                    <a:pt x="8829" y="20567"/>
                    <a:pt x="8829" y="20314"/>
                  </a:cubicBezTo>
                  <a:cubicBezTo>
                    <a:pt x="8829" y="19822"/>
                    <a:pt x="8751" y="19348"/>
                    <a:pt x="8583" y="18895"/>
                  </a:cubicBezTo>
                  <a:lnTo>
                    <a:pt x="9736" y="18895"/>
                  </a:lnTo>
                  <a:cubicBezTo>
                    <a:pt x="9983" y="18895"/>
                    <a:pt x="10205" y="18712"/>
                    <a:pt x="10205" y="18446"/>
                  </a:cubicBezTo>
                  <a:cubicBezTo>
                    <a:pt x="10205" y="18200"/>
                    <a:pt x="10003" y="17973"/>
                    <a:pt x="9756" y="17973"/>
                  </a:cubicBezTo>
                  <a:lnTo>
                    <a:pt x="8110" y="17973"/>
                  </a:lnTo>
                  <a:cubicBezTo>
                    <a:pt x="7370" y="16884"/>
                    <a:pt x="6118" y="16184"/>
                    <a:pt x="4704" y="16184"/>
                  </a:cubicBezTo>
                  <a:lnTo>
                    <a:pt x="3718" y="16184"/>
                  </a:lnTo>
                  <a:lnTo>
                    <a:pt x="3718" y="15548"/>
                  </a:lnTo>
                  <a:lnTo>
                    <a:pt x="5463" y="14173"/>
                  </a:lnTo>
                  <a:cubicBezTo>
                    <a:pt x="5832" y="13887"/>
                    <a:pt x="6079" y="13453"/>
                    <a:pt x="6163" y="12980"/>
                  </a:cubicBezTo>
                  <a:cubicBezTo>
                    <a:pt x="6222" y="12506"/>
                    <a:pt x="6099" y="12013"/>
                    <a:pt x="5813" y="11624"/>
                  </a:cubicBezTo>
                  <a:cubicBezTo>
                    <a:pt x="5522" y="11215"/>
                    <a:pt x="5054" y="10949"/>
                    <a:pt x="4561" y="10885"/>
                  </a:cubicBezTo>
                  <a:cubicBezTo>
                    <a:pt x="4481" y="10875"/>
                    <a:pt x="4401" y="10870"/>
                    <a:pt x="4321" y="10870"/>
                  </a:cubicBezTo>
                  <a:cubicBezTo>
                    <a:pt x="3910" y="10870"/>
                    <a:pt x="3511" y="10998"/>
                    <a:pt x="3180" y="11254"/>
                  </a:cubicBezTo>
                  <a:lnTo>
                    <a:pt x="2421" y="11851"/>
                  </a:lnTo>
                  <a:lnTo>
                    <a:pt x="2421" y="1317"/>
                  </a:lnTo>
                  <a:cubicBezTo>
                    <a:pt x="2421" y="1110"/>
                    <a:pt x="2589" y="922"/>
                    <a:pt x="2811" y="922"/>
                  </a:cubicBezTo>
                  <a:close/>
                  <a:moveTo>
                    <a:pt x="12078" y="28280"/>
                  </a:moveTo>
                  <a:cubicBezTo>
                    <a:pt x="12423" y="28280"/>
                    <a:pt x="12734" y="28571"/>
                    <a:pt x="12734" y="28941"/>
                  </a:cubicBezTo>
                  <a:lnTo>
                    <a:pt x="12734" y="30622"/>
                  </a:lnTo>
                  <a:lnTo>
                    <a:pt x="2362" y="30622"/>
                  </a:lnTo>
                  <a:lnTo>
                    <a:pt x="2362" y="28941"/>
                  </a:lnTo>
                  <a:cubicBezTo>
                    <a:pt x="2362" y="28571"/>
                    <a:pt x="2648" y="28280"/>
                    <a:pt x="2998" y="28280"/>
                  </a:cubicBezTo>
                  <a:close/>
                  <a:moveTo>
                    <a:pt x="2811" y="1"/>
                  </a:moveTo>
                  <a:cubicBezTo>
                    <a:pt x="2071" y="1"/>
                    <a:pt x="1500" y="597"/>
                    <a:pt x="1500" y="1317"/>
                  </a:cubicBezTo>
                  <a:lnTo>
                    <a:pt x="1500" y="4767"/>
                  </a:lnTo>
                  <a:cubicBezTo>
                    <a:pt x="637" y="4969"/>
                    <a:pt x="1" y="5729"/>
                    <a:pt x="1" y="6655"/>
                  </a:cubicBezTo>
                  <a:lnTo>
                    <a:pt x="1" y="19225"/>
                  </a:lnTo>
                  <a:cubicBezTo>
                    <a:pt x="1" y="20990"/>
                    <a:pt x="1209" y="22513"/>
                    <a:pt x="2855" y="22962"/>
                  </a:cubicBezTo>
                  <a:lnTo>
                    <a:pt x="2855" y="27359"/>
                  </a:lnTo>
                  <a:cubicBezTo>
                    <a:pt x="2052" y="27442"/>
                    <a:pt x="1435" y="28118"/>
                    <a:pt x="1435" y="28941"/>
                  </a:cubicBezTo>
                  <a:lnTo>
                    <a:pt x="1435" y="30622"/>
                  </a:lnTo>
                  <a:lnTo>
                    <a:pt x="1046" y="30622"/>
                  </a:lnTo>
                  <a:cubicBezTo>
                    <a:pt x="800" y="30622"/>
                    <a:pt x="573" y="30829"/>
                    <a:pt x="553" y="31075"/>
                  </a:cubicBezTo>
                  <a:cubicBezTo>
                    <a:pt x="553" y="31341"/>
                    <a:pt x="760" y="31548"/>
                    <a:pt x="1026" y="31548"/>
                  </a:cubicBezTo>
                  <a:lnTo>
                    <a:pt x="14518" y="31548"/>
                  </a:lnTo>
                  <a:cubicBezTo>
                    <a:pt x="14789" y="31548"/>
                    <a:pt x="14991" y="31361"/>
                    <a:pt x="15011" y="31115"/>
                  </a:cubicBezTo>
                  <a:cubicBezTo>
                    <a:pt x="15011" y="30848"/>
                    <a:pt x="14809" y="30622"/>
                    <a:pt x="14543" y="30622"/>
                  </a:cubicBezTo>
                  <a:lnTo>
                    <a:pt x="13655" y="30622"/>
                  </a:lnTo>
                  <a:lnTo>
                    <a:pt x="13655" y="28941"/>
                  </a:lnTo>
                  <a:cubicBezTo>
                    <a:pt x="13655" y="28118"/>
                    <a:pt x="13019" y="27442"/>
                    <a:pt x="12241" y="27359"/>
                  </a:cubicBezTo>
                  <a:lnTo>
                    <a:pt x="12241" y="22883"/>
                  </a:lnTo>
                  <a:cubicBezTo>
                    <a:pt x="13350" y="22429"/>
                    <a:pt x="14148" y="21340"/>
                    <a:pt x="14148" y="20068"/>
                  </a:cubicBezTo>
                  <a:lnTo>
                    <a:pt x="14148" y="18816"/>
                  </a:lnTo>
                  <a:cubicBezTo>
                    <a:pt x="14459" y="18712"/>
                    <a:pt x="14705" y="18486"/>
                    <a:pt x="14848" y="18200"/>
                  </a:cubicBezTo>
                  <a:cubicBezTo>
                    <a:pt x="14868" y="18175"/>
                    <a:pt x="14868" y="18175"/>
                    <a:pt x="14868" y="18155"/>
                  </a:cubicBezTo>
                  <a:cubicBezTo>
                    <a:pt x="14912" y="18077"/>
                    <a:pt x="14952" y="17993"/>
                    <a:pt x="14971" y="17929"/>
                  </a:cubicBezTo>
                  <a:lnTo>
                    <a:pt x="19778" y="4496"/>
                  </a:lnTo>
                  <a:cubicBezTo>
                    <a:pt x="19901" y="4171"/>
                    <a:pt x="19881" y="3821"/>
                    <a:pt x="19738" y="3491"/>
                  </a:cubicBezTo>
                  <a:cubicBezTo>
                    <a:pt x="19571" y="3185"/>
                    <a:pt x="19304" y="2939"/>
                    <a:pt x="18979" y="2835"/>
                  </a:cubicBezTo>
                  <a:lnTo>
                    <a:pt x="15011" y="1415"/>
                  </a:lnTo>
                  <a:lnTo>
                    <a:pt x="15011" y="1317"/>
                  </a:lnTo>
                  <a:cubicBezTo>
                    <a:pt x="15011" y="597"/>
                    <a:pt x="14419" y="1"/>
                    <a:pt x="137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8075779" y="4106240"/>
              <a:ext cx="31600" cy="15569"/>
            </a:xfrm>
            <a:custGeom>
              <a:avLst/>
              <a:gdLst/>
              <a:ahLst/>
              <a:cxnLst/>
              <a:rect l="l" t="t" r="r" b="b"/>
              <a:pathLst>
                <a:path w="1914" h="943" extrusionOk="0">
                  <a:moveTo>
                    <a:pt x="454" y="1"/>
                  </a:moveTo>
                  <a:cubicBezTo>
                    <a:pt x="208" y="1"/>
                    <a:pt x="1" y="228"/>
                    <a:pt x="1" y="474"/>
                  </a:cubicBezTo>
                  <a:cubicBezTo>
                    <a:pt x="1" y="721"/>
                    <a:pt x="208" y="942"/>
                    <a:pt x="454" y="942"/>
                  </a:cubicBezTo>
                  <a:lnTo>
                    <a:pt x="1460" y="942"/>
                  </a:lnTo>
                  <a:cubicBezTo>
                    <a:pt x="1706" y="942"/>
                    <a:pt x="1913" y="721"/>
                    <a:pt x="1913" y="474"/>
                  </a:cubicBezTo>
                  <a:cubicBezTo>
                    <a:pt x="1913" y="228"/>
                    <a:pt x="1706" y="1"/>
                    <a:pt x="146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8060571" y="3999368"/>
              <a:ext cx="108817" cy="99176"/>
            </a:xfrm>
            <a:custGeom>
              <a:avLst/>
              <a:gdLst/>
              <a:ahLst/>
              <a:cxnLst/>
              <a:rect l="l" t="t" r="r" b="b"/>
              <a:pathLst>
                <a:path w="6591" h="6007" extrusionOk="0">
                  <a:moveTo>
                    <a:pt x="2381" y="915"/>
                  </a:moveTo>
                  <a:cubicBezTo>
                    <a:pt x="2608" y="915"/>
                    <a:pt x="2834" y="994"/>
                    <a:pt x="3037" y="1117"/>
                  </a:cubicBezTo>
                  <a:cubicBezTo>
                    <a:pt x="3120" y="1169"/>
                    <a:pt x="3208" y="1195"/>
                    <a:pt x="3295" y="1195"/>
                  </a:cubicBezTo>
                  <a:cubicBezTo>
                    <a:pt x="3383" y="1195"/>
                    <a:pt x="3470" y="1169"/>
                    <a:pt x="3554" y="1117"/>
                  </a:cubicBezTo>
                  <a:cubicBezTo>
                    <a:pt x="3762" y="988"/>
                    <a:pt x="3998" y="924"/>
                    <a:pt x="4233" y="924"/>
                  </a:cubicBezTo>
                  <a:cubicBezTo>
                    <a:pt x="4556" y="924"/>
                    <a:pt x="4875" y="1045"/>
                    <a:pt x="5112" y="1285"/>
                  </a:cubicBezTo>
                  <a:cubicBezTo>
                    <a:pt x="5112" y="1304"/>
                    <a:pt x="5132" y="1304"/>
                    <a:pt x="5132" y="1324"/>
                  </a:cubicBezTo>
                  <a:cubicBezTo>
                    <a:pt x="5585" y="1797"/>
                    <a:pt x="5565" y="2537"/>
                    <a:pt x="5112" y="3010"/>
                  </a:cubicBezTo>
                  <a:lnTo>
                    <a:pt x="3308" y="4878"/>
                  </a:lnTo>
                  <a:lnTo>
                    <a:pt x="1499" y="3010"/>
                  </a:lnTo>
                  <a:cubicBezTo>
                    <a:pt x="1025" y="2537"/>
                    <a:pt x="1006" y="1797"/>
                    <a:pt x="1459" y="1324"/>
                  </a:cubicBezTo>
                  <a:cubicBezTo>
                    <a:pt x="1459" y="1304"/>
                    <a:pt x="1479" y="1304"/>
                    <a:pt x="1479" y="1285"/>
                  </a:cubicBezTo>
                  <a:cubicBezTo>
                    <a:pt x="1725" y="1058"/>
                    <a:pt x="2051" y="915"/>
                    <a:pt x="2381" y="915"/>
                  </a:cubicBezTo>
                  <a:close/>
                  <a:moveTo>
                    <a:pt x="2388" y="0"/>
                  </a:moveTo>
                  <a:cubicBezTo>
                    <a:pt x="1815" y="0"/>
                    <a:pt x="1245" y="213"/>
                    <a:pt x="818" y="624"/>
                  </a:cubicBezTo>
                  <a:cubicBezTo>
                    <a:pt x="818" y="649"/>
                    <a:pt x="799" y="668"/>
                    <a:pt x="779" y="688"/>
                  </a:cubicBezTo>
                  <a:cubicBezTo>
                    <a:pt x="0" y="1531"/>
                    <a:pt x="20" y="2823"/>
                    <a:pt x="818" y="3646"/>
                  </a:cubicBezTo>
                  <a:lnTo>
                    <a:pt x="2958" y="5864"/>
                  </a:lnTo>
                  <a:cubicBezTo>
                    <a:pt x="3061" y="5948"/>
                    <a:pt x="3160" y="6007"/>
                    <a:pt x="3308" y="6007"/>
                  </a:cubicBezTo>
                  <a:cubicBezTo>
                    <a:pt x="3431" y="6007"/>
                    <a:pt x="3554" y="5948"/>
                    <a:pt x="3633" y="5864"/>
                  </a:cubicBezTo>
                  <a:lnTo>
                    <a:pt x="5772" y="3646"/>
                  </a:lnTo>
                  <a:cubicBezTo>
                    <a:pt x="6571" y="2823"/>
                    <a:pt x="6591" y="1531"/>
                    <a:pt x="5812" y="688"/>
                  </a:cubicBezTo>
                  <a:cubicBezTo>
                    <a:pt x="5812" y="668"/>
                    <a:pt x="5792" y="649"/>
                    <a:pt x="5772" y="624"/>
                  </a:cubicBezTo>
                  <a:cubicBezTo>
                    <a:pt x="5346" y="213"/>
                    <a:pt x="4775" y="0"/>
                    <a:pt x="4210" y="0"/>
                  </a:cubicBezTo>
                  <a:cubicBezTo>
                    <a:pt x="3899" y="0"/>
                    <a:pt x="3591" y="64"/>
                    <a:pt x="3308" y="195"/>
                  </a:cubicBezTo>
                  <a:cubicBezTo>
                    <a:pt x="3016" y="64"/>
                    <a:pt x="2702" y="0"/>
                    <a:pt x="238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" name="Google Shape;477;p21"/>
          <p:cNvGrpSpPr/>
          <p:nvPr/>
        </p:nvGrpSpPr>
        <p:grpSpPr>
          <a:xfrm>
            <a:off x="3395557" y="2557648"/>
            <a:ext cx="362849" cy="418376"/>
            <a:chOff x="3738093" y="4773871"/>
            <a:chExt cx="451754" cy="520886"/>
          </a:xfrm>
        </p:grpSpPr>
        <p:sp>
          <p:nvSpPr>
            <p:cNvPr id="478" name="Google Shape;478;p21"/>
            <p:cNvSpPr/>
            <p:nvPr/>
          </p:nvSpPr>
          <p:spPr>
            <a:xfrm>
              <a:off x="3777474" y="5099108"/>
              <a:ext cx="288942" cy="187851"/>
            </a:xfrm>
            <a:custGeom>
              <a:avLst/>
              <a:gdLst/>
              <a:ahLst/>
              <a:cxnLst/>
              <a:rect l="l" t="t" r="r" b="b"/>
              <a:pathLst>
                <a:path w="17501" h="11378" extrusionOk="0">
                  <a:moveTo>
                    <a:pt x="80" y="1"/>
                  </a:moveTo>
                  <a:lnTo>
                    <a:pt x="2155" y="2485"/>
                  </a:lnTo>
                  <a:cubicBezTo>
                    <a:pt x="942" y="2687"/>
                    <a:pt x="1" y="3757"/>
                    <a:pt x="1" y="5053"/>
                  </a:cubicBezTo>
                  <a:lnTo>
                    <a:pt x="1" y="8770"/>
                  </a:lnTo>
                  <a:cubicBezTo>
                    <a:pt x="1" y="10204"/>
                    <a:pt x="1169" y="11378"/>
                    <a:pt x="2609" y="11378"/>
                  </a:cubicBezTo>
                  <a:lnTo>
                    <a:pt x="14893" y="11378"/>
                  </a:lnTo>
                  <a:cubicBezTo>
                    <a:pt x="16327" y="11378"/>
                    <a:pt x="17500" y="10204"/>
                    <a:pt x="17500" y="8770"/>
                  </a:cubicBezTo>
                  <a:lnTo>
                    <a:pt x="17500" y="5053"/>
                  </a:lnTo>
                  <a:cubicBezTo>
                    <a:pt x="17500" y="3757"/>
                    <a:pt x="16554" y="2687"/>
                    <a:pt x="15341" y="2485"/>
                  </a:cubicBezTo>
                  <a:lnTo>
                    <a:pt x="17209" y="223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3939211" y="4781268"/>
              <a:ext cx="81394" cy="81394"/>
            </a:xfrm>
            <a:custGeom>
              <a:avLst/>
              <a:gdLst/>
              <a:ahLst/>
              <a:cxnLst/>
              <a:rect l="l" t="t" r="r" b="b"/>
              <a:pathLst>
                <a:path w="4930" h="4930" extrusionOk="0">
                  <a:moveTo>
                    <a:pt x="2465" y="1"/>
                  </a:moveTo>
                  <a:cubicBezTo>
                    <a:pt x="1110" y="1"/>
                    <a:pt x="1" y="1110"/>
                    <a:pt x="1" y="2465"/>
                  </a:cubicBezTo>
                  <a:cubicBezTo>
                    <a:pt x="1" y="3846"/>
                    <a:pt x="1110" y="4930"/>
                    <a:pt x="2465" y="4930"/>
                  </a:cubicBezTo>
                  <a:cubicBezTo>
                    <a:pt x="3821" y="4930"/>
                    <a:pt x="4930" y="3846"/>
                    <a:pt x="4930" y="2465"/>
                  </a:cubicBezTo>
                  <a:cubicBezTo>
                    <a:pt x="4930" y="1110"/>
                    <a:pt x="3821" y="1"/>
                    <a:pt x="24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3988055" y="4904415"/>
              <a:ext cx="36636" cy="36636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1"/>
                  </a:moveTo>
                  <a:cubicBezTo>
                    <a:pt x="493" y="1"/>
                    <a:pt x="0" y="494"/>
                    <a:pt x="0" y="1110"/>
                  </a:cubicBezTo>
                  <a:cubicBezTo>
                    <a:pt x="0" y="1726"/>
                    <a:pt x="493" y="2219"/>
                    <a:pt x="1109" y="2219"/>
                  </a:cubicBezTo>
                  <a:cubicBezTo>
                    <a:pt x="1725" y="2219"/>
                    <a:pt x="2218" y="1726"/>
                    <a:pt x="2218" y="1110"/>
                  </a:cubicBezTo>
                  <a:cubicBezTo>
                    <a:pt x="2218" y="494"/>
                    <a:pt x="1725" y="1"/>
                    <a:pt x="110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3867994" y="4933889"/>
              <a:ext cx="59023" cy="59007"/>
            </a:xfrm>
            <a:custGeom>
              <a:avLst/>
              <a:gdLst/>
              <a:ahLst/>
              <a:cxnLst/>
              <a:rect l="l" t="t" r="r" b="b"/>
              <a:pathLst>
                <a:path w="3575" h="3574" extrusionOk="0">
                  <a:moveTo>
                    <a:pt x="1790" y="0"/>
                  </a:moveTo>
                  <a:cubicBezTo>
                    <a:pt x="804" y="0"/>
                    <a:pt x="0" y="804"/>
                    <a:pt x="0" y="1790"/>
                  </a:cubicBezTo>
                  <a:cubicBezTo>
                    <a:pt x="0" y="2775"/>
                    <a:pt x="804" y="3574"/>
                    <a:pt x="1790" y="3574"/>
                  </a:cubicBezTo>
                  <a:cubicBezTo>
                    <a:pt x="2776" y="3574"/>
                    <a:pt x="3574" y="2775"/>
                    <a:pt x="3574" y="1790"/>
                  </a:cubicBezTo>
                  <a:cubicBezTo>
                    <a:pt x="3574" y="804"/>
                    <a:pt x="2776" y="0"/>
                    <a:pt x="179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3767303" y="5042785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449" y="1"/>
                  </a:moveTo>
                  <a:cubicBezTo>
                    <a:pt x="203" y="1"/>
                    <a:pt x="1" y="208"/>
                    <a:pt x="1" y="454"/>
                  </a:cubicBezTo>
                  <a:lnTo>
                    <a:pt x="1" y="1972"/>
                  </a:ln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lnTo>
                    <a:pt x="18856" y="454"/>
                  </a:lnTo>
                  <a:cubicBezTo>
                    <a:pt x="18856" y="208"/>
                    <a:pt x="18649" y="1"/>
                    <a:pt x="1840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3767303" y="5016333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1973" y="1"/>
                  </a:moveTo>
                  <a:cubicBezTo>
                    <a:pt x="1416" y="1"/>
                    <a:pt x="923" y="227"/>
                    <a:pt x="573" y="577"/>
                  </a:cubicBezTo>
                  <a:cubicBezTo>
                    <a:pt x="228" y="947"/>
                    <a:pt x="1" y="1440"/>
                    <a:pt x="1" y="1972"/>
                  </a:cubicBez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cubicBezTo>
                    <a:pt x="18856" y="883"/>
                    <a:pt x="17973" y="1"/>
                    <a:pt x="1688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770638" y="5045807"/>
              <a:ext cx="304560" cy="35662"/>
            </a:xfrm>
            <a:custGeom>
              <a:avLst/>
              <a:gdLst/>
              <a:ahLst/>
              <a:cxnLst/>
              <a:rect l="l" t="t" r="r" b="b"/>
              <a:pathLst>
                <a:path w="18447" h="2160" extrusionOk="0">
                  <a:moveTo>
                    <a:pt x="1771" y="0"/>
                  </a:moveTo>
                  <a:cubicBezTo>
                    <a:pt x="1214" y="0"/>
                    <a:pt x="721" y="227"/>
                    <a:pt x="371" y="577"/>
                  </a:cubicBezTo>
                  <a:cubicBezTo>
                    <a:pt x="228" y="720"/>
                    <a:pt x="104" y="907"/>
                    <a:pt x="1" y="1089"/>
                  </a:cubicBezTo>
                  <a:cubicBezTo>
                    <a:pt x="331" y="1725"/>
                    <a:pt x="1011" y="2159"/>
                    <a:pt x="1771" y="2159"/>
                  </a:cubicBezTo>
                  <a:lnTo>
                    <a:pt x="16682" y="2159"/>
                  </a:lnTo>
                  <a:cubicBezTo>
                    <a:pt x="17214" y="2159"/>
                    <a:pt x="17707" y="1952"/>
                    <a:pt x="18077" y="1582"/>
                  </a:cubicBezTo>
                  <a:cubicBezTo>
                    <a:pt x="18220" y="1439"/>
                    <a:pt x="18343" y="1277"/>
                    <a:pt x="18447" y="1089"/>
                  </a:cubicBezTo>
                  <a:cubicBezTo>
                    <a:pt x="18116" y="454"/>
                    <a:pt x="17441" y="0"/>
                    <a:pt x="1668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3867020" y="5148281"/>
              <a:ext cx="115983" cy="124122"/>
            </a:xfrm>
            <a:custGeom>
              <a:avLst/>
              <a:gdLst/>
              <a:ahLst/>
              <a:cxnLst/>
              <a:rect l="l" t="t" r="r" b="b"/>
              <a:pathLst>
                <a:path w="7025" h="7518" extrusionOk="0">
                  <a:moveTo>
                    <a:pt x="3510" y="1336"/>
                  </a:moveTo>
                  <a:lnTo>
                    <a:pt x="3633" y="1558"/>
                  </a:lnTo>
                  <a:lnTo>
                    <a:pt x="3367" y="1558"/>
                  </a:lnTo>
                  <a:lnTo>
                    <a:pt x="3510" y="1336"/>
                  </a:lnTo>
                  <a:close/>
                  <a:moveTo>
                    <a:pt x="1726" y="2484"/>
                  </a:moveTo>
                  <a:lnTo>
                    <a:pt x="1558" y="2770"/>
                  </a:lnTo>
                  <a:lnTo>
                    <a:pt x="1395" y="2484"/>
                  </a:lnTo>
                  <a:close/>
                  <a:moveTo>
                    <a:pt x="5625" y="2484"/>
                  </a:moveTo>
                  <a:lnTo>
                    <a:pt x="5462" y="2770"/>
                  </a:lnTo>
                  <a:lnTo>
                    <a:pt x="5299" y="2484"/>
                  </a:lnTo>
                  <a:close/>
                  <a:moveTo>
                    <a:pt x="1538" y="4560"/>
                  </a:moveTo>
                  <a:lnTo>
                    <a:pt x="1745" y="4929"/>
                  </a:lnTo>
                  <a:lnTo>
                    <a:pt x="1311" y="4929"/>
                  </a:lnTo>
                  <a:lnTo>
                    <a:pt x="1538" y="4560"/>
                  </a:lnTo>
                  <a:close/>
                  <a:moveTo>
                    <a:pt x="4210" y="2484"/>
                  </a:moveTo>
                  <a:lnTo>
                    <a:pt x="4949" y="3677"/>
                  </a:lnTo>
                  <a:lnTo>
                    <a:pt x="4210" y="4929"/>
                  </a:lnTo>
                  <a:lnTo>
                    <a:pt x="2815" y="4929"/>
                  </a:lnTo>
                  <a:lnTo>
                    <a:pt x="2076" y="3677"/>
                  </a:lnTo>
                  <a:lnTo>
                    <a:pt x="2815" y="2484"/>
                  </a:lnTo>
                  <a:close/>
                  <a:moveTo>
                    <a:pt x="5482" y="4560"/>
                  </a:moveTo>
                  <a:lnTo>
                    <a:pt x="5708" y="4929"/>
                  </a:lnTo>
                  <a:lnTo>
                    <a:pt x="5280" y="4929"/>
                  </a:lnTo>
                  <a:lnTo>
                    <a:pt x="5482" y="4560"/>
                  </a:lnTo>
                  <a:close/>
                  <a:moveTo>
                    <a:pt x="3678" y="5851"/>
                  </a:moveTo>
                  <a:lnTo>
                    <a:pt x="3510" y="6142"/>
                  </a:lnTo>
                  <a:lnTo>
                    <a:pt x="3347" y="5851"/>
                  </a:lnTo>
                  <a:close/>
                  <a:moveTo>
                    <a:pt x="3510" y="0"/>
                  </a:moveTo>
                  <a:cubicBezTo>
                    <a:pt x="3347" y="0"/>
                    <a:pt x="3204" y="79"/>
                    <a:pt x="3121" y="202"/>
                  </a:cubicBezTo>
                  <a:lnTo>
                    <a:pt x="2297" y="1558"/>
                  </a:lnTo>
                  <a:lnTo>
                    <a:pt x="572" y="1558"/>
                  </a:lnTo>
                  <a:cubicBezTo>
                    <a:pt x="409" y="1558"/>
                    <a:pt x="266" y="1642"/>
                    <a:pt x="183" y="1784"/>
                  </a:cubicBezTo>
                  <a:cubicBezTo>
                    <a:pt x="104" y="1927"/>
                    <a:pt x="104" y="2115"/>
                    <a:pt x="183" y="2258"/>
                  </a:cubicBezTo>
                  <a:lnTo>
                    <a:pt x="1006" y="3653"/>
                  </a:lnTo>
                  <a:lnTo>
                    <a:pt x="104" y="5132"/>
                  </a:lnTo>
                  <a:cubicBezTo>
                    <a:pt x="0" y="5279"/>
                    <a:pt x="0" y="5462"/>
                    <a:pt x="79" y="5605"/>
                  </a:cubicBezTo>
                  <a:cubicBezTo>
                    <a:pt x="163" y="5748"/>
                    <a:pt x="326" y="5851"/>
                    <a:pt x="493" y="5851"/>
                  </a:cubicBezTo>
                  <a:lnTo>
                    <a:pt x="2278" y="5851"/>
                  </a:lnTo>
                  <a:lnTo>
                    <a:pt x="3121" y="7291"/>
                  </a:lnTo>
                  <a:cubicBezTo>
                    <a:pt x="3204" y="7434"/>
                    <a:pt x="3347" y="7517"/>
                    <a:pt x="3510" y="7517"/>
                  </a:cubicBezTo>
                  <a:cubicBezTo>
                    <a:pt x="3678" y="7517"/>
                    <a:pt x="3821" y="7434"/>
                    <a:pt x="3899" y="7291"/>
                  </a:cubicBezTo>
                  <a:lnTo>
                    <a:pt x="4742" y="5851"/>
                  </a:lnTo>
                  <a:lnTo>
                    <a:pt x="6532" y="5851"/>
                  </a:lnTo>
                  <a:cubicBezTo>
                    <a:pt x="6694" y="5851"/>
                    <a:pt x="6857" y="5748"/>
                    <a:pt x="6941" y="5605"/>
                  </a:cubicBezTo>
                  <a:cubicBezTo>
                    <a:pt x="7025" y="5462"/>
                    <a:pt x="7025" y="5279"/>
                    <a:pt x="6921" y="5132"/>
                  </a:cubicBezTo>
                  <a:lnTo>
                    <a:pt x="6019" y="3653"/>
                  </a:lnTo>
                  <a:lnTo>
                    <a:pt x="6837" y="2258"/>
                  </a:lnTo>
                  <a:cubicBezTo>
                    <a:pt x="6921" y="2115"/>
                    <a:pt x="6921" y="1927"/>
                    <a:pt x="6837" y="1784"/>
                  </a:cubicBezTo>
                  <a:cubicBezTo>
                    <a:pt x="6758" y="1642"/>
                    <a:pt x="6591" y="1558"/>
                    <a:pt x="6428" y="1558"/>
                  </a:cubicBezTo>
                  <a:lnTo>
                    <a:pt x="4723" y="1558"/>
                  </a:lnTo>
                  <a:lnTo>
                    <a:pt x="3899" y="202"/>
                  </a:lnTo>
                  <a:cubicBezTo>
                    <a:pt x="3821" y="79"/>
                    <a:pt x="3678" y="0"/>
                    <a:pt x="351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3738093" y="5008853"/>
              <a:ext cx="431340" cy="285904"/>
            </a:xfrm>
            <a:custGeom>
              <a:avLst/>
              <a:gdLst/>
              <a:ahLst/>
              <a:cxnLst/>
              <a:rect l="l" t="t" r="r" b="b"/>
              <a:pathLst>
                <a:path w="26126" h="17317" extrusionOk="0">
                  <a:moveTo>
                    <a:pt x="18653" y="927"/>
                  </a:moveTo>
                  <a:cubicBezTo>
                    <a:pt x="19432" y="927"/>
                    <a:pt x="20087" y="1523"/>
                    <a:pt x="20151" y="2302"/>
                  </a:cubicBezTo>
                  <a:cubicBezTo>
                    <a:pt x="19742" y="1972"/>
                    <a:pt x="19205" y="1789"/>
                    <a:pt x="18653" y="1789"/>
                  </a:cubicBezTo>
                  <a:lnTo>
                    <a:pt x="3742" y="1789"/>
                  </a:lnTo>
                  <a:cubicBezTo>
                    <a:pt x="3185" y="1789"/>
                    <a:pt x="2652" y="1972"/>
                    <a:pt x="2243" y="2302"/>
                  </a:cubicBezTo>
                  <a:cubicBezTo>
                    <a:pt x="2302" y="1523"/>
                    <a:pt x="2958" y="927"/>
                    <a:pt x="3742" y="927"/>
                  </a:cubicBezTo>
                  <a:close/>
                  <a:moveTo>
                    <a:pt x="1913" y="10845"/>
                  </a:moveTo>
                  <a:lnTo>
                    <a:pt x="1913" y="12200"/>
                  </a:lnTo>
                  <a:lnTo>
                    <a:pt x="1602" y="12200"/>
                  </a:lnTo>
                  <a:cubicBezTo>
                    <a:pt x="1232" y="12200"/>
                    <a:pt x="927" y="11895"/>
                    <a:pt x="927" y="11525"/>
                  </a:cubicBezTo>
                  <a:cubicBezTo>
                    <a:pt x="927" y="11155"/>
                    <a:pt x="1232" y="10845"/>
                    <a:pt x="1602" y="10845"/>
                  </a:cubicBezTo>
                  <a:close/>
                  <a:moveTo>
                    <a:pt x="20644" y="10845"/>
                  </a:moveTo>
                  <a:cubicBezTo>
                    <a:pt x="21034" y="10845"/>
                    <a:pt x="21320" y="11155"/>
                    <a:pt x="21320" y="11525"/>
                  </a:cubicBezTo>
                  <a:cubicBezTo>
                    <a:pt x="21320" y="11895"/>
                    <a:pt x="21034" y="12200"/>
                    <a:pt x="20644" y="12200"/>
                  </a:cubicBezTo>
                  <a:lnTo>
                    <a:pt x="20334" y="12200"/>
                  </a:lnTo>
                  <a:lnTo>
                    <a:pt x="20334" y="10845"/>
                  </a:lnTo>
                  <a:close/>
                  <a:moveTo>
                    <a:pt x="18653" y="2711"/>
                  </a:moveTo>
                  <a:cubicBezTo>
                    <a:pt x="19146" y="2711"/>
                    <a:pt x="19575" y="2938"/>
                    <a:pt x="19865" y="3327"/>
                  </a:cubicBezTo>
                  <a:cubicBezTo>
                    <a:pt x="19594" y="3697"/>
                    <a:pt x="19146" y="3944"/>
                    <a:pt x="18653" y="3944"/>
                  </a:cubicBezTo>
                  <a:lnTo>
                    <a:pt x="16331" y="3944"/>
                  </a:lnTo>
                  <a:cubicBezTo>
                    <a:pt x="16065" y="3944"/>
                    <a:pt x="15858" y="4151"/>
                    <a:pt x="15858" y="4397"/>
                  </a:cubicBezTo>
                  <a:cubicBezTo>
                    <a:pt x="15858" y="4663"/>
                    <a:pt x="16065" y="4870"/>
                    <a:pt x="16331" y="4870"/>
                  </a:cubicBezTo>
                  <a:lnTo>
                    <a:pt x="18653" y="4870"/>
                  </a:lnTo>
                  <a:cubicBezTo>
                    <a:pt x="19205" y="4870"/>
                    <a:pt x="19718" y="4683"/>
                    <a:pt x="20132" y="4377"/>
                  </a:cubicBezTo>
                  <a:lnTo>
                    <a:pt x="20132" y="4377"/>
                  </a:lnTo>
                  <a:cubicBezTo>
                    <a:pt x="19964" y="5033"/>
                    <a:pt x="19373" y="5546"/>
                    <a:pt x="18653" y="5546"/>
                  </a:cubicBezTo>
                  <a:lnTo>
                    <a:pt x="8548" y="5546"/>
                  </a:lnTo>
                  <a:cubicBezTo>
                    <a:pt x="8301" y="5546"/>
                    <a:pt x="8074" y="5753"/>
                    <a:pt x="8074" y="5999"/>
                  </a:cubicBezTo>
                  <a:cubicBezTo>
                    <a:pt x="8074" y="6265"/>
                    <a:pt x="8301" y="6472"/>
                    <a:pt x="8548" y="6472"/>
                  </a:cubicBezTo>
                  <a:lnTo>
                    <a:pt x="18303" y="6472"/>
                  </a:lnTo>
                  <a:lnTo>
                    <a:pt x="17499" y="7458"/>
                  </a:lnTo>
                  <a:lnTo>
                    <a:pt x="15878" y="7458"/>
                  </a:lnTo>
                  <a:cubicBezTo>
                    <a:pt x="15631" y="7458"/>
                    <a:pt x="15404" y="7660"/>
                    <a:pt x="15404" y="7907"/>
                  </a:cubicBezTo>
                  <a:cubicBezTo>
                    <a:pt x="15404" y="8178"/>
                    <a:pt x="15631" y="8380"/>
                    <a:pt x="15878" y="8380"/>
                  </a:cubicBezTo>
                  <a:lnTo>
                    <a:pt x="17278" y="8380"/>
                  </a:lnTo>
                  <a:cubicBezTo>
                    <a:pt x="18466" y="8380"/>
                    <a:pt x="19412" y="9346"/>
                    <a:pt x="19412" y="10519"/>
                  </a:cubicBezTo>
                  <a:lnTo>
                    <a:pt x="19412" y="14236"/>
                  </a:lnTo>
                  <a:cubicBezTo>
                    <a:pt x="19412" y="15424"/>
                    <a:pt x="18466" y="16390"/>
                    <a:pt x="17278" y="16390"/>
                  </a:cubicBezTo>
                  <a:lnTo>
                    <a:pt x="4994" y="16390"/>
                  </a:lnTo>
                  <a:cubicBezTo>
                    <a:pt x="3801" y="16390"/>
                    <a:pt x="2835" y="15424"/>
                    <a:pt x="2835" y="14236"/>
                  </a:cubicBezTo>
                  <a:lnTo>
                    <a:pt x="2835" y="10519"/>
                  </a:lnTo>
                  <a:cubicBezTo>
                    <a:pt x="2835" y="9346"/>
                    <a:pt x="3801" y="8380"/>
                    <a:pt x="4994" y="8380"/>
                  </a:cubicBezTo>
                  <a:lnTo>
                    <a:pt x="6389" y="8380"/>
                  </a:lnTo>
                  <a:cubicBezTo>
                    <a:pt x="6635" y="8380"/>
                    <a:pt x="6842" y="8178"/>
                    <a:pt x="6842" y="7907"/>
                  </a:cubicBezTo>
                  <a:cubicBezTo>
                    <a:pt x="6842" y="7660"/>
                    <a:pt x="6635" y="7458"/>
                    <a:pt x="6389" y="7458"/>
                  </a:cubicBezTo>
                  <a:lnTo>
                    <a:pt x="4767" y="7458"/>
                  </a:lnTo>
                  <a:lnTo>
                    <a:pt x="3968" y="6472"/>
                  </a:lnTo>
                  <a:lnTo>
                    <a:pt x="6699" y="6472"/>
                  </a:lnTo>
                  <a:cubicBezTo>
                    <a:pt x="6946" y="6472"/>
                    <a:pt x="7148" y="6265"/>
                    <a:pt x="7148" y="5999"/>
                  </a:cubicBezTo>
                  <a:cubicBezTo>
                    <a:pt x="7148" y="5753"/>
                    <a:pt x="6946" y="5546"/>
                    <a:pt x="6699" y="5546"/>
                  </a:cubicBezTo>
                  <a:lnTo>
                    <a:pt x="3742" y="5546"/>
                  </a:lnTo>
                  <a:cubicBezTo>
                    <a:pt x="3022" y="5546"/>
                    <a:pt x="2425" y="5033"/>
                    <a:pt x="2263" y="4377"/>
                  </a:cubicBezTo>
                  <a:lnTo>
                    <a:pt x="2263" y="4377"/>
                  </a:lnTo>
                  <a:cubicBezTo>
                    <a:pt x="2672" y="4683"/>
                    <a:pt x="3185" y="4870"/>
                    <a:pt x="3742" y="4870"/>
                  </a:cubicBezTo>
                  <a:lnTo>
                    <a:pt x="14483" y="4870"/>
                  </a:lnTo>
                  <a:cubicBezTo>
                    <a:pt x="14729" y="4870"/>
                    <a:pt x="14936" y="4663"/>
                    <a:pt x="14936" y="4397"/>
                  </a:cubicBezTo>
                  <a:cubicBezTo>
                    <a:pt x="14936" y="4151"/>
                    <a:pt x="14729" y="3944"/>
                    <a:pt x="14483" y="3944"/>
                  </a:cubicBezTo>
                  <a:lnTo>
                    <a:pt x="3742" y="3944"/>
                  </a:lnTo>
                  <a:cubicBezTo>
                    <a:pt x="3249" y="3944"/>
                    <a:pt x="2795" y="3697"/>
                    <a:pt x="2529" y="3327"/>
                  </a:cubicBezTo>
                  <a:cubicBezTo>
                    <a:pt x="2795" y="2938"/>
                    <a:pt x="3249" y="2711"/>
                    <a:pt x="3742" y="2711"/>
                  </a:cubicBezTo>
                  <a:close/>
                  <a:moveTo>
                    <a:pt x="3742" y="0"/>
                  </a:moveTo>
                  <a:cubicBezTo>
                    <a:pt x="2406" y="0"/>
                    <a:pt x="1297" y="1089"/>
                    <a:pt x="1297" y="2425"/>
                  </a:cubicBezTo>
                  <a:lnTo>
                    <a:pt x="1297" y="4027"/>
                  </a:lnTo>
                  <a:cubicBezTo>
                    <a:pt x="1297" y="4929"/>
                    <a:pt x="1790" y="5713"/>
                    <a:pt x="2529" y="6142"/>
                  </a:cubicBezTo>
                  <a:lnTo>
                    <a:pt x="3781" y="7705"/>
                  </a:lnTo>
                  <a:cubicBezTo>
                    <a:pt x="2879" y="8094"/>
                    <a:pt x="2179" y="8917"/>
                    <a:pt x="1972" y="9923"/>
                  </a:cubicBezTo>
                  <a:lnTo>
                    <a:pt x="1602" y="9923"/>
                  </a:lnTo>
                  <a:cubicBezTo>
                    <a:pt x="720" y="9923"/>
                    <a:pt x="0" y="10643"/>
                    <a:pt x="0" y="11525"/>
                  </a:cubicBezTo>
                  <a:cubicBezTo>
                    <a:pt x="0" y="12407"/>
                    <a:pt x="720" y="13127"/>
                    <a:pt x="1602" y="13127"/>
                  </a:cubicBezTo>
                  <a:lnTo>
                    <a:pt x="1913" y="13127"/>
                  </a:lnTo>
                  <a:lnTo>
                    <a:pt x="1913" y="14236"/>
                  </a:lnTo>
                  <a:cubicBezTo>
                    <a:pt x="1913" y="15942"/>
                    <a:pt x="3308" y="17317"/>
                    <a:pt x="4994" y="17317"/>
                  </a:cubicBezTo>
                  <a:lnTo>
                    <a:pt x="17278" y="17317"/>
                  </a:lnTo>
                  <a:cubicBezTo>
                    <a:pt x="18958" y="17317"/>
                    <a:pt x="20334" y="15942"/>
                    <a:pt x="20334" y="14236"/>
                  </a:cubicBezTo>
                  <a:lnTo>
                    <a:pt x="20334" y="13127"/>
                  </a:lnTo>
                  <a:lnTo>
                    <a:pt x="20644" y="13127"/>
                  </a:lnTo>
                  <a:cubicBezTo>
                    <a:pt x="21384" y="13127"/>
                    <a:pt x="22000" y="12634"/>
                    <a:pt x="22207" y="11954"/>
                  </a:cubicBezTo>
                  <a:lnTo>
                    <a:pt x="23661" y="11954"/>
                  </a:lnTo>
                  <a:cubicBezTo>
                    <a:pt x="23868" y="11954"/>
                    <a:pt x="24031" y="12121"/>
                    <a:pt x="24031" y="12323"/>
                  </a:cubicBezTo>
                  <a:lnTo>
                    <a:pt x="24031" y="12511"/>
                  </a:lnTo>
                  <a:cubicBezTo>
                    <a:pt x="24031" y="12713"/>
                    <a:pt x="23868" y="12880"/>
                    <a:pt x="23661" y="12880"/>
                  </a:cubicBezTo>
                  <a:cubicBezTo>
                    <a:pt x="22966" y="12880"/>
                    <a:pt x="22370" y="13452"/>
                    <a:pt x="22370" y="14172"/>
                  </a:cubicBezTo>
                  <a:lnTo>
                    <a:pt x="22370" y="14295"/>
                  </a:lnTo>
                  <a:cubicBezTo>
                    <a:pt x="22370" y="14995"/>
                    <a:pt x="22966" y="15592"/>
                    <a:pt x="23661" y="15592"/>
                  </a:cubicBezTo>
                  <a:lnTo>
                    <a:pt x="25677" y="15592"/>
                  </a:lnTo>
                  <a:cubicBezTo>
                    <a:pt x="25924" y="15592"/>
                    <a:pt x="26126" y="15385"/>
                    <a:pt x="26126" y="15118"/>
                  </a:cubicBezTo>
                  <a:cubicBezTo>
                    <a:pt x="26126" y="14872"/>
                    <a:pt x="25924" y="14665"/>
                    <a:pt x="25677" y="14665"/>
                  </a:cubicBezTo>
                  <a:lnTo>
                    <a:pt x="23661" y="14665"/>
                  </a:lnTo>
                  <a:cubicBezTo>
                    <a:pt x="23479" y="14665"/>
                    <a:pt x="23291" y="14502"/>
                    <a:pt x="23291" y="14295"/>
                  </a:cubicBezTo>
                  <a:lnTo>
                    <a:pt x="23291" y="14172"/>
                  </a:lnTo>
                  <a:cubicBezTo>
                    <a:pt x="23291" y="13970"/>
                    <a:pt x="23479" y="13802"/>
                    <a:pt x="23661" y="13802"/>
                  </a:cubicBezTo>
                  <a:cubicBezTo>
                    <a:pt x="24381" y="13802"/>
                    <a:pt x="24957" y="13206"/>
                    <a:pt x="24957" y="12511"/>
                  </a:cubicBezTo>
                  <a:lnTo>
                    <a:pt x="24957" y="12323"/>
                  </a:lnTo>
                  <a:cubicBezTo>
                    <a:pt x="24957" y="11604"/>
                    <a:pt x="24381" y="11032"/>
                    <a:pt x="23661" y="11032"/>
                  </a:cubicBezTo>
                  <a:lnTo>
                    <a:pt x="22182" y="11032"/>
                  </a:lnTo>
                  <a:cubicBezTo>
                    <a:pt x="21980" y="10371"/>
                    <a:pt x="21364" y="9923"/>
                    <a:pt x="20644" y="9923"/>
                  </a:cubicBezTo>
                  <a:lnTo>
                    <a:pt x="20294" y="9923"/>
                  </a:lnTo>
                  <a:cubicBezTo>
                    <a:pt x="20087" y="8917"/>
                    <a:pt x="19392" y="8094"/>
                    <a:pt x="18485" y="7705"/>
                  </a:cubicBezTo>
                  <a:lnTo>
                    <a:pt x="19718" y="6226"/>
                  </a:lnTo>
                  <a:cubicBezTo>
                    <a:pt x="20521" y="5836"/>
                    <a:pt x="21073" y="4994"/>
                    <a:pt x="21073" y="4027"/>
                  </a:cubicBezTo>
                  <a:lnTo>
                    <a:pt x="21073" y="2425"/>
                  </a:lnTo>
                  <a:cubicBezTo>
                    <a:pt x="21073" y="1089"/>
                    <a:pt x="19989" y="0"/>
                    <a:pt x="186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3860184" y="4926475"/>
              <a:ext cx="74312" cy="74245"/>
            </a:xfrm>
            <a:custGeom>
              <a:avLst/>
              <a:gdLst/>
              <a:ahLst/>
              <a:cxnLst/>
              <a:rect l="l" t="t" r="r" b="b"/>
              <a:pathLst>
                <a:path w="4501" h="4497" extrusionOk="0">
                  <a:moveTo>
                    <a:pt x="2263" y="922"/>
                  </a:moveTo>
                  <a:cubicBezTo>
                    <a:pt x="3002" y="922"/>
                    <a:pt x="3574" y="1519"/>
                    <a:pt x="3574" y="2239"/>
                  </a:cubicBezTo>
                  <a:cubicBezTo>
                    <a:pt x="3574" y="2978"/>
                    <a:pt x="3002" y="3574"/>
                    <a:pt x="2263" y="3574"/>
                  </a:cubicBezTo>
                  <a:cubicBezTo>
                    <a:pt x="1523" y="3574"/>
                    <a:pt x="927" y="2978"/>
                    <a:pt x="927" y="2239"/>
                  </a:cubicBezTo>
                  <a:cubicBezTo>
                    <a:pt x="927" y="1519"/>
                    <a:pt x="1523" y="922"/>
                    <a:pt x="2263" y="922"/>
                  </a:cubicBezTo>
                  <a:close/>
                  <a:moveTo>
                    <a:pt x="2263" y="1"/>
                  </a:moveTo>
                  <a:cubicBezTo>
                    <a:pt x="1030" y="1"/>
                    <a:pt x="0" y="1006"/>
                    <a:pt x="0" y="2239"/>
                  </a:cubicBezTo>
                  <a:cubicBezTo>
                    <a:pt x="0" y="3491"/>
                    <a:pt x="1030" y="4496"/>
                    <a:pt x="2263" y="4496"/>
                  </a:cubicBezTo>
                  <a:cubicBezTo>
                    <a:pt x="3495" y="4496"/>
                    <a:pt x="4501" y="3491"/>
                    <a:pt x="4501" y="2239"/>
                  </a:cubicBezTo>
                  <a:cubicBezTo>
                    <a:pt x="4501" y="1006"/>
                    <a:pt x="3495" y="1"/>
                    <a:pt x="226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3980228" y="4896935"/>
              <a:ext cx="51940" cy="51940"/>
            </a:xfrm>
            <a:custGeom>
              <a:avLst/>
              <a:gdLst/>
              <a:ahLst/>
              <a:cxnLst/>
              <a:rect l="l" t="t" r="r" b="b"/>
              <a:pathLst>
                <a:path w="3146" h="3146" extrusionOk="0">
                  <a:moveTo>
                    <a:pt x="1583" y="927"/>
                  </a:moveTo>
                  <a:cubicBezTo>
                    <a:pt x="1933" y="927"/>
                    <a:pt x="2219" y="1213"/>
                    <a:pt x="2219" y="1563"/>
                  </a:cubicBezTo>
                  <a:cubicBezTo>
                    <a:pt x="2219" y="1933"/>
                    <a:pt x="1933" y="2218"/>
                    <a:pt x="1583" y="2218"/>
                  </a:cubicBezTo>
                  <a:cubicBezTo>
                    <a:pt x="1233" y="2218"/>
                    <a:pt x="928" y="1933"/>
                    <a:pt x="928" y="1563"/>
                  </a:cubicBezTo>
                  <a:cubicBezTo>
                    <a:pt x="928" y="1213"/>
                    <a:pt x="1233" y="927"/>
                    <a:pt x="1583" y="927"/>
                  </a:cubicBezTo>
                  <a:close/>
                  <a:moveTo>
                    <a:pt x="1583" y="0"/>
                  </a:moveTo>
                  <a:cubicBezTo>
                    <a:pt x="721" y="0"/>
                    <a:pt x="1" y="700"/>
                    <a:pt x="1" y="1563"/>
                  </a:cubicBezTo>
                  <a:cubicBezTo>
                    <a:pt x="1" y="2425"/>
                    <a:pt x="721" y="3145"/>
                    <a:pt x="1583" y="3145"/>
                  </a:cubicBezTo>
                  <a:cubicBezTo>
                    <a:pt x="2446" y="3145"/>
                    <a:pt x="3146" y="2425"/>
                    <a:pt x="3146" y="1563"/>
                  </a:cubicBezTo>
                  <a:cubicBezTo>
                    <a:pt x="3146" y="700"/>
                    <a:pt x="2446" y="0"/>
                    <a:pt x="158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3931401" y="4773871"/>
              <a:ext cx="96699" cy="96617"/>
            </a:xfrm>
            <a:custGeom>
              <a:avLst/>
              <a:gdLst/>
              <a:ahLst/>
              <a:cxnLst/>
              <a:rect l="l" t="t" r="r" b="b"/>
              <a:pathLst>
                <a:path w="5857" h="5852" extrusionOk="0">
                  <a:moveTo>
                    <a:pt x="2938" y="922"/>
                  </a:moveTo>
                  <a:cubicBezTo>
                    <a:pt x="4047" y="922"/>
                    <a:pt x="4930" y="1804"/>
                    <a:pt x="4930" y="2913"/>
                  </a:cubicBezTo>
                  <a:cubicBezTo>
                    <a:pt x="4930" y="4022"/>
                    <a:pt x="4047" y="4929"/>
                    <a:pt x="2938" y="4929"/>
                  </a:cubicBezTo>
                  <a:cubicBezTo>
                    <a:pt x="1829" y="4929"/>
                    <a:pt x="927" y="4022"/>
                    <a:pt x="927" y="2913"/>
                  </a:cubicBezTo>
                  <a:cubicBezTo>
                    <a:pt x="927" y="1804"/>
                    <a:pt x="1829" y="922"/>
                    <a:pt x="2938" y="922"/>
                  </a:cubicBezTo>
                  <a:close/>
                  <a:moveTo>
                    <a:pt x="2938" y="0"/>
                  </a:moveTo>
                  <a:cubicBezTo>
                    <a:pt x="1317" y="0"/>
                    <a:pt x="0" y="1311"/>
                    <a:pt x="0" y="2913"/>
                  </a:cubicBezTo>
                  <a:cubicBezTo>
                    <a:pt x="0" y="4540"/>
                    <a:pt x="1317" y="5851"/>
                    <a:pt x="2938" y="5851"/>
                  </a:cubicBezTo>
                  <a:cubicBezTo>
                    <a:pt x="4560" y="5851"/>
                    <a:pt x="5856" y="4540"/>
                    <a:pt x="5856" y="2913"/>
                  </a:cubicBezTo>
                  <a:cubicBezTo>
                    <a:pt x="5856" y="1311"/>
                    <a:pt x="4560" y="0"/>
                    <a:pt x="29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3790024" y="4921356"/>
              <a:ext cx="23362" cy="15305"/>
            </a:xfrm>
            <a:custGeom>
              <a:avLst/>
              <a:gdLst/>
              <a:ahLst/>
              <a:cxnLst/>
              <a:rect l="l" t="t" r="r" b="b"/>
              <a:pathLst>
                <a:path w="1415" h="927" extrusionOk="0">
                  <a:moveTo>
                    <a:pt x="473" y="0"/>
                  </a:moveTo>
                  <a:cubicBezTo>
                    <a:pt x="227" y="0"/>
                    <a:pt x="0" y="207"/>
                    <a:pt x="0" y="454"/>
                  </a:cubicBezTo>
                  <a:cubicBezTo>
                    <a:pt x="0" y="720"/>
                    <a:pt x="22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15" y="720"/>
                    <a:pt x="1415" y="454"/>
                  </a:cubicBezTo>
                  <a:cubicBezTo>
                    <a:pt x="1415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4148157" y="5094303"/>
              <a:ext cx="15239" cy="23461"/>
            </a:xfrm>
            <a:custGeom>
              <a:avLst/>
              <a:gdLst/>
              <a:ahLst/>
              <a:cxnLst/>
              <a:rect l="l" t="t" r="r" b="b"/>
              <a:pathLst>
                <a:path w="923" h="1421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lnTo>
                    <a:pt x="0" y="947"/>
                  </a:lnTo>
                  <a:cubicBezTo>
                    <a:pt x="0" y="1214"/>
                    <a:pt x="227" y="1421"/>
                    <a:pt x="473" y="1421"/>
                  </a:cubicBezTo>
                  <a:cubicBezTo>
                    <a:pt x="720" y="1421"/>
                    <a:pt x="922" y="1214"/>
                    <a:pt x="922" y="947"/>
                  </a:cubicBezTo>
                  <a:lnTo>
                    <a:pt x="922" y="454"/>
                  </a:lnTo>
                  <a:cubicBezTo>
                    <a:pt x="922" y="208"/>
                    <a:pt x="720" y="1"/>
                    <a:pt x="47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4166469" y="5121828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74" y="0"/>
                  </a:moveTo>
                  <a:cubicBezTo>
                    <a:pt x="227" y="0"/>
                    <a:pt x="0" y="202"/>
                    <a:pt x="0" y="449"/>
                  </a:cubicBezTo>
                  <a:cubicBezTo>
                    <a:pt x="0" y="720"/>
                    <a:pt x="227" y="922"/>
                    <a:pt x="474" y="922"/>
                  </a:cubicBezTo>
                  <a:lnTo>
                    <a:pt x="967" y="922"/>
                  </a:lnTo>
                  <a:cubicBezTo>
                    <a:pt x="1213" y="922"/>
                    <a:pt x="1415" y="720"/>
                    <a:pt x="1415" y="449"/>
                  </a:cubicBezTo>
                  <a:cubicBezTo>
                    <a:pt x="1415" y="202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4147100" y="5140140"/>
              <a:ext cx="15305" cy="23362"/>
            </a:xfrm>
            <a:custGeom>
              <a:avLst/>
              <a:gdLst/>
              <a:ahLst/>
              <a:cxnLst/>
              <a:rect l="l" t="t" r="r" b="b"/>
              <a:pathLst>
                <a:path w="927" h="1415" extrusionOk="0">
                  <a:moveTo>
                    <a:pt x="473" y="0"/>
                  </a:moveTo>
                  <a:cubicBezTo>
                    <a:pt x="227" y="0"/>
                    <a:pt x="0" y="202"/>
                    <a:pt x="0" y="449"/>
                  </a:cubicBezTo>
                  <a:lnTo>
                    <a:pt x="0" y="942"/>
                  </a:lnTo>
                  <a:cubicBezTo>
                    <a:pt x="0" y="1213"/>
                    <a:pt x="227" y="1415"/>
                    <a:pt x="473" y="1415"/>
                  </a:cubicBezTo>
                  <a:cubicBezTo>
                    <a:pt x="720" y="1415"/>
                    <a:pt x="927" y="1213"/>
                    <a:pt x="927" y="942"/>
                  </a:cubicBezTo>
                  <a:lnTo>
                    <a:pt x="927" y="449"/>
                  </a:lnTo>
                  <a:cubicBezTo>
                    <a:pt x="927" y="202"/>
                    <a:pt x="720" y="0"/>
                    <a:pt x="47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4120648" y="5120755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cubicBezTo>
                    <a:pt x="0" y="721"/>
                    <a:pt x="227" y="928"/>
                    <a:pt x="473" y="928"/>
                  </a:cubicBezTo>
                  <a:lnTo>
                    <a:pt x="966" y="928"/>
                  </a:lnTo>
                  <a:cubicBezTo>
                    <a:pt x="1213" y="928"/>
                    <a:pt x="1420" y="721"/>
                    <a:pt x="1420" y="454"/>
                  </a:cubicBezTo>
                  <a:cubicBezTo>
                    <a:pt x="1420" y="208"/>
                    <a:pt x="1213" y="1"/>
                    <a:pt x="9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1"/>
          <p:cNvGrpSpPr/>
          <p:nvPr/>
        </p:nvGrpSpPr>
        <p:grpSpPr>
          <a:xfrm>
            <a:off x="1351431" y="2556517"/>
            <a:ext cx="469691" cy="420637"/>
            <a:chOff x="5901125" y="3318848"/>
            <a:chExt cx="634717" cy="562725"/>
          </a:xfrm>
        </p:grpSpPr>
        <p:sp>
          <p:nvSpPr>
            <p:cNvPr id="496" name="Google Shape;496;p21"/>
            <p:cNvSpPr/>
            <p:nvPr/>
          </p:nvSpPr>
          <p:spPr>
            <a:xfrm>
              <a:off x="5948362" y="3678596"/>
              <a:ext cx="168735" cy="162134"/>
            </a:xfrm>
            <a:custGeom>
              <a:avLst/>
              <a:gdLst/>
              <a:ahLst/>
              <a:cxnLst/>
              <a:rect l="l" t="t" r="r" b="b"/>
              <a:pathLst>
                <a:path w="409" h="393" extrusionOk="0">
                  <a:moveTo>
                    <a:pt x="236" y="0"/>
                  </a:moveTo>
                  <a:cubicBezTo>
                    <a:pt x="233" y="3"/>
                    <a:pt x="233" y="3"/>
                    <a:pt x="233" y="3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1" y="298"/>
                    <a:pt x="0" y="306"/>
                    <a:pt x="5" y="311"/>
                  </a:cubicBezTo>
                  <a:cubicBezTo>
                    <a:pt x="72" y="387"/>
                    <a:pt x="72" y="387"/>
                    <a:pt x="72" y="387"/>
                  </a:cubicBezTo>
                  <a:cubicBezTo>
                    <a:pt x="77" y="392"/>
                    <a:pt x="85" y="393"/>
                    <a:pt x="90" y="388"/>
                  </a:cubicBezTo>
                  <a:cubicBezTo>
                    <a:pt x="285" y="216"/>
                    <a:pt x="285" y="216"/>
                    <a:pt x="285" y="216"/>
                  </a:cubicBezTo>
                  <a:cubicBezTo>
                    <a:pt x="406" y="199"/>
                    <a:pt x="406" y="199"/>
                    <a:pt x="406" y="199"/>
                  </a:cubicBezTo>
                  <a:cubicBezTo>
                    <a:pt x="409" y="198"/>
                    <a:pt x="409" y="198"/>
                    <a:pt x="409" y="198"/>
                  </a:cubicBezTo>
                  <a:lnTo>
                    <a:pt x="236" y="0"/>
                  </a:lnTo>
                  <a:close/>
                  <a:moveTo>
                    <a:pt x="236" y="0"/>
                  </a:moveTo>
                  <a:cubicBezTo>
                    <a:pt x="236" y="0"/>
                    <a:pt x="236" y="0"/>
                    <a:pt x="23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6086568" y="3327925"/>
              <a:ext cx="439784" cy="394815"/>
            </a:xfrm>
            <a:custGeom>
              <a:avLst/>
              <a:gdLst/>
              <a:ahLst/>
              <a:cxnLst/>
              <a:rect l="l" t="t" r="r" b="b"/>
              <a:pathLst>
                <a:path w="1066" h="957" extrusionOk="0">
                  <a:moveTo>
                    <a:pt x="614" y="17"/>
                  </a:moveTo>
                  <a:cubicBezTo>
                    <a:pt x="613" y="21"/>
                    <a:pt x="613" y="21"/>
                    <a:pt x="613" y="21"/>
                  </a:cubicBezTo>
                  <a:cubicBezTo>
                    <a:pt x="607" y="60"/>
                    <a:pt x="607" y="60"/>
                    <a:pt x="607" y="60"/>
                  </a:cubicBezTo>
                  <a:cubicBezTo>
                    <a:pt x="580" y="227"/>
                    <a:pt x="496" y="378"/>
                    <a:pt x="370" y="490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56" y="880"/>
                    <a:pt x="56" y="880"/>
                    <a:pt x="56" y="880"/>
                  </a:cubicBezTo>
                  <a:cubicBezTo>
                    <a:pt x="124" y="957"/>
                    <a:pt x="124" y="957"/>
                    <a:pt x="124" y="957"/>
                  </a:cubicBezTo>
                  <a:cubicBezTo>
                    <a:pt x="163" y="923"/>
                    <a:pt x="163" y="923"/>
                    <a:pt x="163" y="923"/>
                  </a:cubicBezTo>
                  <a:cubicBezTo>
                    <a:pt x="494" y="631"/>
                    <a:pt x="494" y="631"/>
                    <a:pt x="494" y="631"/>
                  </a:cubicBezTo>
                  <a:cubicBezTo>
                    <a:pt x="553" y="578"/>
                    <a:pt x="620" y="536"/>
                    <a:pt x="692" y="506"/>
                  </a:cubicBezTo>
                  <a:cubicBezTo>
                    <a:pt x="696" y="504"/>
                    <a:pt x="701" y="502"/>
                    <a:pt x="706" y="500"/>
                  </a:cubicBezTo>
                  <a:cubicBezTo>
                    <a:pt x="725" y="492"/>
                    <a:pt x="745" y="485"/>
                    <a:pt x="765" y="479"/>
                  </a:cubicBezTo>
                  <a:cubicBezTo>
                    <a:pt x="775" y="476"/>
                    <a:pt x="785" y="473"/>
                    <a:pt x="795" y="471"/>
                  </a:cubicBezTo>
                  <a:cubicBezTo>
                    <a:pt x="805" y="468"/>
                    <a:pt x="815" y="466"/>
                    <a:pt x="825" y="464"/>
                  </a:cubicBezTo>
                  <a:cubicBezTo>
                    <a:pt x="835" y="462"/>
                    <a:pt x="846" y="460"/>
                    <a:pt x="856" y="458"/>
                  </a:cubicBezTo>
                  <a:cubicBezTo>
                    <a:pt x="866" y="456"/>
                    <a:pt x="875" y="455"/>
                    <a:pt x="885" y="454"/>
                  </a:cubicBezTo>
                  <a:cubicBezTo>
                    <a:pt x="906" y="451"/>
                    <a:pt x="928" y="449"/>
                    <a:pt x="950" y="448"/>
                  </a:cubicBezTo>
                  <a:cubicBezTo>
                    <a:pt x="991" y="447"/>
                    <a:pt x="991" y="447"/>
                    <a:pt x="991" y="447"/>
                  </a:cubicBezTo>
                  <a:cubicBezTo>
                    <a:pt x="993" y="447"/>
                    <a:pt x="993" y="447"/>
                    <a:pt x="993" y="447"/>
                  </a:cubicBezTo>
                  <a:cubicBezTo>
                    <a:pt x="1065" y="7"/>
                    <a:pt x="1065" y="7"/>
                    <a:pt x="1065" y="7"/>
                  </a:cubicBezTo>
                  <a:cubicBezTo>
                    <a:pt x="1066" y="0"/>
                    <a:pt x="1066" y="0"/>
                    <a:pt x="1066" y="0"/>
                  </a:cubicBezTo>
                  <a:lnTo>
                    <a:pt x="614" y="17"/>
                  </a:lnTo>
                  <a:close/>
                  <a:moveTo>
                    <a:pt x="614" y="17"/>
                  </a:moveTo>
                  <a:cubicBezTo>
                    <a:pt x="614" y="17"/>
                    <a:pt x="614" y="17"/>
                    <a:pt x="614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5910201" y="3807726"/>
              <a:ext cx="68278" cy="64771"/>
            </a:xfrm>
            <a:custGeom>
              <a:avLst/>
              <a:gdLst/>
              <a:ahLst/>
              <a:cxnLst/>
              <a:rect l="l" t="t" r="r" b="b"/>
              <a:pathLst>
                <a:path w="165" h="157" extrusionOk="0">
                  <a:moveTo>
                    <a:pt x="119" y="0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0" y="15"/>
                    <a:pt x="22" y="22"/>
                    <a:pt x="20" y="31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45"/>
                    <a:pt x="10" y="157"/>
                    <a:pt x="23" y="157"/>
                  </a:cubicBezTo>
                  <a:cubicBezTo>
                    <a:pt x="126" y="151"/>
                    <a:pt x="126" y="151"/>
                    <a:pt x="126" y="151"/>
                  </a:cubicBezTo>
                  <a:cubicBezTo>
                    <a:pt x="135" y="151"/>
                    <a:pt x="143" y="144"/>
                    <a:pt x="145" y="134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65" y="53"/>
                    <a:pt x="165" y="53"/>
                    <a:pt x="165" y="53"/>
                  </a:cubicBezTo>
                  <a:lnTo>
                    <a:pt x="119" y="0"/>
                  </a:ln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6445078" y="3327925"/>
              <a:ext cx="81273" cy="184412"/>
            </a:xfrm>
            <a:custGeom>
              <a:avLst/>
              <a:gdLst/>
              <a:ahLst/>
              <a:cxnLst/>
              <a:rect l="l" t="t" r="r" b="b"/>
              <a:pathLst>
                <a:path w="394" h="894" extrusionOk="0">
                  <a:moveTo>
                    <a:pt x="380" y="12"/>
                  </a:moveTo>
                  <a:lnTo>
                    <a:pt x="100" y="260"/>
                  </a:lnTo>
                  <a:lnTo>
                    <a:pt x="100" y="260"/>
                  </a:lnTo>
                  <a:lnTo>
                    <a:pt x="0" y="576"/>
                  </a:lnTo>
                  <a:lnTo>
                    <a:pt x="36" y="652"/>
                  </a:lnTo>
                  <a:lnTo>
                    <a:pt x="42" y="660"/>
                  </a:lnTo>
                  <a:lnTo>
                    <a:pt x="242" y="888"/>
                  </a:lnTo>
                  <a:lnTo>
                    <a:pt x="246" y="890"/>
                  </a:lnTo>
                  <a:lnTo>
                    <a:pt x="248" y="894"/>
                  </a:lnTo>
                  <a:lnTo>
                    <a:pt x="394" y="0"/>
                  </a:lnTo>
                  <a:lnTo>
                    <a:pt x="380" y="12"/>
                  </a:lnTo>
                  <a:moveTo>
                    <a:pt x="380" y="12"/>
                  </a:moveTo>
                  <a:lnTo>
                    <a:pt x="380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6017671" y="3603099"/>
              <a:ext cx="177811" cy="190600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415" y="365"/>
                  </a:moveTo>
                  <a:cubicBezTo>
                    <a:pt x="427" y="367"/>
                    <a:pt x="431" y="381"/>
                    <a:pt x="423" y="388"/>
                  </a:cubicBezTo>
                  <a:cubicBezTo>
                    <a:pt x="359" y="444"/>
                    <a:pt x="359" y="444"/>
                    <a:pt x="359" y="444"/>
                  </a:cubicBezTo>
                  <a:cubicBezTo>
                    <a:pt x="339" y="462"/>
                    <a:pt x="307" y="460"/>
                    <a:pt x="289" y="440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0" y="112"/>
                    <a:pt x="2" y="81"/>
                    <a:pt x="23" y="63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94" y="0"/>
                    <a:pt x="108" y="6"/>
                    <a:pt x="107" y="18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352" y="359"/>
                    <a:pt x="352" y="359"/>
                    <a:pt x="352" y="359"/>
                  </a:cubicBezTo>
                  <a:lnTo>
                    <a:pt x="415" y="365"/>
                  </a:lnTo>
                  <a:close/>
                  <a:moveTo>
                    <a:pt x="415" y="365"/>
                  </a:moveTo>
                  <a:cubicBezTo>
                    <a:pt x="415" y="365"/>
                    <a:pt x="415" y="365"/>
                    <a:pt x="415" y="36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5997456" y="3736354"/>
              <a:ext cx="59408" cy="61058"/>
            </a:xfrm>
            <a:custGeom>
              <a:avLst/>
              <a:gdLst/>
              <a:ahLst/>
              <a:cxnLst/>
              <a:rect l="l" t="t" r="r" b="b"/>
              <a:pathLst>
                <a:path w="288" h="296" extrusionOk="0">
                  <a:moveTo>
                    <a:pt x="0" y="106"/>
                  </a:moveTo>
                  <a:lnTo>
                    <a:pt x="120" y="0"/>
                  </a:lnTo>
                  <a:lnTo>
                    <a:pt x="288" y="190"/>
                  </a:lnTo>
                  <a:lnTo>
                    <a:pt x="170" y="296"/>
                  </a:lnTo>
                  <a:lnTo>
                    <a:pt x="0" y="106"/>
                  </a:lnTo>
                  <a:moveTo>
                    <a:pt x="0" y="106"/>
                  </a:moveTo>
                  <a:lnTo>
                    <a:pt x="0" y="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close/>
                  <a:moveTo>
                    <a:pt x="460" y="0"/>
                  </a:moveTo>
                  <a:lnTo>
                    <a:pt x="4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moveTo>
                    <a:pt x="460" y="0"/>
                  </a:moveTo>
                  <a:lnTo>
                    <a:pt x="4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5901125" y="3318848"/>
              <a:ext cx="634717" cy="562725"/>
            </a:xfrm>
            <a:custGeom>
              <a:avLst/>
              <a:gdLst/>
              <a:ahLst/>
              <a:cxnLst/>
              <a:rect l="l" t="t" r="r" b="b"/>
              <a:pathLst>
                <a:path w="1538" h="1364" extrusionOk="0">
                  <a:moveTo>
                    <a:pt x="1532" y="8"/>
                  </a:moveTo>
                  <a:cubicBezTo>
                    <a:pt x="1527" y="3"/>
                    <a:pt x="1521" y="0"/>
                    <a:pt x="1514" y="0"/>
                  </a:cubicBezTo>
                  <a:cubicBezTo>
                    <a:pt x="1062" y="17"/>
                    <a:pt x="1062" y="17"/>
                    <a:pt x="1062" y="17"/>
                  </a:cubicBezTo>
                  <a:cubicBezTo>
                    <a:pt x="1051" y="17"/>
                    <a:pt x="1042" y="25"/>
                    <a:pt x="1041" y="36"/>
                  </a:cubicBezTo>
                  <a:cubicBezTo>
                    <a:pt x="1034" y="79"/>
                    <a:pt x="1034" y="79"/>
                    <a:pt x="1034" y="79"/>
                  </a:cubicBezTo>
                  <a:cubicBezTo>
                    <a:pt x="1008" y="239"/>
                    <a:pt x="926" y="387"/>
                    <a:pt x="804" y="495"/>
                  </a:cubicBezTo>
                  <a:cubicBezTo>
                    <a:pt x="451" y="807"/>
                    <a:pt x="451" y="807"/>
                    <a:pt x="451" y="807"/>
                  </a:cubicBezTo>
                  <a:cubicBezTo>
                    <a:pt x="410" y="760"/>
                    <a:pt x="410" y="760"/>
                    <a:pt x="410" y="760"/>
                  </a:cubicBezTo>
                  <a:cubicBezTo>
                    <a:pt x="412" y="707"/>
                    <a:pt x="412" y="707"/>
                    <a:pt x="412" y="707"/>
                  </a:cubicBezTo>
                  <a:cubicBezTo>
                    <a:pt x="412" y="693"/>
                    <a:pt x="404" y="680"/>
                    <a:pt x="391" y="674"/>
                  </a:cubicBezTo>
                  <a:cubicBezTo>
                    <a:pt x="378" y="668"/>
                    <a:pt x="363" y="670"/>
                    <a:pt x="353" y="679"/>
                  </a:cubicBezTo>
                  <a:cubicBezTo>
                    <a:pt x="290" y="735"/>
                    <a:pt x="290" y="735"/>
                    <a:pt x="290" y="735"/>
                  </a:cubicBezTo>
                  <a:cubicBezTo>
                    <a:pt x="275" y="748"/>
                    <a:pt x="267" y="765"/>
                    <a:pt x="265" y="785"/>
                  </a:cubicBezTo>
                  <a:cubicBezTo>
                    <a:pt x="264" y="804"/>
                    <a:pt x="271" y="822"/>
                    <a:pt x="283" y="837"/>
                  </a:cubicBezTo>
                  <a:cubicBezTo>
                    <a:pt x="322" y="881"/>
                    <a:pt x="322" y="881"/>
                    <a:pt x="322" y="881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98" y="1154"/>
                    <a:pt x="94" y="1163"/>
                    <a:pt x="93" y="1172"/>
                  </a:cubicBezTo>
                  <a:cubicBezTo>
                    <a:pt x="93" y="1173"/>
                    <a:pt x="93" y="1174"/>
                    <a:pt x="93" y="1175"/>
                  </a:cubicBezTo>
                  <a:cubicBezTo>
                    <a:pt x="60" y="1177"/>
                    <a:pt x="60" y="1177"/>
                    <a:pt x="60" y="1177"/>
                  </a:cubicBezTo>
                  <a:cubicBezTo>
                    <a:pt x="40" y="1178"/>
                    <a:pt x="23" y="1193"/>
                    <a:pt x="20" y="1212"/>
                  </a:cubicBezTo>
                  <a:cubicBezTo>
                    <a:pt x="2" y="1313"/>
                    <a:pt x="2" y="1313"/>
                    <a:pt x="2" y="1313"/>
                  </a:cubicBezTo>
                  <a:cubicBezTo>
                    <a:pt x="0" y="1327"/>
                    <a:pt x="3" y="1340"/>
                    <a:pt x="12" y="1350"/>
                  </a:cubicBezTo>
                  <a:cubicBezTo>
                    <a:pt x="20" y="1359"/>
                    <a:pt x="32" y="1364"/>
                    <a:pt x="44" y="1364"/>
                  </a:cubicBezTo>
                  <a:cubicBezTo>
                    <a:pt x="45" y="1364"/>
                    <a:pt x="46" y="1364"/>
                    <a:pt x="47" y="1364"/>
                  </a:cubicBezTo>
                  <a:cubicBezTo>
                    <a:pt x="149" y="1359"/>
                    <a:pt x="149" y="1359"/>
                    <a:pt x="149" y="1359"/>
                  </a:cubicBezTo>
                  <a:cubicBezTo>
                    <a:pt x="169" y="1358"/>
                    <a:pt x="186" y="1343"/>
                    <a:pt x="189" y="1323"/>
                  </a:cubicBezTo>
                  <a:cubicBezTo>
                    <a:pt x="196" y="1286"/>
                    <a:pt x="196" y="1286"/>
                    <a:pt x="196" y="1286"/>
                  </a:cubicBezTo>
                  <a:cubicBezTo>
                    <a:pt x="204" y="1286"/>
                    <a:pt x="212" y="1283"/>
                    <a:pt x="219" y="1277"/>
                  </a:cubicBezTo>
                  <a:cubicBezTo>
                    <a:pt x="218" y="1276"/>
                    <a:pt x="218" y="1276"/>
                    <a:pt x="218" y="1276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392" y="1124"/>
                    <a:pt x="392" y="1124"/>
                    <a:pt x="392" y="1124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511" y="1095"/>
                    <a:pt x="511" y="1095"/>
                    <a:pt x="511" y="1095"/>
                  </a:cubicBezTo>
                  <a:cubicBezTo>
                    <a:pt x="554" y="1144"/>
                    <a:pt x="554" y="1144"/>
                    <a:pt x="554" y="1144"/>
                  </a:cubicBezTo>
                  <a:cubicBezTo>
                    <a:pt x="569" y="1160"/>
                    <a:pt x="588" y="1168"/>
                    <a:pt x="608" y="1168"/>
                  </a:cubicBezTo>
                  <a:cubicBezTo>
                    <a:pt x="625" y="1168"/>
                    <a:pt x="642" y="1162"/>
                    <a:pt x="656" y="1150"/>
                  </a:cubicBezTo>
                  <a:cubicBezTo>
                    <a:pt x="720" y="1094"/>
                    <a:pt x="720" y="1094"/>
                    <a:pt x="720" y="1094"/>
                  </a:cubicBezTo>
                  <a:cubicBezTo>
                    <a:pt x="730" y="1085"/>
                    <a:pt x="734" y="1070"/>
                    <a:pt x="730" y="1057"/>
                  </a:cubicBezTo>
                  <a:cubicBezTo>
                    <a:pt x="726" y="1043"/>
                    <a:pt x="714" y="1034"/>
                    <a:pt x="700" y="1032"/>
                  </a:cubicBezTo>
                  <a:cubicBezTo>
                    <a:pt x="645" y="1026"/>
                    <a:pt x="645" y="1026"/>
                    <a:pt x="645" y="1026"/>
                  </a:cubicBezTo>
                  <a:cubicBezTo>
                    <a:pt x="605" y="981"/>
                    <a:pt x="605" y="981"/>
                    <a:pt x="605" y="981"/>
                  </a:cubicBezTo>
                  <a:cubicBezTo>
                    <a:pt x="684" y="912"/>
                    <a:pt x="684" y="912"/>
                    <a:pt x="684" y="912"/>
                  </a:cubicBezTo>
                  <a:cubicBezTo>
                    <a:pt x="693" y="903"/>
                    <a:pt x="694" y="889"/>
                    <a:pt x="685" y="880"/>
                  </a:cubicBezTo>
                  <a:cubicBezTo>
                    <a:pt x="677" y="870"/>
                    <a:pt x="663" y="870"/>
                    <a:pt x="654" y="878"/>
                  </a:cubicBezTo>
                  <a:cubicBezTo>
                    <a:pt x="575" y="947"/>
                    <a:pt x="575" y="947"/>
                    <a:pt x="575" y="947"/>
                  </a:cubicBezTo>
                  <a:cubicBezTo>
                    <a:pt x="543" y="911"/>
                    <a:pt x="543" y="911"/>
                    <a:pt x="543" y="911"/>
                  </a:cubicBezTo>
                  <a:cubicBezTo>
                    <a:pt x="936" y="563"/>
                    <a:pt x="936" y="563"/>
                    <a:pt x="936" y="563"/>
                  </a:cubicBezTo>
                  <a:cubicBezTo>
                    <a:pt x="946" y="555"/>
                    <a:pt x="947" y="541"/>
                    <a:pt x="938" y="531"/>
                  </a:cubicBezTo>
                  <a:cubicBezTo>
                    <a:pt x="930" y="522"/>
                    <a:pt x="916" y="521"/>
                    <a:pt x="907" y="530"/>
                  </a:cubicBezTo>
                  <a:cubicBezTo>
                    <a:pt x="513" y="877"/>
                    <a:pt x="513" y="877"/>
                    <a:pt x="513" y="877"/>
                  </a:cubicBezTo>
                  <a:cubicBezTo>
                    <a:pt x="481" y="841"/>
                    <a:pt x="481" y="841"/>
                    <a:pt x="481" y="841"/>
                  </a:cubicBezTo>
                  <a:cubicBezTo>
                    <a:pt x="834" y="529"/>
                    <a:pt x="834" y="529"/>
                    <a:pt x="834" y="529"/>
                  </a:cubicBezTo>
                  <a:cubicBezTo>
                    <a:pt x="963" y="415"/>
                    <a:pt x="1049" y="259"/>
                    <a:pt x="1078" y="90"/>
                  </a:cubicBezTo>
                  <a:cubicBezTo>
                    <a:pt x="1146" y="167"/>
                    <a:pt x="1146" y="167"/>
                    <a:pt x="1146" y="167"/>
                  </a:cubicBezTo>
                  <a:cubicBezTo>
                    <a:pt x="1117" y="344"/>
                    <a:pt x="1117" y="344"/>
                    <a:pt x="1117" y="344"/>
                  </a:cubicBezTo>
                  <a:cubicBezTo>
                    <a:pt x="972" y="472"/>
                    <a:pt x="972" y="472"/>
                    <a:pt x="972" y="472"/>
                  </a:cubicBezTo>
                  <a:cubicBezTo>
                    <a:pt x="962" y="480"/>
                    <a:pt x="962" y="494"/>
                    <a:pt x="970" y="504"/>
                  </a:cubicBezTo>
                  <a:cubicBezTo>
                    <a:pt x="974" y="509"/>
                    <a:pt x="980" y="511"/>
                    <a:pt x="987" y="511"/>
                  </a:cubicBezTo>
                  <a:cubicBezTo>
                    <a:pt x="992" y="511"/>
                    <a:pt x="997" y="509"/>
                    <a:pt x="1002" y="506"/>
                  </a:cubicBezTo>
                  <a:cubicBezTo>
                    <a:pt x="1146" y="378"/>
                    <a:pt x="1146" y="378"/>
                    <a:pt x="1146" y="378"/>
                  </a:cubicBezTo>
                  <a:cubicBezTo>
                    <a:pt x="1326" y="371"/>
                    <a:pt x="1326" y="371"/>
                    <a:pt x="1326" y="371"/>
                  </a:cubicBezTo>
                  <a:cubicBezTo>
                    <a:pt x="1394" y="448"/>
                    <a:pt x="1394" y="448"/>
                    <a:pt x="1394" y="448"/>
                  </a:cubicBezTo>
                  <a:cubicBezTo>
                    <a:pt x="1222" y="455"/>
                    <a:pt x="1057" y="522"/>
                    <a:pt x="928" y="636"/>
                  </a:cubicBezTo>
                  <a:cubicBezTo>
                    <a:pt x="721" y="818"/>
                    <a:pt x="721" y="818"/>
                    <a:pt x="721" y="818"/>
                  </a:cubicBezTo>
                  <a:cubicBezTo>
                    <a:pt x="712" y="826"/>
                    <a:pt x="711" y="841"/>
                    <a:pt x="719" y="850"/>
                  </a:cubicBezTo>
                  <a:cubicBezTo>
                    <a:pt x="727" y="859"/>
                    <a:pt x="742" y="860"/>
                    <a:pt x="751" y="852"/>
                  </a:cubicBezTo>
                  <a:cubicBezTo>
                    <a:pt x="958" y="669"/>
                    <a:pt x="958" y="669"/>
                    <a:pt x="958" y="669"/>
                  </a:cubicBezTo>
                  <a:cubicBezTo>
                    <a:pt x="1080" y="562"/>
                    <a:pt x="1237" y="499"/>
                    <a:pt x="1400" y="493"/>
                  </a:cubicBezTo>
                  <a:cubicBezTo>
                    <a:pt x="1443" y="491"/>
                    <a:pt x="1443" y="491"/>
                    <a:pt x="1443" y="491"/>
                  </a:cubicBezTo>
                  <a:cubicBezTo>
                    <a:pt x="1454" y="491"/>
                    <a:pt x="1463" y="483"/>
                    <a:pt x="1464" y="472"/>
                  </a:cubicBezTo>
                  <a:cubicBezTo>
                    <a:pt x="1537" y="26"/>
                    <a:pt x="1537" y="26"/>
                    <a:pt x="1537" y="26"/>
                  </a:cubicBezTo>
                  <a:cubicBezTo>
                    <a:pt x="1538" y="19"/>
                    <a:pt x="1536" y="13"/>
                    <a:pt x="1532" y="8"/>
                  </a:cubicBezTo>
                  <a:close/>
                  <a:moveTo>
                    <a:pt x="319" y="1128"/>
                  </a:moveTo>
                  <a:cubicBezTo>
                    <a:pt x="265" y="1067"/>
                    <a:pt x="265" y="1067"/>
                    <a:pt x="265" y="1067"/>
                  </a:cubicBezTo>
                  <a:cubicBezTo>
                    <a:pt x="291" y="1044"/>
                    <a:pt x="291" y="1044"/>
                    <a:pt x="291" y="1044"/>
                  </a:cubicBezTo>
                  <a:cubicBezTo>
                    <a:pt x="345" y="1105"/>
                    <a:pt x="345" y="1105"/>
                    <a:pt x="345" y="1105"/>
                  </a:cubicBezTo>
                  <a:lnTo>
                    <a:pt x="319" y="1128"/>
                  </a:lnTo>
                  <a:close/>
                  <a:moveTo>
                    <a:pt x="260" y="1181"/>
                  </a:moveTo>
                  <a:cubicBezTo>
                    <a:pt x="205" y="1120"/>
                    <a:pt x="205" y="1120"/>
                    <a:pt x="205" y="1120"/>
                  </a:cubicBezTo>
                  <a:cubicBezTo>
                    <a:pt x="231" y="1097"/>
                    <a:pt x="231" y="1097"/>
                    <a:pt x="231" y="1097"/>
                  </a:cubicBezTo>
                  <a:cubicBezTo>
                    <a:pt x="286" y="1158"/>
                    <a:pt x="286" y="1158"/>
                    <a:pt x="286" y="1158"/>
                  </a:cubicBezTo>
                  <a:lnTo>
                    <a:pt x="260" y="1181"/>
                  </a:lnTo>
                  <a:close/>
                  <a:moveTo>
                    <a:pt x="145" y="1314"/>
                  </a:moveTo>
                  <a:cubicBezTo>
                    <a:pt x="47" y="1319"/>
                    <a:pt x="47" y="1319"/>
                    <a:pt x="47" y="1319"/>
                  </a:cubicBezTo>
                  <a:cubicBezTo>
                    <a:pt x="64" y="1222"/>
                    <a:pt x="64" y="1222"/>
                    <a:pt x="64" y="1222"/>
                  </a:cubicBezTo>
                  <a:cubicBezTo>
                    <a:pt x="121" y="1219"/>
                    <a:pt x="121" y="1219"/>
                    <a:pt x="121" y="1219"/>
                  </a:cubicBezTo>
                  <a:cubicBezTo>
                    <a:pt x="155" y="1258"/>
                    <a:pt x="155" y="1258"/>
                    <a:pt x="155" y="1258"/>
                  </a:cubicBezTo>
                  <a:lnTo>
                    <a:pt x="145" y="1314"/>
                  </a:lnTo>
                  <a:close/>
                  <a:moveTo>
                    <a:pt x="197" y="1237"/>
                  </a:moveTo>
                  <a:cubicBezTo>
                    <a:pt x="142" y="1175"/>
                    <a:pt x="142" y="1175"/>
                    <a:pt x="142" y="1175"/>
                  </a:cubicBezTo>
                  <a:cubicBezTo>
                    <a:pt x="172" y="1149"/>
                    <a:pt x="172" y="1149"/>
                    <a:pt x="172" y="1149"/>
                  </a:cubicBezTo>
                  <a:cubicBezTo>
                    <a:pt x="226" y="1211"/>
                    <a:pt x="226" y="1211"/>
                    <a:pt x="226" y="1211"/>
                  </a:cubicBezTo>
                  <a:lnTo>
                    <a:pt x="197" y="1237"/>
                  </a:lnTo>
                  <a:close/>
                  <a:moveTo>
                    <a:pt x="370" y="783"/>
                  </a:moveTo>
                  <a:cubicBezTo>
                    <a:pt x="370" y="783"/>
                    <a:pt x="370" y="783"/>
                    <a:pt x="370" y="783"/>
                  </a:cubicBezTo>
                  <a:cubicBezTo>
                    <a:pt x="617" y="1063"/>
                    <a:pt x="617" y="1063"/>
                    <a:pt x="617" y="1063"/>
                  </a:cubicBezTo>
                  <a:cubicBezTo>
                    <a:pt x="620" y="1067"/>
                    <a:pt x="626" y="1070"/>
                    <a:pt x="631" y="1070"/>
                  </a:cubicBezTo>
                  <a:cubicBezTo>
                    <a:pt x="674" y="1075"/>
                    <a:pt x="674" y="1075"/>
                    <a:pt x="674" y="1075"/>
                  </a:cubicBezTo>
                  <a:cubicBezTo>
                    <a:pt x="626" y="1116"/>
                    <a:pt x="626" y="1116"/>
                    <a:pt x="626" y="1116"/>
                  </a:cubicBezTo>
                  <a:cubicBezTo>
                    <a:pt x="615" y="1126"/>
                    <a:pt x="598" y="1125"/>
                    <a:pt x="588" y="1114"/>
                  </a:cubicBezTo>
                  <a:cubicBezTo>
                    <a:pt x="537" y="1056"/>
                    <a:pt x="537" y="1056"/>
                    <a:pt x="537" y="1056"/>
                  </a:cubicBezTo>
                  <a:cubicBezTo>
                    <a:pt x="537" y="1056"/>
                    <a:pt x="537" y="1056"/>
                    <a:pt x="536" y="1056"/>
                  </a:cubicBezTo>
                  <a:cubicBezTo>
                    <a:pt x="468" y="978"/>
                    <a:pt x="468" y="978"/>
                    <a:pt x="468" y="978"/>
                  </a:cubicBezTo>
                  <a:cubicBezTo>
                    <a:pt x="460" y="969"/>
                    <a:pt x="446" y="968"/>
                    <a:pt x="436" y="976"/>
                  </a:cubicBezTo>
                  <a:cubicBezTo>
                    <a:pt x="427" y="984"/>
                    <a:pt x="426" y="999"/>
                    <a:pt x="434" y="1008"/>
                  </a:cubicBezTo>
                  <a:cubicBezTo>
                    <a:pt x="475" y="1054"/>
                    <a:pt x="475" y="1054"/>
                    <a:pt x="475" y="1054"/>
                  </a:cubicBezTo>
                  <a:cubicBezTo>
                    <a:pt x="396" y="1066"/>
                    <a:pt x="396" y="1066"/>
                    <a:pt x="396" y="1066"/>
                  </a:cubicBezTo>
                  <a:cubicBezTo>
                    <a:pt x="391" y="1066"/>
                    <a:pt x="387" y="1068"/>
                    <a:pt x="384" y="1071"/>
                  </a:cubicBezTo>
                  <a:cubicBezTo>
                    <a:pt x="379" y="1076"/>
                    <a:pt x="379" y="1076"/>
                    <a:pt x="379" y="1076"/>
                  </a:cubicBezTo>
                  <a:cubicBezTo>
                    <a:pt x="325" y="1014"/>
                    <a:pt x="325" y="1014"/>
                    <a:pt x="325" y="1014"/>
                  </a:cubicBezTo>
                  <a:cubicBezTo>
                    <a:pt x="330" y="1010"/>
                    <a:pt x="330" y="1010"/>
                    <a:pt x="330" y="1010"/>
                  </a:cubicBezTo>
                  <a:cubicBezTo>
                    <a:pt x="333" y="1007"/>
                    <a:pt x="335" y="1003"/>
                    <a:pt x="337" y="999"/>
                  </a:cubicBezTo>
                  <a:cubicBezTo>
                    <a:pt x="358" y="921"/>
                    <a:pt x="358" y="921"/>
                    <a:pt x="358" y="921"/>
                  </a:cubicBezTo>
                  <a:cubicBezTo>
                    <a:pt x="375" y="940"/>
                    <a:pt x="375" y="940"/>
                    <a:pt x="375" y="940"/>
                  </a:cubicBezTo>
                  <a:cubicBezTo>
                    <a:pt x="383" y="950"/>
                    <a:pt x="397" y="951"/>
                    <a:pt x="406" y="942"/>
                  </a:cubicBezTo>
                  <a:cubicBezTo>
                    <a:pt x="416" y="934"/>
                    <a:pt x="417" y="920"/>
                    <a:pt x="408" y="911"/>
                  </a:cubicBezTo>
                  <a:cubicBezTo>
                    <a:pt x="317" y="807"/>
                    <a:pt x="317" y="807"/>
                    <a:pt x="317" y="807"/>
                  </a:cubicBezTo>
                  <a:cubicBezTo>
                    <a:pt x="312" y="802"/>
                    <a:pt x="310" y="795"/>
                    <a:pt x="310" y="787"/>
                  </a:cubicBezTo>
                  <a:cubicBezTo>
                    <a:pt x="311" y="780"/>
                    <a:pt x="314" y="774"/>
                    <a:pt x="319" y="769"/>
                  </a:cubicBezTo>
                  <a:cubicBezTo>
                    <a:pt x="366" y="728"/>
                    <a:pt x="366" y="728"/>
                    <a:pt x="366" y="728"/>
                  </a:cubicBezTo>
                  <a:cubicBezTo>
                    <a:pt x="364" y="768"/>
                    <a:pt x="364" y="768"/>
                    <a:pt x="364" y="768"/>
                  </a:cubicBezTo>
                  <a:cubicBezTo>
                    <a:pt x="364" y="773"/>
                    <a:pt x="366" y="779"/>
                    <a:pt x="370" y="783"/>
                  </a:cubicBezTo>
                  <a:moveTo>
                    <a:pt x="1359" y="130"/>
                  </a:moveTo>
                  <a:cubicBezTo>
                    <a:pt x="1179" y="137"/>
                    <a:pt x="1179" y="137"/>
                    <a:pt x="1179" y="137"/>
                  </a:cubicBezTo>
                  <a:cubicBezTo>
                    <a:pt x="1111" y="60"/>
                    <a:pt x="1111" y="60"/>
                    <a:pt x="1111" y="60"/>
                  </a:cubicBezTo>
                  <a:cubicBezTo>
                    <a:pt x="1453" y="47"/>
                    <a:pt x="1453" y="47"/>
                    <a:pt x="1453" y="47"/>
                  </a:cubicBezTo>
                  <a:lnTo>
                    <a:pt x="1359" y="130"/>
                  </a:lnTo>
                  <a:close/>
                  <a:moveTo>
                    <a:pt x="1164" y="332"/>
                  </a:moveTo>
                  <a:cubicBezTo>
                    <a:pt x="1189" y="182"/>
                    <a:pt x="1189" y="182"/>
                    <a:pt x="1189" y="182"/>
                  </a:cubicBezTo>
                  <a:cubicBezTo>
                    <a:pt x="1341" y="176"/>
                    <a:pt x="1341" y="176"/>
                    <a:pt x="1341" y="176"/>
                  </a:cubicBezTo>
                  <a:cubicBezTo>
                    <a:pt x="1316" y="326"/>
                    <a:pt x="1316" y="326"/>
                    <a:pt x="1316" y="326"/>
                  </a:cubicBezTo>
                  <a:lnTo>
                    <a:pt x="1164" y="332"/>
                  </a:lnTo>
                  <a:close/>
                  <a:moveTo>
                    <a:pt x="1428" y="418"/>
                  </a:moveTo>
                  <a:cubicBezTo>
                    <a:pt x="1360" y="341"/>
                    <a:pt x="1360" y="341"/>
                    <a:pt x="1360" y="341"/>
                  </a:cubicBezTo>
                  <a:cubicBezTo>
                    <a:pt x="1388" y="164"/>
                    <a:pt x="1388" y="164"/>
                    <a:pt x="1388" y="164"/>
                  </a:cubicBezTo>
                  <a:cubicBezTo>
                    <a:pt x="1482" y="81"/>
                    <a:pt x="1482" y="81"/>
                    <a:pt x="1482" y="81"/>
                  </a:cubicBezTo>
                  <a:lnTo>
                    <a:pt x="1428" y="418"/>
                  </a:lnTo>
                  <a:close/>
                  <a:moveTo>
                    <a:pt x="1428" y="418"/>
                  </a:moveTo>
                  <a:cubicBezTo>
                    <a:pt x="1428" y="418"/>
                    <a:pt x="1428" y="418"/>
                    <a:pt x="1428" y="41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1"/>
          <p:cNvSpPr/>
          <p:nvPr/>
        </p:nvSpPr>
        <p:spPr>
          <a:xfrm>
            <a:off x="51523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21"/>
          <p:cNvGrpSpPr/>
          <p:nvPr/>
        </p:nvGrpSpPr>
        <p:grpSpPr>
          <a:xfrm>
            <a:off x="5307030" y="2592505"/>
            <a:ext cx="521287" cy="348662"/>
            <a:chOff x="1845662" y="4933558"/>
            <a:chExt cx="521287" cy="348662"/>
          </a:xfrm>
        </p:grpSpPr>
        <p:sp>
          <p:nvSpPr>
            <p:cNvPr id="507" name="Google Shape;507;p21"/>
            <p:cNvSpPr/>
            <p:nvPr/>
          </p:nvSpPr>
          <p:spPr>
            <a:xfrm>
              <a:off x="1995593" y="4970925"/>
              <a:ext cx="209248" cy="304791"/>
            </a:xfrm>
            <a:custGeom>
              <a:avLst/>
              <a:gdLst/>
              <a:ahLst/>
              <a:cxnLst/>
              <a:rect l="l" t="t" r="r" b="b"/>
              <a:pathLst>
                <a:path w="12674" h="18461" extrusionOk="0">
                  <a:moveTo>
                    <a:pt x="0" y="0"/>
                  </a:moveTo>
                  <a:lnTo>
                    <a:pt x="0" y="18460"/>
                  </a:lnTo>
                  <a:lnTo>
                    <a:pt x="3431" y="18460"/>
                  </a:lnTo>
                  <a:cubicBezTo>
                    <a:pt x="8543" y="18460"/>
                    <a:pt x="12674" y="14335"/>
                    <a:pt x="12674" y="9243"/>
                  </a:cubicBezTo>
                  <a:cubicBezTo>
                    <a:pt x="12674" y="4126"/>
                    <a:pt x="8543" y="0"/>
                    <a:pt x="3431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1852498" y="4970925"/>
              <a:ext cx="305204" cy="304791"/>
            </a:xfrm>
            <a:custGeom>
              <a:avLst/>
              <a:gdLst/>
              <a:ahLst/>
              <a:cxnLst/>
              <a:rect l="l" t="t" r="r" b="b"/>
              <a:pathLst>
                <a:path w="18486" h="18461" extrusionOk="0">
                  <a:moveTo>
                    <a:pt x="9243" y="0"/>
                  </a:moveTo>
                  <a:cubicBezTo>
                    <a:pt x="4146" y="0"/>
                    <a:pt x="1" y="4126"/>
                    <a:pt x="1" y="9243"/>
                  </a:cubicBezTo>
                  <a:cubicBezTo>
                    <a:pt x="1" y="14335"/>
                    <a:pt x="4146" y="18460"/>
                    <a:pt x="9243" y="18460"/>
                  </a:cubicBezTo>
                  <a:cubicBezTo>
                    <a:pt x="14355" y="18460"/>
                    <a:pt x="18486" y="14335"/>
                    <a:pt x="18486" y="9243"/>
                  </a:cubicBezTo>
                  <a:cubicBezTo>
                    <a:pt x="18486" y="4126"/>
                    <a:pt x="14355" y="0"/>
                    <a:pt x="924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2025133" y="5014632"/>
              <a:ext cx="132592" cy="198417"/>
            </a:xfrm>
            <a:custGeom>
              <a:avLst/>
              <a:gdLst/>
              <a:ahLst/>
              <a:cxnLst/>
              <a:rect l="l" t="t" r="r" b="b"/>
              <a:pathLst>
                <a:path w="8031" h="12018" extrusionOk="0">
                  <a:moveTo>
                    <a:pt x="2465" y="0"/>
                  </a:moveTo>
                  <a:cubicBezTo>
                    <a:pt x="2219" y="0"/>
                    <a:pt x="2012" y="143"/>
                    <a:pt x="1908" y="350"/>
                  </a:cubicBezTo>
                  <a:lnTo>
                    <a:pt x="99" y="4131"/>
                  </a:lnTo>
                  <a:cubicBezTo>
                    <a:pt x="1" y="4353"/>
                    <a:pt x="40" y="4599"/>
                    <a:pt x="183" y="4786"/>
                  </a:cubicBezTo>
                  <a:lnTo>
                    <a:pt x="6261" y="12018"/>
                  </a:lnTo>
                  <a:cubicBezTo>
                    <a:pt x="7370" y="10495"/>
                    <a:pt x="8031" y="8607"/>
                    <a:pt x="8031" y="6596"/>
                  </a:cubicBezTo>
                  <a:cubicBezTo>
                    <a:pt x="8031" y="4008"/>
                    <a:pt x="6981" y="1686"/>
                    <a:pt x="527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1889452" y="5009910"/>
              <a:ext cx="226501" cy="226831"/>
            </a:xfrm>
            <a:custGeom>
              <a:avLst/>
              <a:gdLst/>
              <a:ahLst/>
              <a:cxnLst/>
              <a:rect l="l" t="t" r="r" b="b"/>
              <a:pathLst>
                <a:path w="13719" h="13739" extrusionOk="0">
                  <a:moveTo>
                    <a:pt x="6862" y="0"/>
                  </a:moveTo>
                  <a:cubicBezTo>
                    <a:pt x="3081" y="0"/>
                    <a:pt x="1" y="3081"/>
                    <a:pt x="1" y="6882"/>
                  </a:cubicBezTo>
                  <a:cubicBezTo>
                    <a:pt x="1" y="10657"/>
                    <a:pt x="3081" y="13738"/>
                    <a:pt x="6862" y="13738"/>
                  </a:cubicBezTo>
                  <a:cubicBezTo>
                    <a:pt x="10658" y="13738"/>
                    <a:pt x="13719" y="10657"/>
                    <a:pt x="13719" y="6882"/>
                  </a:cubicBezTo>
                  <a:cubicBezTo>
                    <a:pt x="13719" y="3081"/>
                    <a:pt x="10658" y="0"/>
                    <a:pt x="686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1946915" y="5093015"/>
              <a:ext cx="116148" cy="63729"/>
            </a:xfrm>
            <a:custGeom>
              <a:avLst/>
              <a:gdLst/>
              <a:ahLst/>
              <a:cxnLst/>
              <a:rect l="l" t="t" r="r" b="b"/>
              <a:pathLst>
                <a:path w="7035" h="3860" extrusionOk="0">
                  <a:moveTo>
                    <a:pt x="7035" y="0"/>
                  </a:moveTo>
                  <a:lnTo>
                    <a:pt x="6665" y="370"/>
                  </a:lnTo>
                  <a:lnTo>
                    <a:pt x="5167" y="1395"/>
                  </a:lnTo>
                  <a:cubicBezTo>
                    <a:pt x="5122" y="1431"/>
                    <a:pt x="5070" y="1447"/>
                    <a:pt x="5016" y="1447"/>
                  </a:cubicBezTo>
                  <a:cubicBezTo>
                    <a:pt x="4947" y="1447"/>
                    <a:pt x="4875" y="1420"/>
                    <a:pt x="4817" y="1375"/>
                  </a:cubicBezTo>
                  <a:lnTo>
                    <a:pt x="3688" y="266"/>
                  </a:lnTo>
                  <a:cubicBezTo>
                    <a:pt x="3636" y="214"/>
                    <a:pt x="3570" y="189"/>
                    <a:pt x="3503" y="189"/>
                  </a:cubicBezTo>
                  <a:cubicBezTo>
                    <a:pt x="3436" y="189"/>
                    <a:pt x="3370" y="214"/>
                    <a:pt x="3318" y="266"/>
                  </a:cubicBezTo>
                  <a:lnTo>
                    <a:pt x="2106" y="1375"/>
                  </a:lnTo>
                  <a:cubicBezTo>
                    <a:pt x="2047" y="1420"/>
                    <a:pt x="1976" y="1447"/>
                    <a:pt x="1906" y="1447"/>
                  </a:cubicBezTo>
                  <a:cubicBezTo>
                    <a:pt x="1853" y="1447"/>
                    <a:pt x="1800" y="1431"/>
                    <a:pt x="1756" y="1395"/>
                  </a:cubicBezTo>
                  <a:lnTo>
                    <a:pt x="464" y="468"/>
                  </a:lnTo>
                  <a:cubicBezTo>
                    <a:pt x="416" y="432"/>
                    <a:pt x="362" y="416"/>
                    <a:pt x="309" y="416"/>
                  </a:cubicBezTo>
                  <a:cubicBezTo>
                    <a:pt x="152" y="416"/>
                    <a:pt x="1" y="556"/>
                    <a:pt x="30" y="739"/>
                  </a:cubicBezTo>
                  <a:lnTo>
                    <a:pt x="444" y="3529"/>
                  </a:lnTo>
                  <a:cubicBezTo>
                    <a:pt x="464" y="3717"/>
                    <a:pt x="627" y="3860"/>
                    <a:pt x="814" y="3860"/>
                  </a:cubicBezTo>
                  <a:lnTo>
                    <a:pt x="6217" y="3860"/>
                  </a:lnTo>
                  <a:cubicBezTo>
                    <a:pt x="6379" y="3860"/>
                    <a:pt x="6542" y="3717"/>
                    <a:pt x="6586" y="3529"/>
                  </a:cubicBezTo>
                  <a:lnTo>
                    <a:pt x="6976" y="759"/>
                  </a:lnTo>
                  <a:lnTo>
                    <a:pt x="7035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2208600" y="4941352"/>
              <a:ext cx="46492" cy="44940"/>
            </a:xfrm>
            <a:custGeom>
              <a:avLst/>
              <a:gdLst/>
              <a:ahLst/>
              <a:cxnLst/>
              <a:rect l="l" t="t" r="r" b="b"/>
              <a:pathLst>
                <a:path w="2816" h="2722" extrusionOk="0">
                  <a:moveTo>
                    <a:pt x="1433" y="0"/>
                  </a:moveTo>
                  <a:cubicBezTo>
                    <a:pt x="1381" y="0"/>
                    <a:pt x="1333" y="27"/>
                    <a:pt x="1312" y="85"/>
                  </a:cubicBezTo>
                  <a:cubicBezTo>
                    <a:pt x="1046" y="618"/>
                    <a:pt x="636" y="1007"/>
                    <a:pt x="124" y="1273"/>
                  </a:cubicBezTo>
                  <a:cubicBezTo>
                    <a:pt x="1" y="1338"/>
                    <a:pt x="20" y="1500"/>
                    <a:pt x="124" y="1545"/>
                  </a:cubicBezTo>
                  <a:cubicBezTo>
                    <a:pt x="696" y="1747"/>
                    <a:pt x="1110" y="2097"/>
                    <a:pt x="1312" y="2629"/>
                  </a:cubicBezTo>
                  <a:cubicBezTo>
                    <a:pt x="1334" y="2691"/>
                    <a:pt x="1391" y="2721"/>
                    <a:pt x="1447" y="2721"/>
                  </a:cubicBezTo>
                  <a:cubicBezTo>
                    <a:pt x="1504" y="2721"/>
                    <a:pt x="1561" y="2691"/>
                    <a:pt x="1583" y="2629"/>
                  </a:cubicBezTo>
                  <a:cubicBezTo>
                    <a:pt x="1785" y="2037"/>
                    <a:pt x="2155" y="1668"/>
                    <a:pt x="2667" y="1520"/>
                  </a:cubicBezTo>
                  <a:cubicBezTo>
                    <a:pt x="2815" y="1480"/>
                    <a:pt x="2815" y="1298"/>
                    <a:pt x="2712" y="1254"/>
                  </a:cubicBezTo>
                  <a:cubicBezTo>
                    <a:pt x="2174" y="988"/>
                    <a:pt x="1785" y="598"/>
                    <a:pt x="1583" y="85"/>
                  </a:cubicBezTo>
                  <a:cubicBezTo>
                    <a:pt x="1549" y="31"/>
                    <a:pt x="1489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1953189" y="5036990"/>
              <a:ext cx="46476" cy="44940"/>
            </a:xfrm>
            <a:custGeom>
              <a:avLst/>
              <a:gdLst/>
              <a:ahLst/>
              <a:cxnLst/>
              <a:rect l="l" t="t" r="r" b="b"/>
              <a:pathLst>
                <a:path w="2815" h="2722" extrusionOk="0">
                  <a:moveTo>
                    <a:pt x="1433" y="0"/>
                  </a:moveTo>
                  <a:cubicBezTo>
                    <a:pt x="1383" y="0"/>
                    <a:pt x="1335" y="26"/>
                    <a:pt x="1316" y="85"/>
                  </a:cubicBezTo>
                  <a:cubicBezTo>
                    <a:pt x="1050" y="618"/>
                    <a:pt x="636" y="1007"/>
                    <a:pt x="104" y="1273"/>
                  </a:cubicBezTo>
                  <a:cubicBezTo>
                    <a:pt x="0" y="1338"/>
                    <a:pt x="0" y="1500"/>
                    <a:pt x="123" y="1545"/>
                  </a:cubicBezTo>
                  <a:cubicBezTo>
                    <a:pt x="700" y="1747"/>
                    <a:pt x="1090" y="2097"/>
                    <a:pt x="1316" y="2629"/>
                  </a:cubicBezTo>
                  <a:cubicBezTo>
                    <a:pt x="1336" y="2691"/>
                    <a:pt x="1393" y="2721"/>
                    <a:pt x="1449" y="2721"/>
                  </a:cubicBezTo>
                  <a:cubicBezTo>
                    <a:pt x="1506" y="2721"/>
                    <a:pt x="1563" y="2691"/>
                    <a:pt x="1583" y="2629"/>
                  </a:cubicBezTo>
                  <a:cubicBezTo>
                    <a:pt x="1790" y="2037"/>
                    <a:pt x="2159" y="1668"/>
                    <a:pt x="2672" y="1520"/>
                  </a:cubicBezTo>
                  <a:cubicBezTo>
                    <a:pt x="2795" y="1480"/>
                    <a:pt x="2815" y="1298"/>
                    <a:pt x="2692" y="1254"/>
                  </a:cubicBezTo>
                  <a:cubicBezTo>
                    <a:pt x="2159" y="988"/>
                    <a:pt x="1790" y="598"/>
                    <a:pt x="1563" y="85"/>
                  </a:cubicBezTo>
                  <a:cubicBezTo>
                    <a:pt x="1542" y="31"/>
                    <a:pt x="1487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2045806" y="5032944"/>
              <a:ext cx="313030" cy="239114"/>
            </a:xfrm>
            <a:custGeom>
              <a:avLst/>
              <a:gdLst/>
              <a:ahLst/>
              <a:cxnLst/>
              <a:rect l="l" t="t" r="r" b="b"/>
              <a:pathLst>
                <a:path w="18960" h="14483" extrusionOk="0">
                  <a:moveTo>
                    <a:pt x="1519" y="0"/>
                  </a:moveTo>
                  <a:lnTo>
                    <a:pt x="1" y="3204"/>
                  </a:lnTo>
                  <a:lnTo>
                    <a:pt x="9470" y="14483"/>
                  </a:lnTo>
                  <a:lnTo>
                    <a:pt x="18959" y="3204"/>
                  </a:lnTo>
                  <a:lnTo>
                    <a:pt x="17436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2249616" y="5032944"/>
              <a:ext cx="109247" cy="52915"/>
            </a:xfrm>
            <a:custGeom>
              <a:avLst/>
              <a:gdLst/>
              <a:ahLst/>
              <a:cxnLst/>
              <a:rect l="l" t="t" r="r" b="b"/>
              <a:pathLst>
                <a:path w="6617" h="3205" extrusionOk="0">
                  <a:moveTo>
                    <a:pt x="1" y="0"/>
                  </a:moveTo>
                  <a:lnTo>
                    <a:pt x="780" y="3204"/>
                  </a:lnTo>
                  <a:lnTo>
                    <a:pt x="6616" y="3204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2142105" y="5085849"/>
              <a:ext cx="120061" cy="186216"/>
            </a:xfrm>
            <a:custGeom>
              <a:avLst/>
              <a:gdLst/>
              <a:ahLst/>
              <a:cxnLst/>
              <a:rect l="l" t="t" r="r" b="b"/>
              <a:pathLst>
                <a:path w="7272" h="11279" extrusionOk="0">
                  <a:moveTo>
                    <a:pt x="0" y="0"/>
                  </a:moveTo>
                  <a:lnTo>
                    <a:pt x="3638" y="11279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2045806" y="5032944"/>
              <a:ext cx="109164" cy="52915"/>
            </a:xfrm>
            <a:custGeom>
              <a:avLst/>
              <a:gdLst/>
              <a:ahLst/>
              <a:cxnLst/>
              <a:rect l="l" t="t" r="r" b="b"/>
              <a:pathLst>
                <a:path w="6612" h="3205" extrusionOk="0">
                  <a:moveTo>
                    <a:pt x="1519" y="0"/>
                  </a:moveTo>
                  <a:lnTo>
                    <a:pt x="1" y="3204"/>
                  </a:lnTo>
                  <a:lnTo>
                    <a:pt x="5813" y="3204"/>
                  </a:lnTo>
                  <a:lnTo>
                    <a:pt x="661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2201434" y="4933558"/>
              <a:ext cx="61054" cy="60410"/>
            </a:xfrm>
            <a:custGeom>
              <a:avLst/>
              <a:gdLst/>
              <a:ahLst/>
              <a:cxnLst/>
              <a:rect l="l" t="t" r="r" b="b"/>
              <a:pathLst>
                <a:path w="3698" h="3659" extrusionOk="0">
                  <a:moveTo>
                    <a:pt x="1869" y="1253"/>
                  </a:moveTo>
                  <a:cubicBezTo>
                    <a:pt x="2017" y="1460"/>
                    <a:pt x="2199" y="1647"/>
                    <a:pt x="2406" y="1810"/>
                  </a:cubicBezTo>
                  <a:cubicBezTo>
                    <a:pt x="2199" y="1952"/>
                    <a:pt x="2017" y="2140"/>
                    <a:pt x="1849" y="2386"/>
                  </a:cubicBezTo>
                  <a:cubicBezTo>
                    <a:pt x="1706" y="2160"/>
                    <a:pt x="1499" y="1992"/>
                    <a:pt x="1277" y="1849"/>
                  </a:cubicBezTo>
                  <a:cubicBezTo>
                    <a:pt x="1499" y="1667"/>
                    <a:pt x="1687" y="1479"/>
                    <a:pt x="1869" y="1253"/>
                  </a:cubicBezTo>
                  <a:close/>
                  <a:moveTo>
                    <a:pt x="1894" y="0"/>
                  </a:moveTo>
                  <a:cubicBezTo>
                    <a:pt x="1647" y="0"/>
                    <a:pt x="1420" y="143"/>
                    <a:pt x="1317" y="350"/>
                  </a:cubicBezTo>
                  <a:cubicBezTo>
                    <a:pt x="1110" y="784"/>
                    <a:pt x="804" y="1110"/>
                    <a:pt x="351" y="1336"/>
                  </a:cubicBezTo>
                  <a:cubicBezTo>
                    <a:pt x="124" y="1440"/>
                    <a:pt x="1" y="1667"/>
                    <a:pt x="1" y="1913"/>
                  </a:cubicBezTo>
                  <a:cubicBezTo>
                    <a:pt x="20" y="2160"/>
                    <a:pt x="188" y="2362"/>
                    <a:pt x="415" y="2445"/>
                  </a:cubicBezTo>
                  <a:cubicBezTo>
                    <a:pt x="863" y="2608"/>
                    <a:pt x="1154" y="2879"/>
                    <a:pt x="1317" y="3288"/>
                  </a:cubicBezTo>
                  <a:cubicBezTo>
                    <a:pt x="1420" y="3515"/>
                    <a:pt x="1623" y="3658"/>
                    <a:pt x="1894" y="3658"/>
                  </a:cubicBezTo>
                  <a:cubicBezTo>
                    <a:pt x="2160" y="3658"/>
                    <a:pt x="2362" y="3495"/>
                    <a:pt x="2446" y="3249"/>
                  </a:cubicBezTo>
                  <a:cubicBezTo>
                    <a:pt x="2608" y="2815"/>
                    <a:pt x="2855" y="2549"/>
                    <a:pt x="3249" y="2426"/>
                  </a:cubicBezTo>
                  <a:cubicBezTo>
                    <a:pt x="3496" y="2362"/>
                    <a:pt x="3658" y="2140"/>
                    <a:pt x="3678" y="1893"/>
                  </a:cubicBezTo>
                  <a:cubicBezTo>
                    <a:pt x="3698" y="1647"/>
                    <a:pt x="3555" y="1420"/>
                    <a:pt x="3348" y="1297"/>
                  </a:cubicBezTo>
                  <a:cubicBezTo>
                    <a:pt x="2899" y="1090"/>
                    <a:pt x="2589" y="784"/>
                    <a:pt x="2426" y="390"/>
                  </a:cubicBezTo>
                  <a:cubicBezTo>
                    <a:pt x="2342" y="168"/>
                    <a:pt x="2115" y="20"/>
                    <a:pt x="189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1945775" y="5029196"/>
              <a:ext cx="61384" cy="60394"/>
            </a:xfrm>
            <a:custGeom>
              <a:avLst/>
              <a:gdLst/>
              <a:ahLst/>
              <a:cxnLst/>
              <a:rect l="l" t="t" r="r" b="b"/>
              <a:pathLst>
                <a:path w="3718" h="3658" extrusionOk="0">
                  <a:moveTo>
                    <a:pt x="1869" y="1252"/>
                  </a:moveTo>
                  <a:cubicBezTo>
                    <a:pt x="2032" y="1460"/>
                    <a:pt x="2219" y="1647"/>
                    <a:pt x="2421" y="1810"/>
                  </a:cubicBezTo>
                  <a:cubicBezTo>
                    <a:pt x="2219" y="1952"/>
                    <a:pt x="2032" y="2140"/>
                    <a:pt x="1869" y="2386"/>
                  </a:cubicBezTo>
                  <a:cubicBezTo>
                    <a:pt x="1701" y="2179"/>
                    <a:pt x="1519" y="1992"/>
                    <a:pt x="1292" y="1849"/>
                  </a:cubicBezTo>
                  <a:cubicBezTo>
                    <a:pt x="1519" y="1667"/>
                    <a:pt x="1701" y="1479"/>
                    <a:pt x="1869" y="1252"/>
                  </a:cubicBezTo>
                  <a:close/>
                  <a:moveTo>
                    <a:pt x="1908" y="0"/>
                  </a:moveTo>
                  <a:cubicBezTo>
                    <a:pt x="1662" y="0"/>
                    <a:pt x="1435" y="143"/>
                    <a:pt x="1332" y="350"/>
                  </a:cubicBezTo>
                  <a:cubicBezTo>
                    <a:pt x="1129" y="784"/>
                    <a:pt x="799" y="1110"/>
                    <a:pt x="370" y="1336"/>
                  </a:cubicBezTo>
                  <a:cubicBezTo>
                    <a:pt x="144" y="1440"/>
                    <a:pt x="1" y="1667"/>
                    <a:pt x="20" y="1913"/>
                  </a:cubicBezTo>
                  <a:cubicBezTo>
                    <a:pt x="40" y="2159"/>
                    <a:pt x="183" y="2362"/>
                    <a:pt x="430" y="2445"/>
                  </a:cubicBezTo>
                  <a:cubicBezTo>
                    <a:pt x="883" y="2608"/>
                    <a:pt x="1169" y="2879"/>
                    <a:pt x="1332" y="3288"/>
                  </a:cubicBezTo>
                  <a:cubicBezTo>
                    <a:pt x="1415" y="3515"/>
                    <a:pt x="1642" y="3658"/>
                    <a:pt x="1889" y="3658"/>
                  </a:cubicBezTo>
                  <a:lnTo>
                    <a:pt x="1908" y="3658"/>
                  </a:lnTo>
                  <a:cubicBezTo>
                    <a:pt x="2155" y="3658"/>
                    <a:pt x="2382" y="3495"/>
                    <a:pt x="2465" y="3269"/>
                  </a:cubicBezTo>
                  <a:cubicBezTo>
                    <a:pt x="2628" y="2815"/>
                    <a:pt x="2874" y="2549"/>
                    <a:pt x="3264" y="2426"/>
                  </a:cubicBezTo>
                  <a:cubicBezTo>
                    <a:pt x="3491" y="2362"/>
                    <a:pt x="3673" y="2140"/>
                    <a:pt x="3698" y="1893"/>
                  </a:cubicBezTo>
                  <a:cubicBezTo>
                    <a:pt x="3717" y="1647"/>
                    <a:pt x="3574" y="1420"/>
                    <a:pt x="3348" y="1297"/>
                  </a:cubicBezTo>
                  <a:cubicBezTo>
                    <a:pt x="2914" y="1090"/>
                    <a:pt x="2608" y="784"/>
                    <a:pt x="2441" y="390"/>
                  </a:cubicBezTo>
                  <a:cubicBezTo>
                    <a:pt x="2362" y="168"/>
                    <a:pt x="2135" y="20"/>
                    <a:pt x="19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1845662" y="4963759"/>
              <a:ext cx="521287" cy="318461"/>
            </a:xfrm>
            <a:custGeom>
              <a:avLst/>
              <a:gdLst/>
              <a:ahLst/>
              <a:cxnLst/>
              <a:rect l="l" t="t" r="r" b="b"/>
              <a:pathLst>
                <a:path w="31574" h="19289" extrusionOk="0">
                  <a:moveTo>
                    <a:pt x="13951" y="1006"/>
                  </a:moveTo>
                  <a:lnTo>
                    <a:pt x="13951" y="1006"/>
                  </a:lnTo>
                  <a:cubicBezTo>
                    <a:pt x="14892" y="1149"/>
                    <a:pt x="15799" y="1440"/>
                    <a:pt x="16662" y="1888"/>
                  </a:cubicBezTo>
                  <a:cubicBezTo>
                    <a:pt x="17544" y="2361"/>
                    <a:pt x="18362" y="2978"/>
                    <a:pt x="19062" y="3717"/>
                  </a:cubicBezTo>
                  <a:lnTo>
                    <a:pt x="17253" y="3717"/>
                  </a:lnTo>
                  <a:cubicBezTo>
                    <a:pt x="16391" y="2628"/>
                    <a:pt x="15306" y="1706"/>
                    <a:pt x="14049" y="1070"/>
                  </a:cubicBezTo>
                  <a:cubicBezTo>
                    <a:pt x="14030" y="1050"/>
                    <a:pt x="13990" y="1026"/>
                    <a:pt x="13951" y="1006"/>
                  </a:cubicBezTo>
                  <a:close/>
                  <a:moveTo>
                    <a:pt x="18141" y="4644"/>
                  </a:moveTo>
                  <a:lnTo>
                    <a:pt x="17584" y="6941"/>
                  </a:lnTo>
                  <a:lnTo>
                    <a:pt x="12842" y="6941"/>
                  </a:lnTo>
                  <a:lnTo>
                    <a:pt x="13926" y="4644"/>
                  </a:lnTo>
                  <a:close/>
                  <a:moveTo>
                    <a:pt x="24095" y="4644"/>
                  </a:moveTo>
                  <a:lnTo>
                    <a:pt x="24672" y="6941"/>
                  </a:lnTo>
                  <a:lnTo>
                    <a:pt x="18530" y="6941"/>
                  </a:lnTo>
                  <a:lnTo>
                    <a:pt x="19082" y="4644"/>
                  </a:lnTo>
                  <a:close/>
                  <a:moveTo>
                    <a:pt x="29251" y="4644"/>
                  </a:moveTo>
                  <a:lnTo>
                    <a:pt x="30341" y="6941"/>
                  </a:lnTo>
                  <a:lnTo>
                    <a:pt x="25613" y="6941"/>
                  </a:lnTo>
                  <a:lnTo>
                    <a:pt x="25061" y="4644"/>
                  </a:lnTo>
                  <a:close/>
                  <a:moveTo>
                    <a:pt x="9637" y="8543"/>
                  </a:moveTo>
                  <a:lnTo>
                    <a:pt x="10623" y="9529"/>
                  </a:lnTo>
                  <a:cubicBezTo>
                    <a:pt x="10773" y="9667"/>
                    <a:pt x="10962" y="9736"/>
                    <a:pt x="11149" y="9736"/>
                  </a:cubicBezTo>
                  <a:cubicBezTo>
                    <a:pt x="11295" y="9736"/>
                    <a:pt x="11440" y="9694"/>
                    <a:pt x="11565" y="9612"/>
                  </a:cubicBezTo>
                  <a:lnTo>
                    <a:pt x="12615" y="8893"/>
                  </a:lnTo>
                  <a:lnTo>
                    <a:pt x="12615" y="8893"/>
                  </a:lnTo>
                  <a:lnTo>
                    <a:pt x="12265" y="11214"/>
                  </a:lnTo>
                  <a:lnTo>
                    <a:pt x="7005" y="11214"/>
                  </a:lnTo>
                  <a:lnTo>
                    <a:pt x="6700" y="8937"/>
                  </a:lnTo>
                  <a:lnTo>
                    <a:pt x="6700" y="8937"/>
                  </a:lnTo>
                  <a:lnTo>
                    <a:pt x="7621" y="9593"/>
                  </a:lnTo>
                  <a:cubicBezTo>
                    <a:pt x="7753" y="9686"/>
                    <a:pt x="7904" y="9732"/>
                    <a:pt x="8053" y="9732"/>
                  </a:cubicBezTo>
                  <a:cubicBezTo>
                    <a:pt x="8234" y="9732"/>
                    <a:pt x="8413" y="9664"/>
                    <a:pt x="8548" y="9529"/>
                  </a:cubicBezTo>
                  <a:lnTo>
                    <a:pt x="9637" y="8543"/>
                  </a:lnTo>
                  <a:close/>
                  <a:moveTo>
                    <a:pt x="9637" y="3145"/>
                  </a:moveTo>
                  <a:cubicBezTo>
                    <a:pt x="10909" y="3145"/>
                    <a:pt x="12102" y="3490"/>
                    <a:pt x="13147" y="4170"/>
                  </a:cubicBezTo>
                  <a:lnTo>
                    <a:pt x="11688" y="7212"/>
                  </a:lnTo>
                  <a:cubicBezTo>
                    <a:pt x="11629" y="7355"/>
                    <a:pt x="11629" y="7517"/>
                    <a:pt x="11732" y="7641"/>
                  </a:cubicBezTo>
                  <a:cubicBezTo>
                    <a:pt x="11732" y="7660"/>
                    <a:pt x="12102" y="8114"/>
                    <a:pt x="12102" y="8114"/>
                  </a:cubicBezTo>
                  <a:lnTo>
                    <a:pt x="11156" y="8750"/>
                  </a:lnTo>
                  <a:lnTo>
                    <a:pt x="10150" y="7764"/>
                  </a:lnTo>
                  <a:cubicBezTo>
                    <a:pt x="10002" y="7628"/>
                    <a:pt x="9818" y="7562"/>
                    <a:pt x="9635" y="7562"/>
                  </a:cubicBezTo>
                  <a:cubicBezTo>
                    <a:pt x="9459" y="7562"/>
                    <a:pt x="9285" y="7623"/>
                    <a:pt x="9145" y="7744"/>
                  </a:cubicBezTo>
                  <a:lnTo>
                    <a:pt x="8035" y="8750"/>
                  </a:lnTo>
                  <a:lnTo>
                    <a:pt x="6862" y="7927"/>
                  </a:lnTo>
                  <a:cubicBezTo>
                    <a:pt x="6735" y="7833"/>
                    <a:pt x="6593" y="7787"/>
                    <a:pt x="6451" y="7787"/>
                  </a:cubicBezTo>
                  <a:cubicBezTo>
                    <a:pt x="6317" y="7787"/>
                    <a:pt x="6183" y="7828"/>
                    <a:pt x="6064" y="7907"/>
                  </a:cubicBezTo>
                  <a:cubicBezTo>
                    <a:pt x="5793" y="8050"/>
                    <a:pt x="5669" y="8341"/>
                    <a:pt x="5714" y="8646"/>
                  </a:cubicBezTo>
                  <a:lnTo>
                    <a:pt x="6103" y="11422"/>
                  </a:lnTo>
                  <a:lnTo>
                    <a:pt x="6103" y="11441"/>
                  </a:lnTo>
                  <a:cubicBezTo>
                    <a:pt x="6187" y="11850"/>
                    <a:pt x="6532" y="12141"/>
                    <a:pt x="6946" y="12141"/>
                  </a:cubicBezTo>
                  <a:lnTo>
                    <a:pt x="12324" y="12141"/>
                  </a:lnTo>
                  <a:cubicBezTo>
                    <a:pt x="12758" y="12141"/>
                    <a:pt x="13108" y="11850"/>
                    <a:pt x="13167" y="11441"/>
                  </a:cubicBezTo>
                  <a:lnTo>
                    <a:pt x="13167" y="11422"/>
                  </a:lnTo>
                  <a:lnTo>
                    <a:pt x="13413" y="9677"/>
                  </a:lnTo>
                  <a:lnTo>
                    <a:pt x="14049" y="10416"/>
                  </a:lnTo>
                  <a:cubicBezTo>
                    <a:pt x="14133" y="10515"/>
                    <a:pt x="14276" y="10579"/>
                    <a:pt x="14399" y="10579"/>
                  </a:cubicBezTo>
                  <a:cubicBezTo>
                    <a:pt x="14503" y="10579"/>
                    <a:pt x="14606" y="10539"/>
                    <a:pt x="14710" y="10475"/>
                  </a:cubicBezTo>
                  <a:cubicBezTo>
                    <a:pt x="14892" y="10312"/>
                    <a:pt x="14912" y="10022"/>
                    <a:pt x="14749" y="9819"/>
                  </a:cubicBezTo>
                  <a:cubicBezTo>
                    <a:pt x="14749" y="9819"/>
                    <a:pt x="13127" y="7887"/>
                    <a:pt x="13108" y="7867"/>
                  </a:cubicBezTo>
                  <a:lnTo>
                    <a:pt x="17623" y="7867"/>
                  </a:lnTo>
                  <a:lnTo>
                    <a:pt x="20438" y="16578"/>
                  </a:lnTo>
                  <a:lnTo>
                    <a:pt x="20438" y="16578"/>
                  </a:lnTo>
                  <a:lnTo>
                    <a:pt x="15942" y="11234"/>
                  </a:lnTo>
                  <a:cubicBezTo>
                    <a:pt x="15846" y="11130"/>
                    <a:pt x="15711" y="11071"/>
                    <a:pt x="15579" y="11071"/>
                  </a:cubicBezTo>
                  <a:cubicBezTo>
                    <a:pt x="15481" y="11071"/>
                    <a:pt x="15384" y="11103"/>
                    <a:pt x="15306" y="11175"/>
                  </a:cubicBezTo>
                  <a:cubicBezTo>
                    <a:pt x="15099" y="11338"/>
                    <a:pt x="15079" y="11648"/>
                    <a:pt x="15242" y="11831"/>
                  </a:cubicBezTo>
                  <a:lnTo>
                    <a:pt x="15592" y="12264"/>
                  </a:lnTo>
                  <a:cubicBezTo>
                    <a:pt x="15119" y="13349"/>
                    <a:pt x="14340" y="14295"/>
                    <a:pt x="13354" y="14995"/>
                  </a:cubicBezTo>
                  <a:cubicBezTo>
                    <a:pt x="12265" y="15754"/>
                    <a:pt x="10968" y="16144"/>
                    <a:pt x="9637" y="16144"/>
                  </a:cubicBezTo>
                  <a:cubicBezTo>
                    <a:pt x="6064" y="16144"/>
                    <a:pt x="3145" y="13226"/>
                    <a:pt x="3145" y="9652"/>
                  </a:cubicBezTo>
                  <a:cubicBezTo>
                    <a:pt x="3145" y="6058"/>
                    <a:pt x="6064" y="3145"/>
                    <a:pt x="9637" y="3145"/>
                  </a:cubicBezTo>
                  <a:close/>
                  <a:moveTo>
                    <a:pt x="30094" y="7867"/>
                  </a:moveTo>
                  <a:lnTo>
                    <a:pt x="22759" y="16578"/>
                  </a:lnTo>
                  <a:lnTo>
                    <a:pt x="25574" y="7867"/>
                  </a:lnTo>
                  <a:close/>
                  <a:moveTo>
                    <a:pt x="24588" y="7867"/>
                  </a:moveTo>
                  <a:lnTo>
                    <a:pt x="21591" y="17169"/>
                  </a:lnTo>
                  <a:lnTo>
                    <a:pt x="18589" y="7867"/>
                  </a:lnTo>
                  <a:close/>
                  <a:moveTo>
                    <a:pt x="17771" y="14828"/>
                  </a:moveTo>
                  <a:lnTo>
                    <a:pt x="18693" y="15937"/>
                  </a:lnTo>
                  <a:cubicBezTo>
                    <a:pt x="17377" y="17214"/>
                    <a:pt x="15735" y="18012"/>
                    <a:pt x="13951" y="18278"/>
                  </a:cubicBezTo>
                  <a:cubicBezTo>
                    <a:pt x="15489" y="17499"/>
                    <a:pt x="16824" y="16331"/>
                    <a:pt x="17771" y="14828"/>
                  </a:cubicBezTo>
                  <a:close/>
                  <a:moveTo>
                    <a:pt x="9637" y="0"/>
                  </a:moveTo>
                  <a:cubicBezTo>
                    <a:pt x="4314" y="0"/>
                    <a:pt x="1" y="4333"/>
                    <a:pt x="1" y="9652"/>
                  </a:cubicBezTo>
                  <a:cubicBezTo>
                    <a:pt x="1" y="11954"/>
                    <a:pt x="824" y="14192"/>
                    <a:pt x="2342" y="15961"/>
                  </a:cubicBezTo>
                  <a:cubicBezTo>
                    <a:pt x="2426" y="16060"/>
                    <a:pt x="2569" y="16104"/>
                    <a:pt x="2692" y="16104"/>
                  </a:cubicBezTo>
                  <a:cubicBezTo>
                    <a:pt x="2795" y="16104"/>
                    <a:pt x="2899" y="16085"/>
                    <a:pt x="3003" y="16001"/>
                  </a:cubicBezTo>
                  <a:cubicBezTo>
                    <a:pt x="3185" y="15838"/>
                    <a:pt x="3205" y="15547"/>
                    <a:pt x="3042" y="15345"/>
                  </a:cubicBezTo>
                  <a:cubicBezTo>
                    <a:pt x="1667" y="13763"/>
                    <a:pt x="927" y="11747"/>
                    <a:pt x="927" y="9652"/>
                  </a:cubicBezTo>
                  <a:cubicBezTo>
                    <a:pt x="927" y="4826"/>
                    <a:pt x="4831" y="927"/>
                    <a:pt x="9637" y="927"/>
                  </a:cubicBezTo>
                  <a:cubicBezTo>
                    <a:pt x="11052" y="927"/>
                    <a:pt x="12388" y="1252"/>
                    <a:pt x="13640" y="1888"/>
                  </a:cubicBezTo>
                  <a:cubicBezTo>
                    <a:pt x="14522" y="2361"/>
                    <a:pt x="15346" y="2978"/>
                    <a:pt x="16046" y="3717"/>
                  </a:cubicBezTo>
                  <a:lnTo>
                    <a:pt x="14133" y="3717"/>
                  </a:lnTo>
                  <a:cubicBezTo>
                    <a:pt x="12817" y="2731"/>
                    <a:pt x="11279" y="2218"/>
                    <a:pt x="9637" y="2218"/>
                  </a:cubicBezTo>
                  <a:cubicBezTo>
                    <a:pt x="5546" y="2218"/>
                    <a:pt x="2219" y="5546"/>
                    <a:pt x="2219" y="9652"/>
                  </a:cubicBezTo>
                  <a:cubicBezTo>
                    <a:pt x="2219" y="13743"/>
                    <a:pt x="5546" y="17071"/>
                    <a:pt x="9637" y="17071"/>
                  </a:cubicBezTo>
                  <a:cubicBezTo>
                    <a:pt x="11156" y="17071"/>
                    <a:pt x="12634" y="16617"/>
                    <a:pt x="13867" y="15754"/>
                  </a:cubicBezTo>
                  <a:cubicBezTo>
                    <a:pt x="14892" y="15035"/>
                    <a:pt x="15696" y="14113"/>
                    <a:pt x="16248" y="13043"/>
                  </a:cubicBezTo>
                  <a:lnTo>
                    <a:pt x="17130" y="14088"/>
                  </a:lnTo>
                  <a:cubicBezTo>
                    <a:pt x="15572" y="16740"/>
                    <a:pt x="12718" y="18362"/>
                    <a:pt x="9637" y="18362"/>
                  </a:cubicBezTo>
                  <a:cubicBezTo>
                    <a:pt x="7705" y="18362"/>
                    <a:pt x="5857" y="17746"/>
                    <a:pt x="4314" y="16553"/>
                  </a:cubicBezTo>
                  <a:cubicBezTo>
                    <a:pt x="4229" y="16485"/>
                    <a:pt x="4130" y="16452"/>
                    <a:pt x="4032" y="16452"/>
                  </a:cubicBezTo>
                  <a:cubicBezTo>
                    <a:pt x="3895" y="16452"/>
                    <a:pt x="3761" y="16516"/>
                    <a:pt x="3678" y="16637"/>
                  </a:cubicBezTo>
                  <a:cubicBezTo>
                    <a:pt x="3515" y="16844"/>
                    <a:pt x="3555" y="17130"/>
                    <a:pt x="3762" y="17292"/>
                  </a:cubicBezTo>
                  <a:cubicBezTo>
                    <a:pt x="5447" y="18589"/>
                    <a:pt x="7498" y="19289"/>
                    <a:pt x="9637" y="19289"/>
                  </a:cubicBezTo>
                  <a:lnTo>
                    <a:pt x="12654" y="19289"/>
                  </a:lnTo>
                  <a:cubicBezTo>
                    <a:pt x="15158" y="19289"/>
                    <a:pt x="17500" y="18362"/>
                    <a:pt x="19289" y="16656"/>
                  </a:cubicBezTo>
                  <a:lnTo>
                    <a:pt x="21241" y="18978"/>
                  </a:lnTo>
                  <a:cubicBezTo>
                    <a:pt x="21320" y="19082"/>
                    <a:pt x="21468" y="19141"/>
                    <a:pt x="21591" y="19141"/>
                  </a:cubicBezTo>
                  <a:cubicBezTo>
                    <a:pt x="21734" y="19141"/>
                    <a:pt x="21857" y="19082"/>
                    <a:pt x="21961" y="18978"/>
                  </a:cubicBezTo>
                  <a:lnTo>
                    <a:pt x="31425" y="7705"/>
                  </a:lnTo>
                  <a:lnTo>
                    <a:pt x="31470" y="7641"/>
                  </a:lnTo>
                  <a:cubicBezTo>
                    <a:pt x="31548" y="7517"/>
                    <a:pt x="31573" y="7355"/>
                    <a:pt x="31489" y="7212"/>
                  </a:cubicBezTo>
                  <a:lnTo>
                    <a:pt x="29971" y="3983"/>
                  </a:lnTo>
                  <a:cubicBezTo>
                    <a:pt x="29887" y="3820"/>
                    <a:pt x="29725" y="3717"/>
                    <a:pt x="29557" y="3717"/>
                  </a:cubicBezTo>
                  <a:lnTo>
                    <a:pt x="20275" y="3717"/>
                  </a:lnTo>
                  <a:cubicBezTo>
                    <a:pt x="19412" y="2628"/>
                    <a:pt x="18323" y="1706"/>
                    <a:pt x="17071" y="1070"/>
                  </a:cubicBezTo>
                  <a:cubicBezTo>
                    <a:pt x="15715" y="370"/>
                    <a:pt x="14197" y="0"/>
                    <a:pt x="126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02E1-BEF3-173C-104B-F4BDB333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24" y="1152525"/>
            <a:ext cx="5337815" cy="914400"/>
          </a:xfrm>
        </p:spPr>
        <p:txBody>
          <a:bodyPr/>
          <a:lstStyle/>
          <a:p>
            <a:r>
              <a:rPr lang="en-US" sz="4400" dirty="0"/>
              <a:t>Testing!</a:t>
            </a:r>
          </a:p>
        </p:txBody>
      </p:sp>
      <p:grpSp>
        <p:nvGrpSpPr>
          <p:cNvPr id="4" name="Google Shape;964;p32">
            <a:extLst>
              <a:ext uri="{FF2B5EF4-FFF2-40B4-BE49-F238E27FC236}">
                <a16:creationId xmlns:a16="http://schemas.microsoft.com/office/drawing/2014/main" id="{887B55C6-35E5-123E-85A2-B7CCB35E203A}"/>
              </a:ext>
            </a:extLst>
          </p:cNvPr>
          <p:cNvGrpSpPr/>
          <p:nvPr/>
        </p:nvGrpSpPr>
        <p:grpSpPr>
          <a:xfrm>
            <a:off x="5643852" y="2103144"/>
            <a:ext cx="2779744" cy="3028313"/>
            <a:chOff x="3186200" y="4007200"/>
            <a:chExt cx="1344300" cy="1458725"/>
          </a:xfrm>
        </p:grpSpPr>
        <p:sp>
          <p:nvSpPr>
            <p:cNvPr id="5" name="Google Shape;965;p32">
              <a:extLst>
                <a:ext uri="{FF2B5EF4-FFF2-40B4-BE49-F238E27FC236}">
                  <a16:creationId xmlns:a16="http://schemas.microsoft.com/office/drawing/2014/main" id="{5A8A2C12-9AA8-7026-E073-F9CDC16433F2}"/>
                </a:ext>
              </a:extLst>
            </p:cNvPr>
            <p:cNvSpPr/>
            <p:nvPr/>
          </p:nvSpPr>
          <p:spPr>
            <a:xfrm>
              <a:off x="37809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0" y="491"/>
                    <a:pt x="387" y="491"/>
                  </a:cubicBezTo>
                  <a:lnTo>
                    <a:pt x="0" y="543"/>
                  </a:lnTo>
                  <a:lnTo>
                    <a:pt x="271" y="865"/>
                  </a:lnTo>
                  <a:cubicBezTo>
                    <a:pt x="323" y="865"/>
                    <a:pt x="387" y="968"/>
                    <a:pt x="387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64" y="1239"/>
                  </a:lnTo>
                  <a:lnTo>
                    <a:pt x="1238" y="1458"/>
                  </a:lnTo>
                  <a:lnTo>
                    <a:pt x="1135" y="1033"/>
                  </a:lnTo>
                  <a:cubicBezTo>
                    <a:pt x="1135" y="968"/>
                    <a:pt x="1187" y="865"/>
                    <a:pt x="1238" y="865"/>
                  </a:cubicBezTo>
                  <a:lnTo>
                    <a:pt x="1509" y="543"/>
                  </a:lnTo>
                  <a:lnTo>
                    <a:pt x="1084" y="491"/>
                  </a:lnTo>
                  <a:cubicBezTo>
                    <a:pt x="1032" y="491"/>
                    <a:pt x="968" y="439"/>
                    <a:pt x="916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6;p32">
              <a:extLst>
                <a:ext uri="{FF2B5EF4-FFF2-40B4-BE49-F238E27FC236}">
                  <a16:creationId xmlns:a16="http://schemas.microsoft.com/office/drawing/2014/main" id="{32E41C7E-7E44-0993-4AFD-733DA17903DC}"/>
                </a:ext>
              </a:extLst>
            </p:cNvPr>
            <p:cNvSpPr/>
            <p:nvPr/>
          </p:nvSpPr>
          <p:spPr>
            <a:xfrm>
              <a:off x="36426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1" y="491"/>
                    <a:pt x="439" y="491"/>
                  </a:cubicBezTo>
                  <a:lnTo>
                    <a:pt x="1" y="543"/>
                  </a:lnTo>
                  <a:lnTo>
                    <a:pt x="323" y="865"/>
                  </a:lnTo>
                  <a:cubicBezTo>
                    <a:pt x="375" y="865"/>
                    <a:pt x="375" y="968"/>
                    <a:pt x="375" y="1033"/>
                  </a:cubicBezTo>
                  <a:lnTo>
                    <a:pt x="323" y="1458"/>
                  </a:lnTo>
                  <a:lnTo>
                    <a:pt x="645" y="1239"/>
                  </a:lnTo>
                  <a:lnTo>
                    <a:pt x="865" y="1239"/>
                  </a:lnTo>
                  <a:lnTo>
                    <a:pt x="1239" y="1458"/>
                  </a:lnTo>
                  <a:lnTo>
                    <a:pt x="1187" y="1033"/>
                  </a:lnTo>
                  <a:cubicBezTo>
                    <a:pt x="1187" y="968"/>
                    <a:pt x="1187" y="865"/>
                    <a:pt x="1239" y="865"/>
                  </a:cubicBezTo>
                  <a:lnTo>
                    <a:pt x="1509" y="543"/>
                  </a:lnTo>
                  <a:lnTo>
                    <a:pt x="1135" y="491"/>
                  </a:lnTo>
                  <a:cubicBezTo>
                    <a:pt x="1084" y="491"/>
                    <a:pt x="968" y="439"/>
                    <a:pt x="968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67;p32">
              <a:extLst>
                <a:ext uri="{FF2B5EF4-FFF2-40B4-BE49-F238E27FC236}">
                  <a16:creationId xmlns:a16="http://schemas.microsoft.com/office/drawing/2014/main" id="{ED68F3AD-8AB0-2F81-D0C7-B4D8E81AA9DF}"/>
                </a:ext>
              </a:extLst>
            </p:cNvPr>
            <p:cNvSpPr/>
            <p:nvPr/>
          </p:nvSpPr>
          <p:spPr>
            <a:xfrm>
              <a:off x="3574350" y="4125175"/>
              <a:ext cx="37400" cy="36475"/>
            </a:xfrm>
            <a:custGeom>
              <a:avLst/>
              <a:gdLst/>
              <a:ahLst/>
              <a:cxnLst/>
              <a:rect l="l" t="t" r="r" b="b"/>
              <a:pathLst>
                <a:path w="1496" h="1459" extrusionOk="0">
                  <a:moveTo>
                    <a:pt x="748" y="1"/>
                  </a:moveTo>
                  <a:lnTo>
                    <a:pt x="593" y="388"/>
                  </a:lnTo>
                  <a:cubicBezTo>
                    <a:pt x="529" y="439"/>
                    <a:pt x="477" y="491"/>
                    <a:pt x="426" y="491"/>
                  </a:cubicBezTo>
                  <a:lnTo>
                    <a:pt x="0" y="543"/>
                  </a:lnTo>
                  <a:lnTo>
                    <a:pt x="322" y="865"/>
                  </a:lnTo>
                  <a:cubicBezTo>
                    <a:pt x="322" y="865"/>
                    <a:pt x="374" y="968"/>
                    <a:pt x="374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51" y="1239"/>
                  </a:lnTo>
                  <a:lnTo>
                    <a:pt x="1238" y="1458"/>
                  </a:lnTo>
                  <a:lnTo>
                    <a:pt x="1173" y="1033"/>
                  </a:lnTo>
                  <a:lnTo>
                    <a:pt x="1122" y="1033"/>
                  </a:lnTo>
                  <a:cubicBezTo>
                    <a:pt x="1122" y="968"/>
                    <a:pt x="1173" y="865"/>
                    <a:pt x="1238" y="865"/>
                  </a:cubicBezTo>
                  <a:lnTo>
                    <a:pt x="1496" y="543"/>
                  </a:lnTo>
                  <a:lnTo>
                    <a:pt x="1122" y="491"/>
                  </a:lnTo>
                  <a:cubicBezTo>
                    <a:pt x="1019" y="491"/>
                    <a:pt x="967" y="439"/>
                    <a:pt x="916" y="38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68;p32">
              <a:extLst>
                <a:ext uri="{FF2B5EF4-FFF2-40B4-BE49-F238E27FC236}">
                  <a16:creationId xmlns:a16="http://schemas.microsoft.com/office/drawing/2014/main" id="{378B5A56-DFB2-A118-F7D6-30179FA21B2B}"/>
                </a:ext>
              </a:extLst>
            </p:cNvPr>
            <p:cNvSpPr/>
            <p:nvPr/>
          </p:nvSpPr>
          <p:spPr>
            <a:xfrm>
              <a:off x="371262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49" y="1"/>
                  </a:moveTo>
                  <a:lnTo>
                    <a:pt x="542" y="388"/>
                  </a:lnTo>
                  <a:cubicBezTo>
                    <a:pt x="542" y="439"/>
                    <a:pt x="478" y="491"/>
                    <a:pt x="375" y="491"/>
                  </a:cubicBezTo>
                  <a:lnTo>
                    <a:pt x="1" y="543"/>
                  </a:lnTo>
                  <a:lnTo>
                    <a:pt x="272" y="865"/>
                  </a:lnTo>
                  <a:cubicBezTo>
                    <a:pt x="323" y="865"/>
                    <a:pt x="323" y="968"/>
                    <a:pt x="323" y="1033"/>
                  </a:cubicBezTo>
                  <a:lnTo>
                    <a:pt x="272" y="1458"/>
                  </a:lnTo>
                  <a:lnTo>
                    <a:pt x="646" y="1239"/>
                  </a:lnTo>
                  <a:lnTo>
                    <a:pt x="865" y="1239"/>
                  </a:lnTo>
                  <a:lnTo>
                    <a:pt x="1187" y="1458"/>
                  </a:lnTo>
                  <a:lnTo>
                    <a:pt x="1123" y="1033"/>
                  </a:lnTo>
                  <a:cubicBezTo>
                    <a:pt x="1123" y="968"/>
                    <a:pt x="1123" y="865"/>
                    <a:pt x="1187" y="865"/>
                  </a:cubicBezTo>
                  <a:lnTo>
                    <a:pt x="1510" y="543"/>
                  </a:lnTo>
                  <a:lnTo>
                    <a:pt x="1071" y="491"/>
                  </a:lnTo>
                  <a:cubicBezTo>
                    <a:pt x="1020" y="491"/>
                    <a:pt x="968" y="439"/>
                    <a:pt x="916" y="388"/>
                  </a:cubicBezTo>
                  <a:lnTo>
                    <a:pt x="74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69;p32">
              <a:extLst>
                <a:ext uri="{FF2B5EF4-FFF2-40B4-BE49-F238E27FC236}">
                  <a16:creationId xmlns:a16="http://schemas.microsoft.com/office/drawing/2014/main" id="{3F171DF1-78FA-53CC-6028-FBC247195CB3}"/>
                </a:ext>
              </a:extLst>
            </p:cNvPr>
            <p:cNvSpPr/>
            <p:nvPr/>
          </p:nvSpPr>
          <p:spPr>
            <a:xfrm>
              <a:off x="3536625" y="4098425"/>
              <a:ext cx="321100" cy="95450"/>
            </a:xfrm>
            <a:custGeom>
              <a:avLst/>
              <a:gdLst/>
              <a:ahLst/>
              <a:cxnLst/>
              <a:rect l="l" t="t" r="r" b="b"/>
              <a:pathLst>
                <a:path w="12844" h="3818" extrusionOk="0">
                  <a:moveTo>
                    <a:pt x="2257" y="813"/>
                  </a:moveTo>
                  <a:cubicBezTo>
                    <a:pt x="2309" y="813"/>
                    <a:pt x="2360" y="813"/>
                    <a:pt x="2360" y="865"/>
                  </a:cubicBezTo>
                  <a:cubicBezTo>
                    <a:pt x="2425" y="865"/>
                    <a:pt x="2476" y="916"/>
                    <a:pt x="2476" y="968"/>
                  </a:cubicBezTo>
                  <a:lnTo>
                    <a:pt x="2682" y="1342"/>
                  </a:lnTo>
                  <a:lnTo>
                    <a:pt x="3069" y="1393"/>
                  </a:lnTo>
                  <a:cubicBezTo>
                    <a:pt x="3172" y="1393"/>
                    <a:pt x="3224" y="1458"/>
                    <a:pt x="3224" y="1458"/>
                  </a:cubicBezTo>
                  <a:cubicBezTo>
                    <a:pt x="3276" y="1509"/>
                    <a:pt x="3276" y="1561"/>
                    <a:pt x="3276" y="1613"/>
                  </a:cubicBezTo>
                  <a:cubicBezTo>
                    <a:pt x="3276" y="1664"/>
                    <a:pt x="3276" y="1716"/>
                    <a:pt x="3224" y="1780"/>
                  </a:cubicBezTo>
                  <a:lnTo>
                    <a:pt x="2902" y="2103"/>
                  </a:lnTo>
                  <a:lnTo>
                    <a:pt x="2953" y="2528"/>
                  </a:lnTo>
                  <a:cubicBezTo>
                    <a:pt x="2953" y="2631"/>
                    <a:pt x="2953" y="2683"/>
                    <a:pt x="2902" y="2683"/>
                  </a:cubicBezTo>
                  <a:cubicBezTo>
                    <a:pt x="2850" y="2747"/>
                    <a:pt x="2799" y="2799"/>
                    <a:pt x="2747" y="2799"/>
                  </a:cubicBezTo>
                  <a:cubicBezTo>
                    <a:pt x="2747" y="2799"/>
                    <a:pt x="2682" y="2799"/>
                    <a:pt x="2631" y="2747"/>
                  </a:cubicBezTo>
                  <a:lnTo>
                    <a:pt x="2257" y="2528"/>
                  </a:lnTo>
                  <a:lnTo>
                    <a:pt x="1883" y="2747"/>
                  </a:lnTo>
                  <a:cubicBezTo>
                    <a:pt x="1831" y="2799"/>
                    <a:pt x="1831" y="2799"/>
                    <a:pt x="1780" y="2799"/>
                  </a:cubicBezTo>
                  <a:cubicBezTo>
                    <a:pt x="1715" y="2799"/>
                    <a:pt x="1664" y="2747"/>
                    <a:pt x="1612" y="2683"/>
                  </a:cubicBezTo>
                  <a:cubicBezTo>
                    <a:pt x="1561" y="2683"/>
                    <a:pt x="1561" y="2631"/>
                    <a:pt x="1561" y="2528"/>
                  </a:cubicBezTo>
                  <a:lnTo>
                    <a:pt x="1612" y="2103"/>
                  </a:lnTo>
                  <a:lnTo>
                    <a:pt x="1290" y="1780"/>
                  </a:lnTo>
                  <a:cubicBezTo>
                    <a:pt x="1290" y="1716"/>
                    <a:pt x="1238" y="1664"/>
                    <a:pt x="1238" y="1613"/>
                  </a:cubicBezTo>
                  <a:cubicBezTo>
                    <a:pt x="1238" y="1561"/>
                    <a:pt x="1238" y="1509"/>
                    <a:pt x="1290" y="1458"/>
                  </a:cubicBezTo>
                  <a:cubicBezTo>
                    <a:pt x="1341" y="1458"/>
                    <a:pt x="1393" y="1393"/>
                    <a:pt x="1457" y="1393"/>
                  </a:cubicBezTo>
                  <a:lnTo>
                    <a:pt x="1883" y="1342"/>
                  </a:lnTo>
                  <a:lnTo>
                    <a:pt x="2038" y="968"/>
                  </a:lnTo>
                  <a:cubicBezTo>
                    <a:pt x="2102" y="916"/>
                    <a:pt x="2102" y="865"/>
                    <a:pt x="2154" y="865"/>
                  </a:cubicBezTo>
                  <a:cubicBezTo>
                    <a:pt x="2205" y="813"/>
                    <a:pt x="2205" y="813"/>
                    <a:pt x="2257" y="813"/>
                  </a:cubicBezTo>
                  <a:close/>
                  <a:moveTo>
                    <a:pt x="5003" y="813"/>
                  </a:moveTo>
                  <a:cubicBezTo>
                    <a:pt x="5055" y="813"/>
                    <a:pt x="5107" y="813"/>
                    <a:pt x="5158" y="865"/>
                  </a:cubicBezTo>
                  <a:cubicBezTo>
                    <a:pt x="5158" y="865"/>
                    <a:pt x="5210" y="916"/>
                    <a:pt x="5210" y="968"/>
                  </a:cubicBezTo>
                  <a:lnTo>
                    <a:pt x="5429" y="1342"/>
                  </a:lnTo>
                  <a:lnTo>
                    <a:pt x="5855" y="1393"/>
                  </a:lnTo>
                  <a:cubicBezTo>
                    <a:pt x="5906" y="1393"/>
                    <a:pt x="5971" y="1458"/>
                    <a:pt x="5971" y="1458"/>
                  </a:cubicBezTo>
                  <a:cubicBezTo>
                    <a:pt x="6022" y="1509"/>
                    <a:pt x="6022" y="1561"/>
                    <a:pt x="6022" y="1613"/>
                  </a:cubicBezTo>
                  <a:cubicBezTo>
                    <a:pt x="6022" y="1664"/>
                    <a:pt x="6022" y="1716"/>
                    <a:pt x="5971" y="1780"/>
                  </a:cubicBezTo>
                  <a:lnTo>
                    <a:pt x="5648" y="2103"/>
                  </a:lnTo>
                  <a:lnTo>
                    <a:pt x="5751" y="2528"/>
                  </a:lnTo>
                  <a:cubicBezTo>
                    <a:pt x="5751" y="2631"/>
                    <a:pt x="5700" y="2683"/>
                    <a:pt x="5648" y="2683"/>
                  </a:cubicBezTo>
                  <a:cubicBezTo>
                    <a:pt x="5648" y="2747"/>
                    <a:pt x="5584" y="2799"/>
                    <a:pt x="5532" y="2799"/>
                  </a:cubicBezTo>
                  <a:cubicBezTo>
                    <a:pt x="5481" y="2799"/>
                    <a:pt x="5429" y="2799"/>
                    <a:pt x="5429" y="2747"/>
                  </a:cubicBezTo>
                  <a:lnTo>
                    <a:pt x="5003" y="2528"/>
                  </a:lnTo>
                  <a:lnTo>
                    <a:pt x="4617" y="2747"/>
                  </a:lnTo>
                  <a:cubicBezTo>
                    <a:pt x="4617" y="2799"/>
                    <a:pt x="4565" y="2799"/>
                    <a:pt x="4514" y="2799"/>
                  </a:cubicBezTo>
                  <a:cubicBezTo>
                    <a:pt x="4462" y="2799"/>
                    <a:pt x="4410" y="2747"/>
                    <a:pt x="4359" y="2683"/>
                  </a:cubicBezTo>
                  <a:cubicBezTo>
                    <a:pt x="4359" y="2683"/>
                    <a:pt x="4294" y="2631"/>
                    <a:pt x="4294" y="2528"/>
                  </a:cubicBezTo>
                  <a:lnTo>
                    <a:pt x="4359" y="2103"/>
                  </a:lnTo>
                  <a:lnTo>
                    <a:pt x="4088" y="1780"/>
                  </a:lnTo>
                  <a:cubicBezTo>
                    <a:pt x="4036" y="1716"/>
                    <a:pt x="3972" y="1664"/>
                    <a:pt x="3972" y="1613"/>
                  </a:cubicBezTo>
                  <a:cubicBezTo>
                    <a:pt x="3972" y="1561"/>
                    <a:pt x="4036" y="1509"/>
                    <a:pt x="4036" y="1458"/>
                  </a:cubicBezTo>
                  <a:cubicBezTo>
                    <a:pt x="4088" y="1458"/>
                    <a:pt x="4140" y="1393"/>
                    <a:pt x="4191" y="1393"/>
                  </a:cubicBezTo>
                  <a:lnTo>
                    <a:pt x="4617" y="1342"/>
                  </a:lnTo>
                  <a:lnTo>
                    <a:pt x="4836" y="968"/>
                  </a:lnTo>
                  <a:cubicBezTo>
                    <a:pt x="4836" y="916"/>
                    <a:pt x="4887" y="865"/>
                    <a:pt x="4887" y="865"/>
                  </a:cubicBezTo>
                  <a:cubicBezTo>
                    <a:pt x="4939" y="813"/>
                    <a:pt x="5003" y="813"/>
                    <a:pt x="5003" y="813"/>
                  </a:cubicBezTo>
                  <a:close/>
                  <a:moveTo>
                    <a:pt x="7789" y="813"/>
                  </a:moveTo>
                  <a:cubicBezTo>
                    <a:pt x="7789" y="813"/>
                    <a:pt x="7840" y="813"/>
                    <a:pt x="7905" y="865"/>
                  </a:cubicBezTo>
                  <a:cubicBezTo>
                    <a:pt x="7956" y="865"/>
                    <a:pt x="7956" y="916"/>
                    <a:pt x="7956" y="968"/>
                  </a:cubicBezTo>
                  <a:lnTo>
                    <a:pt x="8163" y="1342"/>
                  </a:lnTo>
                  <a:lnTo>
                    <a:pt x="8601" y="1393"/>
                  </a:lnTo>
                  <a:cubicBezTo>
                    <a:pt x="8653" y="1393"/>
                    <a:pt x="8704" y="1458"/>
                    <a:pt x="8756" y="1458"/>
                  </a:cubicBezTo>
                  <a:cubicBezTo>
                    <a:pt x="8756" y="1509"/>
                    <a:pt x="8807" y="1561"/>
                    <a:pt x="8807" y="1613"/>
                  </a:cubicBezTo>
                  <a:cubicBezTo>
                    <a:pt x="8807" y="1664"/>
                    <a:pt x="8756" y="1716"/>
                    <a:pt x="8704" y="1780"/>
                  </a:cubicBezTo>
                  <a:lnTo>
                    <a:pt x="8433" y="2103"/>
                  </a:lnTo>
                  <a:lnTo>
                    <a:pt x="8485" y="2528"/>
                  </a:lnTo>
                  <a:cubicBezTo>
                    <a:pt x="8485" y="2631"/>
                    <a:pt x="8485" y="2683"/>
                    <a:pt x="8433" y="2683"/>
                  </a:cubicBezTo>
                  <a:cubicBezTo>
                    <a:pt x="8382" y="2747"/>
                    <a:pt x="8330" y="2799"/>
                    <a:pt x="8279" y="2799"/>
                  </a:cubicBezTo>
                  <a:cubicBezTo>
                    <a:pt x="8227" y="2799"/>
                    <a:pt x="8163" y="2799"/>
                    <a:pt x="8163" y="2747"/>
                  </a:cubicBezTo>
                  <a:lnTo>
                    <a:pt x="7789" y="2528"/>
                  </a:lnTo>
                  <a:lnTo>
                    <a:pt x="7415" y="2747"/>
                  </a:lnTo>
                  <a:cubicBezTo>
                    <a:pt x="7363" y="2799"/>
                    <a:pt x="7312" y="2799"/>
                    <a:pt x="7312" y="2799"/>
                  </a:cubicBezTo>
                  <a:cubicBezTo>
                    <a:pt x="7196" y="2799"/>
                    <a:pt x="7144" y="2747"/>
                    <a:pt x="7144" y="2683"/>
                  </a:cubicBezTo>
                  <a:cubicBezTo>
                    <a:pt x="7092" y="2683"/>
                    <a:pt x="7041" y="2631"/>
                    <a:pt x="7041" y="2528"/>
                  </a:cubicBezTo>
                  <a:lnTo>
                    <a:pt x="7144" y="2103"/>
                  </a:lnTo>
                  <a:lnTo>
                    <a:pt x="6822" y="1780"/>
                  </a:lnTo>
                  <a:cubicBezTo>
                    <a:pt x="6770" y="1716"/>
                    <a:pt x="6770" y="1664"/>
                    <a:pt x="6770" y="1613"/>
                  </a:cubicBezTo>
                  <a:cubicBezTo>
                    <a:pt x="6770" y="1561"/>
                    <a:pt x="6770" y="1509"/>
                    <a:pt x="6822" y="1458"/>
                  </a:cubicBezTo>
                  <a:cubicBezTo>
                    <a:pt x="6822" y="1458"/>
                    <a:pt x="6873" y="1393"/>
                    <a:pt x="6938" y="1393"/>
                  </a:cubicBezTo>
                  <a:lnTo>
                    <a:pt x="7363" y="1342"/>
                  </a:lnTo>
                  <a:lnTo>
                    <a:pt x="7582" y="968"/>
                  </a:lnTo>
                  <a:cubicBezTo>
                    <a:pt x="7582" y="916"/>
                    <a:pt x="7634" y="865"/>
                    <a:pt x="7686" y="865"/>
                  </a:cubicBezTo>
                  <a:cubicBezTo>
                    <a:pt x="7686" y="813"/>
                    <a:pt x="7737" y="813"/>
                    <a:pt x="7789" y="813"/>
                  </a:cubicBezTo>
                  <a:close/>
                  <a:moveTo>
                    <a:pt x="10535" y="813"/>
                  </a:moveTo>
                  <a:cubicBezTo>
                    <a:pt x="10587" y="813"/>
                    <a:pt x="10587" y="813"/>
                    <a:pt x="10638" y="865"/>
                  </a:cubicBezTo>
                  <a:cubicBezTo>
                    <a:pt x="10690" y="865"/>
                    <a:pt x="10690" y="916"/>
                    <a:pt x="10742" y="968"/>
                  </a:cubicBezTo>
                  <a:lnTo>
                    <a:pt x="10909" y="1342"/>
                  </a:lnTo>
                  <a:lnTo>
                    <a:pt x="11335" y="1393"/>
                  </a:lnTo>
                  <a:cubicBezTo>
                    <a:pt x="11386" y="1393"/>
                    <a:pt x="11451" y="1458"/>
                    <a:pt x="11502" y="1458"/>
                  </a:cubicBezTo>
                  <a:cubicBezTo>
                    <a:pt x="11554" y="1509"/>
                    <a:pt x="11554" y="1561"/>
                    <a:pt x="11554" y="1613"/>
                  </a:cubicBezTo>
                  <a:cubicBezTo>
                    <a:pt x="11554" y="1664"/>
                    <a:pt x="11554" y="1716"/>
                    <a:pt x="11502" y="1780"/>
                  </a:cubicBezTo>
                  <a:lnTo>
                    <a:pt x="11180" y="2103"/>
                  </a:lnTo>
                  <a:lnTo>
                    <a:pt x="11232" y="2528"/>
                  </a:lnTo>
                  <a:cubicBezTo>
                    <a:pt x="11232" y="2631"/>
                    <a:pt x="11232" y="2683"/>
                    <a:pt x="11180" y="2683"/>
                  </a:cubicBezTo>
                  <a:cubicBezTo>
                    <a:pt x="11128" y="2747"/>
                    <a:pt x="11064" y="2799"/>
                    <a:pt x="11012" y="2799"/>
                  </a:cubicBezTo>
                  <a:cubicBezTo>
                    <a:pt x="10961" y="2799"/>
                    <a:pt x="10961" y="2799"/>
                    <a:pt x="10909" y="2747"/>
                  </a:cubicBezTo>
                  <a:lnTo>
                    <a:pt x="10535" y="2528"/>
                  </a:lnTo>
                  <a:lnTo>
                    <a:pt x="10161" y="2747"/>
                  </a:lnTo>
                  <a:cubicBezTo>
                    <a:pt x="10097" y="2799"/>
                    <a:pt x="10045" y="2799"/>
                    <a:pt x="10045" y="2799"/>
                  </a:cubicBezTo>
                  <a:cubicBezTo>
                    <a:pt x="9994" y="2799"/>
                    <a:pt x="9942" y="2747"/>
                    <a:pt x="9891" y="2683"/>
                  </a:cubicBezTo>
                  <a:cubicBezTo>
                    <a:pt x="9839" y="2683"/>
                    <a:pt x="9839" y="2631"/>
                    <a:pt x="9839" y="2528"/>
                  </a:cubicBezTo>
                  <a:lnTo>
                    <a:pt x="9891" y="2103"/>
                  </a:lnTo>
                  <a:lnTo>
                    <a:pt x="9568" y="1780"/>
                  </a:lnTo>
                  <a:cubicBezTo>
                    <a:pt x="9517" y="1716"/>
                    <a:pt x="9517" y="1664"/>
                    <a:pt x="9517" y="1613"/>
                  </a:cubicBezTo>
                  <a:cubicBezTo>
                    <a:pt x="9517" y="1561"/>
                    <a:pt x="9517" y="1509"/>
                    <a:pt x="9568" y="1458"/>
                  </a:cubicBezTo>
                  <a:cubicBezTo>
                    <a:pt x="9620" y="1458"/>
                    <a:pt x="9620" y="1393"/>
                    <a:pt x="9723" y="1393"/>
                  </a:cubicBezTo>
                  <a:lnTo>
                    <a:pt x="10161" y="1342"/>
                  </a:lnTo>
                  <a:lnTo>
                    <a:pt x="10316" y="968"/>
                  </a:lnTo>
                  <a:cubicBezTo>
                    <a:pt x="10368" y="916"/>
                    <a:pt x="10368" y="865"/>
                    <a:pt x="10419" y="865"/>
                  </a:cubicBezTo>
                  <a:cubicBezTo>
                    <a:pt x="10419" y="813"/>
                    <a:pt x="10484" y="813"/>
                    <a:pt x="10535" y="813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3495"/>
                  </a:lnTo>
                  <a:cubicBezTo>
                    <a:pt x="0" y="3650"/>
                    <a:pt x="168" y="3818"/>
                    <a:pt x="323" y="3818"/>
                  </a:cubicBezTo>
                  <a:lnTo>
                    <a:pt x="12521" y="3818"/>
                  </a:lnTo>
                  <a:cubicBezTo>
                    <a:pt x="12676" y="3818"/>
                    <a:pt x="12843" y="3650"/>
                    <a:pt x="12843" y="3495"/>
                  </a:cubicBezTo>
                  <a:lnTo>
                    <a:pt x="12843" y="323"/>
                  </a:lnTo>
                  <a:cubicBezTo>
                    <a:pt x="12843" y="168"/>
                    <a:pt x="12676" y="1"/>
                    <a:pt x="125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0;p32">
              <a:extLst>
                <a:ext uri="{FF2B5EF4-FFF2-40B4-BE49-F238E27FC236}">
                  <a16:creationId xmlns:a16="http://schemas.microsoft.com/office/drawing/2014/main" id="{17A4FE96-D123-267F-E936-A42C16491E0B}"/>
                </a:ext>
              </a:extLst>
            </p:cNvPr>
            <p:cNvSpPr/>
            <p:nvPr/>
          </p:nvSpPr>
          <p:spPr>
            <a:xfrm>
              <a:off x="3529850" y="4092950"/>
              <a:ext cx="334650" cy="107700"/>
            </a:xfrm>
            <a:custGeom>
              <a:avLst/>
              <a:gdLst/>
              <a:ahLst/>
              <a:cxnLst/>
              <a:rect l="l" t="t" r="r" b="b"/>
              <a:pathLst>
                <a:path w="13386" h="4308" extrusionOk="0">
                  <a:moveTo>
                    <a:pt x="12792" y="220"/>
                  </a:moveTo>
                  <a:cubicBezTo>
                    <a:pt x="12947" y="220"/>
                    <a:pt x="13114" y="387"/>
                    <a:pt x="13114" y="542"/>
                  </a:cubicBezTo>
                  <a:lnTo>
                    <a:pt x="13114" y="3714"/>
                  </a:lnTo>
                  <a:cubicBezTo>
                    <a:pt x="13114" y="3869"/>
                    <a:pt x="12947" y="4037"/>
                    <a:pt x="12792" y="4037"/>
                  </a:cubicBezTo>
                  <a:lnTo>
                    <a:pt x="594" y="4037"/>
                  </a:lnTo>
                  <a:cubicBezTo>
                    <a:pt x="439" y="4037"/>
                    <a:pt x="271" y="3869"/>
                    <a:pt x="271" y="3714"/>
                  </a:cubicBezTo>
                  <a:lnTo>
                    <a:pt x="271" y="542"/>
                  </a:lnTo>
                  <a:cubicBezTo>
                    <a:pt x="271" y="387"/>
                    <a:pt x="439" y="220"/>
                    <a:pt x="594" y="220"/>
                  </a:cubicBezTo>
                  <a:close/>
                  <a:moveTo>
                    <a:pt x="594" y="1"/>
                  </a:moveTo>
                  <a:cubicBezTo>
                    <a:pt x="271" y="1"/>
                    <a:pt x="1" y="220"/>
                    <a:pt x="1" y="542"/>
                  </a:cubicBezTo>
                  <a:lnTo>
                    <a:pt x="1" y="3714"/>
                  </a:lnTo>
                  <a:cubicBezTo>
                    <a:pt x="1" y="4037"/>
                    <a:pt x="271" y="4307"/>
                    <a:pt x="594" y="4307"/>
                  </a:cubicBezTo>
                  <a:lnTo>
                    <a:pt x="12792" y="4307"/>
                  </a:lnTo>
                  <a:cubicBezTo>
                    <a:pt x="13114" y="4307"/>
                    <a:pt x="13385" y="4037"/>
                    <a:pt x="13385" y="3714"/>
                  </a:cubicBezTo>
                  <a:lnTo>
                    <a:pt x="13385" y="542"/>
                  </a:lnTo>
                  <a:cubicBezTo>
                    <a:pt x="13385" y="220"/>
                    <a:pt x="13114" y="1"/>
                    <a:pt x="1279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1;p32">
              <a:extLst>
                <a:ext uri="{FF2B5EF4-FFF2-40B4-BE49-F238E27FC236}">
                  <a16:creationId xmlns:a16="http://schemas.microsoft.com/office/drawing/2014/main" id="{3CDF5109-FC6E-ACB7-069D-6FFFDB4C27DA}"/>
                </a:ext>
              </a:extLst>
            </p:cNvPr>
            <p:cNvSpPr/>
            <p:nvPr/>
          </p:nvSpPr>
          <p:spPr>
            <a:xfrm>
              <a:off x="35675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7" y="645"/>
                  </a:lnTo>
                  <a:cubicBezTo>
                    <a:pt x="1238" y="696"/>
                    <a:pt x="1290" y="748"/>
                    <a:pt x="1393" y="748"/>
                  </a:cubicBezTo>
                  <a:lnTo>
                    <a:pt x="1767" y="800"/>
                  </a:lnTo>
                  <a:lnTo>
                    <a:pt x="1509" y="1122"/>
                  </a:lnTo>
                  <a:cubicBezTo>
                    <a:pt x="1444" y="1122"/>
                    <a:pt x="1393" y="1225"/>
                    <a:pt x="1393" y="1290"/>
                  </a:cubicBezTo>
                  <a:lnTo>
                    <a:pt x="1444" y="1290"/>
                  </a:lnTo>
                  <a:lnTo>
                    <a:pt x="1509" y="1715"/>
                  </a:lnTo>
                  <a:lnTo>
                    <a:pt x="1122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645" y="1290"/>
                  </a:lnTo>
                  <a:cubicBezTo>
                    <a:pt x="645" y="1225"/>
                    <a:pt x="593" y="1122"/>
                    <a:pt x="593" y="1122"/>
                  </a:cubicBezTo>
                  <a:lnTo>
                    <a:pt x="271" y="800"/>
                  </a:lnTo>
                  <a:lnTo>
                    <a:pt x="697" y="748"/>
                  </a:lnTo>
                  <a:cubicBezTo>
                    <a:pt x="748" y="748"/>
                    <a:pt x="800" y="696"/>
                    <a:pt x="864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67" y="0"/>
                    <a:pt x="916" y="52"/>
                  </a:cubicBezTo>
                  <a:cubicBezTo>
                    <a:pt x="864" y="52"/>
                    <a:pt x="864" y="103"/>
                    <a:pt x="800" y="155"/>
                  </a:cubicBezTo>
                  <a:lnTo>
                    <a:pt x="645" y="529"/>
                  </a:lnTo>
                  <a:lnTo>
                    <a:pt x="219" y="580"/>
                  </a:lnTo>
                  <a:cubicBezTo>
                    <a:pt x="155" y="580"/>
                    <a:pt x="103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52" y="903"/>
                    <a:pt x="52" y="967"/>
                  </a:cubicBezTo>
                  <a:lnTo>
                    <a:pt x="374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4" y="1870"/>
                  </a:cubicBezTo>
                  <a:cubicBezTo>
                    <a:pt x="426" y="1934"/>
                    <a:pt x="477" y="1986"/>
                    <a:pt x="542" y="1986"/>
                  </a:cubicBezTo>
                  <a:cubicBezTo>
                    <a:pt x="593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4" y="1986"/>
                    <a:pt x="1509" y="1986"/>
                    <a:pt x="1509" y="1986"/>
                  </a:cubicBezTo>
                  <a:cubicBezTo>
                    <a:pt x="1561" y="1986"/>
                    <a:pt x="1612" y="1934"/>
                    <a:pt x="1664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86" y="645"/>
                    <a:pt x="1934" y="580"/>
                    <a:pt x="1831" y="580"/>
                  </a:cubicBezTo>
                  <a:lnTo>
                    <a:pt x="1444" y="529"/>
                  </a:lnTo>
                  <a:lnTo>
                    <a:pt x="1238" y="155"/>
                  </a:lnTo>
                  <a:cubicBezTo>
                    <a:pt x="1238" y="103"/>
                    <a:pt x="1187" y="52"/>
                    <a:pt x="1122" y="52"/>
                  </a:cubicBez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2;p32">
              <a:extLst>
                <a:ext uri="{FF2B5EF4-FFF2-40B4-BE49-F238E27FC236}">
                  <a16:creationId xmlns:a16="http://schemas.microsoft.com/office/drawing/2014/main" id="{314E87E7-3F0A-3129-4E80-E7A93A9AD835}"/>
                </a:ext>
              </a:extLst>
            </p:cNvPr>
            <p:cNvSpPr/>
            <p:nvPr/>
          </p:nvSpPr>
          <p:spPr>
            <a:xfrm>
              <a:off x="360527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3;p32">
              <a:extLst>
                <a:ext uri="{FF2B5EF4-FFF2-40B4-BE49-F238E27FC236}">
                  <a16:creationId xmlns:a16="http://schemas.microsoft.com/office/drawing/2014/main" id="{C2170998-84E8-4DF3-B19E-4575867C5A20}"/>
                </a:ext>
              </a:extLst>
            </p:cNvPr>
            <p:cNvSpPr/>
            <p:nvPr/>
          </p:nvSpPr>
          <p:spPr>
            <a:xfrm>
              <a:off x="3635900" y="4118750"/>
              <a:ext cx="51300" cy="49650"/>
            </a:xfrm>
            <a:custGeom>
              <a:avLst/>
              <a:gdLst/>
              <a:ahLst/>
              <a:cxnLst/>
              <a:rect l="l" t="t" r="r" b="b"/>
              <a:pathLst>
                <a:path w="2052" h="1986" extrusionOk="0">
                  <a:moveTo>
                    <a:pt x="1032" y="258"/>
                  </a:moveTo>
                  <a:lnTo>
                    <a:pt x="1239" y="645"/>
                  </a:lnTo>
                  <a:cubicBezTo>
                    <a:pt x="1239" y="696"/>
                    <a:pt x="1355" y="748"/>
                    <a:pt x="1406" y="748"/>
                  </a:cubicBezTo>
                  <a:lnTo>
                    <a:pt x="1780" y="800"/>
                  </a:lnTo>
                  <a:lnTo>
                    <a:pt x="1510" y="1122"/>
                  </a:lnTo>
                  <a:cubicBezTo>
                    <a:pt x="1458" y="1122"/>
                    <a:pt x="1458" y="1225"/>
                    <a:pt x="1458" y="1290"/>
                  </a:cubicBezTo>
                  <a:lnTo>
                    <a:pt x="1510" y="1715"/>
                  </a:lnTo>
                  <a:lnTo>
                    <a:pt x="1136" y="1496"/>
                  </a:lnTo>
                  <a:lnTo>
                    <a:pt x="916" y="1496"/>
                  </a:lnTo>
                  <a:lnTo>
                    <a:pt x="594" y="1715"/>
                  </a:lnTo>
                  <a:lnTo>
                    <a:pt x="646" y="1290"/>
                  </a:lnTo>
                  <a:cubicBezTo>
                    <a:pt x="646" y="1225"/>
                    <a:pt x="646" y="1122"/>
                    <a:pt x="594" y="1122"/>
                  </a:cubicBezTo>
                  <a:lnTo>
                    <a:pt x="272" y="800"/>
                  </a:lnTo>
                  <a:lnTo>
                    <a:pt x="710" y="748"/>
                  </a:lnTo>
                  <a:cubicBezTo>
                    <a:pt x="762" y="748"/>
                    <a:pt x="813" y="696"/>
                    <a:pt x="865" y="645"/>
                  </a:cubicBezTo>
                  <a:lnTo>
                    <a:pt x="1032" y="258"/>
                  </a:lnTo>
                  <a:close/>
                  <a:moveTo>
                    <a:pt x="1032" y="0"/>
                  </a:moveTo>
                  <a:cubicBezTo>
                    <a:pt x="1032" y="0"/>
                    <a:pt x="968" y="0"/>
                    <a:pt x="916" y="52"/>
                  </a:cubicBezTo>
                  <a:cubicBezTo>
                    <a:pt x="916" y="52"/>
                    <a:pt x="865" y="103"/>
                    <a:pt x="865" y="155"/>
                  </a:cubicBezTo>
                  <a:lnTo>
                    <a:pt x="646" y="529"/>
                  </a:lnTo>
                  <a:lnTo>
                    <a:pt x="220" y="580"/>
                  </a:lnTo>
                  <a:cubicBezTo>
                    <a:pt x="169" y="580"/>
                    <a:pt x="117" y="645"/>
                    <a:pt x="65" y="645"/>
                  </a:cubicBezTo>
                  <a:cubicBezTo>
                    <a:pt x="65" y="696"/>
                    <a:pt x="1" y="748"/>
                    <a:pt x="1" y="800"/>
                  </a:cubicBezTo>
                  <a:cubicBezTo>
                    <a:pt x="1" y="851"/>
                    <a:pt x="65" y="903"/>
                    <a:pt x="117" y="967"/>
                  </a:cubicBezTo>
                  <a:lnTo>
                    <a:pt x="388" y="1290"/>
                  </a:lnTo>
                  <a:lnTo>
                    <a:pt x="323" y="1715"/>
                  </a:lnTo>
                  <a:cubicBezTo>
                    <a:pt x="323" y="1818"/>
                    <a:pt x="388" y="1870"/>
                    <a:pt x="388" y="1870"/>
                  </a:cubicBezTo>
                  <a:cubicBezTo>
                    <a:pt x="439" y="1934"/>
                    <a:pt x="491" y="1986"/>
                    <a:pt x="543" y="1986"/>
                  </a:cubicBezTo>
                  <a:cubicBezTo>
                    <a:pt x="594" y="1986"/>
                    <a:pt x="646" y="1986"/>
                    <a:pt x="646" y="1934"/>
                  </a:cubicBezTo>
                  <a:lnTo>
                    <a:pt x="1032" y="1715"/>
                  </a:lnTo>
                  <a:lnTo>
                    <a:pt x="1458" y="1934"/>
                  </a:lnTo>
                  <a:cubicBezTo>
                    <a:pt x="1458" y="1986"/>
                    <a:pt x="1510" y="1986"/>
                    <a:pt x="1561" y="1986"/>
                  </a:cubicBezTo>
                  <a:cubicBezTo>
                    <a:pt x="1613" y="1986"/>
                    <a:pt x="1677" y="1934"/>
                    <a:pt x="1677" y="1870"/>
                  </a:cubicBezTo>
                  <a:cubicBezTo>
                    <a:pt x="1729" y="1870"/>
                    <a:pt x="1780" y="1818"/>
                    <a:pt x="1780" y="1715"/>
                  </a:cubicBezTo>
                  <a:lnTo>
                    <a:pt x="1677" y="1290"/>
                  </a:lnTo>
                  <a:lnTo>
                    <a:pt x="2000" y="967"/>
                  </a:lnTo>
                  <a:cubicBezTo>
                    <a:pt x="2051" y="903"/>
                    <a:pt x="2051" y="851"/>
                    <a:pt x="2051" y="800"/>
                  </a:cubicBezTo>
                  <a:cubicBezTo>
                    <a:pt x="2051" y="748"/>
                    <a:pt x="2051" y="696"/>
                    <a:pt x="2000" y="645"/>
                  </a:cubicBezTo>
                  <a:cubicBezTo>
                    <a:pt x="2000" y="645"/>
                    <a:pt x="1935" y="580"/>
                    <a:pt x="1884" y="580"/>
                  </a:cubicBezTo>
                  <a:lnTo>
                    <a:pt x="1458" y="529"/>
                  </a:lnTo>
                  <a:lnTo>
                    <a:pt x="1239" y="155"/>
                  </a:lnTo>
                  <a:cubicBezTo>
                    <a:pt x="1239" y="103"/>
                    <a:pt x="1187" y="52"/>
                    <a:pt x="1187" y="52"/>
                  </a:cubicBezTo>
                  <a:cubicBezTo>
                    <a:pt x="1136" y="0"/>
                    <a:pt x="1084" y="0"/>
                    <a:pt x="103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4;p32">
              <a:extLst>
                <a:ext uri="{FF2B5EF4-FFF2-40B4-BE49-F238E27FC236}">
                  <a16:creationId xmlns:a16="http://schemas.microsoft.com/office/drawing/2014/main" id="{4F247967-56C2-6189-BCE0-2384AF1289CB}"/>
                </a:ext>
              </a:extLst>
            </p:cNvPr>
            <p:cNvSpPr/>
            <p:nvPr/>
          </p:nvSpPr>
          <p:spPr>
            <a:xfrm>
              <a:off x="36736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5;p32">
              <a:extLst>
                <a:ext uri="{FF2B5EF4-FFF2-40B4-BE49-F238E27FC236}">
                  <a16:creationId xmlns:a16="http://schemas.microsoft.com/office/drawing/2014/main" id="{6713625D-1E32-D6C0-F4BD-CE062CCFB76D}"/>
                </a:ext>
              </a:extLst>
            </p:cNvPr>
            <p:cNvSpPr/>
            <p:nvPr/>
          </p:nvSpPr>
          <p:spPr>
            <a:xfrm>
              <a:off x="37058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6" y="645"/>
                  </a:lnTo>
                  <a:cubicBezTo>
                    <a:pt x="1238" y="696"/>
                    <a:pt x="1290" y="748"/>
                    <a:pt x="1341" y="748"/>
                  </a:cubicBezTo>
                  <a:lnTo>
                    <a:pt x="1780" y="800"/>
                  </a:lnTo>
                  <a:lnTo>
                    <a:pt x="1457" y="1122"/>
                  </a:lnTo>
                  <a:cubicBezTo>
                    <a:pt x="1393" y="1122"/>
                    <a:pt x="1393" y="1225"/>
                    <a:pt x="1393" y="1290"/>
                  </a:cubicBezTo>
                  <a:lnTo>
                    <a:pt x="1457" y="1715"/>
                  </a:lnTo>
                  <a:lnTo>
                    <a:pt x="1135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593" y="1290"/>
                  </a:lnTo>
                  <a:cubicBezTo>
                    <a:pt x="593" y="1225"/>
                    <a:pt x="593" y="1122"/>
                    <a:pt x="542" y="1122"/>
                  </a:cubicBezTo>
                  <a:lnTo>
                    <a:pt x="271" y="800"/>
                  </a:lnTo>
                  <a:lnTo>
                    <a:pt x="645" y="748"/>
                  </a:lnTo>
                  <a:cubicBezTo>
                    <a:pt x="748" y="748"/>
                    <a:pt x="812" y="696"/>
                    <a:pt x="81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916" y="52"/>
                  </a:cubicBezTo>
                  <a:cubicBezTo>
                    <a:pt x="864" y="52"/>
                    <a:pt x="812" y="103"/>
                    <a:pt x="812" y="155"/>
                  </a:cubicBezTo>
                  <a:lnTo>
                    <a:pt x="593" y="529"/>
                  </a:lnTo>
                  <a:lnTo>
                    <a:pt x="168" y="580"/>
                  </a:lnTo>
                  <a:cubicBezTo>
                    <a:pt x="103" y="580"/>
                    <a:pt x="52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0" y="903"/>
                    <a:pt x="52" y="967"/>
                  </a:cubicBezTo>
                  <a:lnTo>
                    <a:pt x="374" y="1290"/>
                  </a:lnTo>
                  <a:lnTo>
                    <a:pt x="271" y="1715"/>
                  </a:lnTo>
                  <a:cubicBezTo>
                    <a:pt x="271" y="1818"/>
                    <a:pt x="322" y="1870"/>
                    <a:pt x="374" y="1870"/>
                  </a:cubicBezTo>
                  <a:cubicBezTo>
                    <a:pt x="374" y="1934"/>
                    <a:pt x="426" y="1986"/>
                    <a:pt x="542" y="1986"/>
                  </a:cubicBezTo>
                  <a:cubicBezTo>
                    <a:pt x="542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393" y="1986"/>
                    <a:pt x="1457" y="1986"/>
                    <a:pt x="1509" y="1986"/>
                  </a:cubicBezTo>
                  <a:cubicBezTo>
                    <a:pt x="1560" y="1986"/>
                    <a:pt x="1612" y="1934"/>
                    <a:pt x="1663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3" y="1290"/>
                  </a:lnTo>
                  <a:lnTo>
                    <a:pt x="1934" y="967"/>
                  </a:lnTo>
                  <a:cubicBezTo>
                    <a:pt x="1986" y="903"/>
                    <a:pt x="2037" y="851"/>
                    <a:pt x="2037" y="800"/>
                  </a:cubicBezTo>
                  <a:cubicBezTo>
                    <a:pt x="2037" y="748"/>
                    <a:pt x="1986" y="696"/>
                    <a:pt x="1986" y="645"/>
                  </a:cubicBezTo>
                  <a:cubicBezTo>
                    <a:pt x="1934" y="645"/>
                    <a:pt x="1883" y="580"/>
                    <a:pt x="1831" y="580"/>
                  </a:cubicBezTo>
                  <a:lnTo>
                    <a:pt x="1393" y="529"/>
                  </a:lnTo>
                  <a:lnTo>
                    <a:pt x="1186" y="155"/>
                  </a:lnTo>
                  <a:cubicBezTo>
                    <a:pt x="1186" y="103"/>
                    <a:pt x="1186" y="52"/>
                    <a:pt x="1135" y="52"/>
                  </a:cubicBezTo>
                  <a:cubicBezTo>
                    <a:pt x="1070" y="0"/>
                    <a:pt x="1019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6;p32">
              <a:extLst>
                <a:ext uri="{FF2B5EF4-FFF2-40B4-BE49-F238E27FC236}">
                  <a16:creationId xmlns:a16="http://schemas.microsoft.com/office/drawing/2014/main" id="{DFCD2171-BEC7-9A20-7062-943A03627E43}"/>
                </a:ext>
              </a:extLst>
            </p:cNvPr>
            <p:cNvSpPr/>
            <p:nvPr/>
          </p:nvSpPr>
          <p:spPr>
            <a:xfrm>
              <a:off x="3742300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7;p32">
              <a:extLst>
                <a:ext uri="{FF2B5EF4-FFF2-40B4-BE49-F238E27FC236}">
                  <a16:creationId xmlns:a16="http://schemas.microsoft.com/office/drawing/2014/main" id="{F32BD436-2C72-09A4-965F-B5FEAB237979}"/>
                </a:ext>
              </a:extLst>
            </p:cNvPr>
            <p:cNvSpPr/>
            <p:nvPr/>
          </p:nvSpPr>
          <p:spPr>
            <a:xfrm>
              <a:off x="377452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74" y="645"/>
                  </a:lnTo>
                  <a:cubicBezTo>
                    <a:pt x="1226" y="696"/>
                    <a:pt x="1290" y="748"/>
                    <a:pt x="1342" y="748"/>
                  </a:cubicBezTo>
                  <a:lnTo>
                    <a:pt x="1767" y="800"/>
                  </a:lnTo>
                  <a:lnTo>
                    <a:pt x="1496" y="1122"/>
                  </a:lnTo>
                  <a:cubicBezTo>
                    <a:pt x="1445" y="1122"/>
                    <a:pt x="1393" y="1225"/>
                    <a:pt x="1393" y="1290"/>
                  </a:cubicBezTo>
                  <a:lnTo>
                    <a:pt x="1496" y="1715"/>
                  </a:lnTo>
                  <a:lnTo>
                    <a:pt x="1122" y="1496"/>
                  </a:lnTo>
                  <a:lnTo>
                    <a:pt x="903" y="1496"/>
                  </a:lnTo>
                  <a:lnTo>
                    <a:pt x="529" y="1715"/>
                  </a:lnTo>
                  <a:lnTo>
                    <a:pt x="645" y="1290"/>
                  </a:lnTo>
                  <a:cubicBezTo>
                    <a:pt x="645" y="1225"/>
                    <a:pt x="581" y="1122"/>
                    <a:pt x="529" y="1122"/>
                  </a:cubicBezTo>
                  <a:lnTo>
                    <a:pt x="258" y="800"/>
                  </a:lnTo>
                  <a:lnTo>
                    <a:pt x="645" y="748"/>
                  </a:lnTo>
                  <a:cubicBezTo>
                    <a:pt x="748" y="748"/>
                    <a:pt x="800" y="696"/>
                    <a:pt x="85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8" y="0"/>
                    <a:pt x="903" y="0"/>
                    <a:pt x="903" y="52"/>
                  </a:cubicBezTo>
                  <a:cubicBezTo>
                    <a:pt x="852" y="52"/>
                    <a:pt x="852" y="103"/>
                    <a:pt x="800" y="155"/>
                  </a:cubicBezTo>
                  <a:lnTo>
                    <a:pt x="645" y="529"/>
                  </a:lnTo>
                  <a:lnTo>
                    <a:pt x="207" y="580"/>
                  </a:lnTo>
                  <a:cubicBezTo>
                    <a:pt x="104" y="580"/>
                    <a:pt x="104" y="645"/>
                    <a:pt x="52" y="645"/>
                  </a:cubicBezTo>
                  <a:cubicBezTo>
                    <a:pt x="1" y="696"/>
                    <a:pt x="1" y="748"/>
                    <a:pt x="1" y="800"/>
                  </a:cubicBezTo>
                  <a:cubicBezTo>
                    <a:pt x="1" y="851"/>
                    <a:pt x="1" y="903"/>
                    <a:pt x="52" y="967"/>
                  </a:cubicBezTo>
                  <a:lnTo>
                    <a:pt x="375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5" y="1870"/>
                  </a:cubicBezTo>
                  <a:cubicBezTo>
                    <a:pt x="426" y="1934"/>
                    <a:pt x="478" y="1986"/>
                    <a:pt x="529" y="1986"/>
                  </a:cubicBezTo>
                  <a:cubicBezTo>
                    <a:pt x="529" y="1986"/>
                    <a:pt x="581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5" y="1986"/>
                    <a:pt x="1445" y="1986"/>
                    <a:pt x="1496" y="1986"/>
                  </a:cubicBezTo>
                  <a:cubicBezTo>
                    <a:pt x="1548" y="1986"/>
                    <a:pt x="1612" y="1934"/>
                    <a:pt x="1664" y="1870"/>
                  </a:cubicBezTo>
                  <a:cubicBezTo>
                    <a:pt x="1716" y="1870"/>
                    <a:pt x="1716" y="1818"/>
                    <a:pt x="1716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35" y="645"/>
                    <a:pt x="1870" y="580"/>
                    <a:pt x="1819" y="580"/>
                  </a:cubicBezTo>
                  <a:lnTo>
                    <a:pt x="1393" y="529"/>
                  </a:lnTo>
                  <a:lnTo>
                    <a:pt x="1226" y="155"/>
                  </a:lnTo>
                  <a:cubicBezTo>
                    <a:pt x="1174" y="103"/>
                    <a:pt x="1174" y="52"/>
                    <a:pt x="1122" y="52"/>
                  </a:cubicBezTo>
                  <a:cubicBezTo>
                    <a:pt x="1071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78;p32">
              <a:extLst>
                <a:ext uri="{FF2B5EF4-FFF2-40B4-BE49-F238E27FC236}">
                  <a16:creationId xmlns:a16="http://schemas.microsoft.com/office/drawing/2014/main" id="{5A01102F-3141-544A-657E-7694C6F95C33}"/>
                </a:ext>
              </a:extLst>
            </p:cNvPr>
            <p:cNvSpPr/>
            <p:nvPr/>
          </p:nvSpPr>
          <p:spPr>
            <a:xfrm>
              <a:off x="38119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79;p32">
              <a:extLst>
                <a:ext uri="{FF2B5EF4-FFF2-40B4-BE49-F238E27FC236}">
                  <a16:creationId xmlns:a16="http://schemas.microsoft.com/office/drawing/2014/main" id="{05FED4D4-0939-BD97-FB92-77D700ABEF86}"/>
                </a:ext>
              </a:extLst>
            </p:cNvPr>
            <p:cNvSpPr/>
            <p:nvPr/>
          </p:nvSpPr>
          <p:spPr>
            <a:xfrm>
              <a:off x="3431850" y="4122600"/>
              <a:ext cx="28400" cy="29700"/>
            </a:xfrm>
            <a:custGeom>
              <a:avLst/>
              <a:gdLst/>
              <a:ahLst/>
              <a:cxnLst/>
              <a:rect l="l" t="t" r="r" b="b"/>
              <a:pathLst>
                <a:path w="1136" h="1188" extrusionOk="0">
                  <a:moveTo>
                    <a:pt x="542" y="1"/>
                  </a:moveTo>
                  <a:cubicBezTo>
                    <a:pt x="375" y="1"/>
                    <a:pt x="271" y="52"/>
                    <a:pt x="168" y="168"/>
                  </a:cubicBezTo>
                  <a:cubicBezTo>
                    <a:pt x="52" y="272"/>
                    <a:pt x="1" y="426"/>
                    <a:pt x="1" y="594"/>
                  </a:cubicBezTo>
                  <a:cubicBezTo>
                    <a:pt x="1" y="749"/>
                    <a:pt x="52" y="916"/>
                    <a:pt x="168" y="1020"/>
                  </a:cubicBezTo>
                  <a:cubicBezTo>
                    <a:pt x="271" y="1136"/>
                    <a:pt x="375" y="1187"/>
                    <a:pt x="542" y="1187"/>
                  </a:cubicBezTo>
                  <a:cubicBezTo>
                    <a:pt x="697" y="1187"/>
                    <a:pt x="865" y="1136"/>
                    <a:pt x="968" y="1020"/>
                  </a:cubicBezTo>
                  <a:cubicBezTo>
                    <a:pt x="1071" y="916"/>
                    <a:pt x="1135" y="749"/>
                    <a:pt x="1135" y="594"/>
                  </a:cubicBezTo>
                  <a:cubicBezTo>
                    <a:pt x="1135" y="426"/>
                    <a:pt x="1071" y="272"/>
                    <a:pt x="968" y="168"/>
                  </a:cubicBezTo>
                  <a:cubicBezTo>
                    <a:pt x="865" y="52"/>
                    <a:pt x="697" y="1"/>
                    <a:pt x="542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0;p32">
              <a:extLst>
                <a:ext uri="{FF2B5EF4-FFF2-40B4-BE49-F238E27FC236}">
                  <a16:creationId xmlns:a16="http://schemas.microsoft.com/office/drawing/2014/main" id="{3CB83CDD-FC08-2CF1-A43B-D1C9C35D13B8}"/>
                </a:ext>
              </a:extLst>
            </p:cNvPr>
            <p:cNvSpPr/>
            <p:nvPr/>
          </p:nvSpPr>
          <p:spPr>
            <a:xfrm>
              <a:off x="3413150" y="4159025"/>
              <a:ext cx="65800" cy="37425"/>
            </a:xfrm>
            <a:custGeom>
              <a:avLst/>
              <a:gdLst/>
              <a:ahLst/>
              <a:cxnLst/>
              <a:rect l="l" t="t" r="r" b="b"/>
              <a:pathLst>
                <a:path w="2632" h="1497" extrusionOk="0">
                  <a:moveTo>
                    <a:pt x="1290" y="1"/>
                  </a:moveTo>
                  <a:cubicBezTo>
                    <a:pt x="697" y="1"/>
                    <a:pt x="156" y="426"/>
                    <a:pt x="1" y="1020"/>
                  </a:cubicBezTo>
                  <a:cubicBezTo>
                    <a:pt x="375" y="1342"/>
                    <a:pt x="800" y="1497"/>
                    <a:pt x="1290" y="1497"/>
                  </a:cubicBezTo>
                  <a:cubicBezTo>
                    <a:pt x="1819" y="1497"/>
                    <a:pt x="2257" y="1342"/>
                    <a:pt x="2631" y="1020"/>
                  </a:cubicBezTo>
                  <a:cubicBezTo>
                    <a:pt x="2464" y="426"/>
                    <a:pt x="1935" y="1"/>
                    <a:pt x="1290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1;p32">
              <a:extLst>
                <a:ext uri="{FF2B5EF4-FFF2-40B4-BE49-F238E27FC236}">
                  <a16:creationId xmlns:a16="http://schemas.microsoft.com/office/drawing/2014/main" id="{1984CDF1-DEB6-470A-DB11-1FD4C7479787}"/>
                </a:ext>
              </a:extLst>
            </p:cNvPr>
            <p:cNvSpPr/>
            <p:nvPr/>
          </p:nvSpPr>
          <p:spPr>
            <a:xfrm>
              <a:off x="3398325" y="4102625"/>
              <a:ext cx="95450" cy="76425"/>
            </a:xfrm>
            <a:custGeom>
              <a:avLst/>
              <a:gdLst/>
              <a:ahLst/>
              <a:cxnLst/>
              <a:rect l="l" t="t" r="r" b="b"/>
              <a:pathLst>
                <a:path w="3818" h="3057" extrusionOk="0">
                  <a:moveTo>
                    <a:pt x="1883" y="0"/>
                  </a:moveTo>
                  <a:cubicBezTo>
                    <a:pt x="1393" y="0"/>
                    <a:pt x="916" y="207"/>
                    <a:pt x="594" y="529"/>
                  </a:cubicBezTo>
                  <a:cubicBezTo>
                    <a:pt x="220" y="903"/>
                    <a:pt x="1" y="1341"/>
                    <a:pt x="1" y="1870"/>
                  </a:cubicBezTo>
                  <a:cubicBezTo>
                    <a:pt x="1" y="2308"/>
                    <a:pt x="155" y="2734"/>
                    <a:pt x="426" y="3056"/>
                  </a:cubicBezTo>
                  <a:cubicBezTo>
                    <a:pt x="594" y="2579"/>
                    <a:pt x="968" y="2192"/>
                    <a:pt x="1393" y="2038"/>
                  </a:cubicBezTo>
                  <a:cubicBezTo>
                    <a:pt x="1239" y="1935"/>
                    <a:pt x="1071" y="1664"/>
                    <a:pt x="1071" y="1393"/>
                  </a:cubicBezTo>
                  <a:cubicBezTo>
                    <a:pt x="1071" y="967"/>
                    <a:pt x="1445" y="581"/>
                    <a:pt x="1883" y="581"/>
                  </a:cubicBezTo>
                  <a:cubicBezTo>
                    <a:pt x="2360" y="581"/>
                    <a:pt x="2734" y="967"/>
                    <a:pt x="2734" y="1393"/>
                  </a:cubicBezTo>
                  <a:cubicBezTo>
                    <a:pt x="2734" y="1664"/>
                    <a:pt x="2580" y="1935"/>
                    <a:pt x="2412" y="2038"/>
                  </a:cubicBezTo>
                  <a:cubicBezTo>
                    <a:pt x="2850" y="2192"/>
                    <a:pt x="3224" y="2579"/>
                    <a:pt x="3379" y="3056"/>
                  </a:cubicBezTo>
                  <a:cubicBezTo>
                    <a:pt x="3650" y="2734"/>
                    <a:pt x="3817" y="2308"/>
                    <a:pt x="3817" y="1870"/>
                  </a:cubicBezTo>
                  <a:cubicBezTo>
                    <a:pt x="3817" y="1341"/>
                    <a:pt x="3598" y="903"/>
                    <a:pt x="3224" y="529"/>
                  </a:cubicBezTo>
                  <a:cubicBezTo>
                    <a:pt x="2902" y="207"/>
                    <a:pt x="2412" y="0"/>
                    <a:pt x="1883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2;p32">
              <a:extLst>
                <a:ext uri="{FF2B5EF4-FFF2-40B4-BE49-F238E27FC236}">
                  <a16:creationId xmlns:a16="http://schemas.microsoft.com/office/drawing/2014/main" id="{3D49EB76-1C91-B166-816A-B2E48738AD65}"/>
                </a:ext>
              </a:extLst>
            </p:cNvPr>
            <p:cNvSpPr/>
            <p:nvPr/>
          </p:nvSpPr>
          <p:spPr>
            <a:xfrm>
              <a:off x="3392850" y="4095850"/>
              <a:ext cx="106075" cy="107375"/>
            </a:xfrm>
            <a:custGeom>
              <a:avLst/>
              <a:gdLst/>
              <a:ahLst/>
              <a:cxnLst/>
              <a:rect l="l" t="t" r="r" b="b"/>
              <a:pathLst>
                <a:path w="4243" h="4295" extrusionOk="0">
                  <a:moveTo>
                    <a:pt x="2102" y="1071"/>
                  </a:moveTo>
                  <a:cubicBezTo>
                    <a:pt x="2257" y="1071"/>
                    <a:pt x="2425" y="1122"/>
                    <a:pt x="2528" y="1238"/>
                  </a:cubicBezTo>
                  <a:cubicBezTo>
                    <a:pt x="2631" y="1342"/>
                    <a:pt x="2695" y="1496"/>
                    <a:pt x="2695" y="1664"/>
                  </a:cubicBezTo>
                  <a:cubicBezTo>
                    <a:pt x="2695" y="1819"/>
                    <a:pt x="2631" y="1986"/>
                    <a:pt x="2528" y="2090"/>
                  </a:cubicBezTo>
                  <a:cubicBezTo>
                    <a:pt x="2425" y="2206"/>
                    <a:pt x="2257" y="2257"/>
                    <a:pt x="2102" y="2257"/>
                  </a:cubicBezTo>
                  <a:cubicBezTo>
                    <a:pt x="1935" y="2257"/>
                    <a:pt x="1831" y="2206"/>
                    <a:pt x="1728" y="2090"/>
                  </a:cubicBezTo>
                  <a:cubicBezTo>
                    <a:pt x="1612" y="1986"/>
                    <a:pt x="1561" y="1819"/>
                    <a:pt x="1561" y="1664"/>
                  </a:cubicBezTo>
                  <a:cubicBezTo>
                    <a:pt x="1561" y="1496"/>
                    <a:pt x="1612" y="1342"/>
                    <a:pt x="1728" y="1238"/>
                  </a:cubicBezTo>
                  <a:cubicBezTo>
                    <a:pt x="1831" y="1122"/>
                    <a:pt x="1935" y="1071"/>
                    <a:pt x="2102" y="1071"/>
                  </a:cubicBezTo>
                  <a:close/>
                  <a:moveTo>
                    <a:pt x="2102" y="271"/>
                  </a:moveTo>
                  <a:cubicBezTo>
                    <a:pt x="2631" y="271"/>
                    <a:pt x="3121" y="478"/>
                    <a:pt x="3443" y="800"/>
                  </a:cubicBezTo>
                  <a:cubicBezTo>
                    <a:pt x="3817" y="1174"/>
                    <a:pt x="4036" y="1612"/>
                    <a:pt x="4036" y="2141"/>
                  </a:cubicBezTo>
                  <a:cubicBezTo>
                    <a:pt x="4036" y="2579"/>
                    <a:pt x="3869" y="3005"/>
                    <a:pt x="3598" y="3327"/>
                  </a:cubicBezTo>
                  <a:cubicBezTo>
                    <a:pt x="3443" y="2850"/>
                    <a:pt x="3069" y="2463"/>
                    <a:pt x="2631" y="2309"/>
                  </a:cubicBezTo>
                  <a:cubicBezTo>
                    <a:pt x="2799" y="2206"/>
                    <a:pt x="2953" y="1935"/>
                    <a:pt x="2953" y="1664"/>
                  </a:cubicBezTo>
                  <a:cubicBezTo>
                    <a:pt x="2953" y="1238"/>
                    <a:pt x="2579" y="852"/>
                    <a:pt x="2102" y="852"/>
                  </a:cubicBezTo>
                  <a:cubicBezTo>
                    <a:pt x="1664" y="852"/>
                    <a:pt x="1290" y="1238"/>
                    <a:pt x="1290" y="1664"/>
                  </a:cubicBezTo>
                  <a:cubicBezTo>
                    <a:pt x="1290" y="1935"/>
                    <a:pt x="1458" y="2206"/>
                    <a:pt x="1612" y="2309"/>
                  </a:cubicBezTo>
                  <a:cubicBezTo>
                    <a:pt x="1187" y="2463"/>
                    <a:pt x="813" y="2850"/>
                    <a:pt x="645" y="3327"/>
                  </a:cubicBezTo>
                  <a:cubicBezTo>
                    <a:pt x="374" y="3005"/>
                    <a:pt x="220" y="2579"/>
                    <a:pt x="220" y="2141"/>
                  </a:cubicBezTo>
                  <a:cubicBezTo>
                    <a:pt x="220" y="1612"/>
                    <a:pt x="439" y="1174"/>
                    <a:pt x="813" y="800"/>
                  </a:cubicBezTo>
                  <a:cubicBezTo>
                    <a:pt x="1135" y="478"/>
                    <a:pt x="1612" y="271"/>
                    <a:pt x="2102" y="271"/>
                  </a:cubicBezTo>
                  <a:close/>
                  <a:moveTo>
                    <a:pt x="2102" y="2528"/>
                  </a:moveTo>
                  <a:cubicBezTo>
                    <a:pt x="2747" y="2528"/>
                    <a:pt x="3276" y="2953"/>
                    <a:pt x="3443" y="3547"/>
                  </a:cubicBezTo>
                  <a:cubicBezTo>
                    <a:pt x="3069" y="3869"/>
                    <a:pt x="2631" y="4024"/>
                    <a:pt x="2102" y="4024"/>
                  </a:cubicBezTo>
                  <a:cubicBezTo>
                    <a:pt x="1612" y="4024"/>
                    <a:pt x="1187" y="3869"/>
                    <a:pt x="813" y="3547"/>
                  </a:cubicBezTo>
                  <a:cubicBezTo>
                    <a:pt x="968" y="2953"/>
                    <a:pt x="1509" y="2528"/>
                    <a:pt x="2102" y="2528"/>
                  </a:cubicBezTo>
                  <a:close/>
                  <a:moveTo>
                    <a:pt x="2102" y="1"/>
                  </a:moveTo>
                  <a:cubicBezTo>
                    <a:pt x="916" y="1"/>
                    <a:pt x="0" y="968"/>
                    <a:pt x="0" y="2141"/>
                  </a:cubicBezTo>
                  <a:cubicBezTo>
                    <a:pt x="0" y="2734"/>
                    <a:pt x="220" y="3224"/>
                    <a:pt x="542" y="3598"/>
                  </a:cubicBezTo>
                  <a:lnTo>
                    <a:pt x="594" y="3650"/>
                  </a:lnTo>
                  <a:lnTo>
                    <a:pt x="761" y="3817"/>
                  </a:lnTo>
                  <a:cubicBezTo>
                    <a:pt x="813" y="3869"/>
                    <a:pt x="864" y="3869"/>
                    <a:pt x="916" y="3921"/>
                  </a:cubicBezTo>
                  <a:cubicBezTo>
                    <a:pt x="968" y="3972"/>
                    <a:pt x="1019" y="3972"/>
                    <a:pt x="1084" y="4024"/>
                  </a:cubicBezTo>
                  <a:cubicBezTo>
                    <a:pt x="1135" y="4075"/>
                    <a:pt x="1238" y="4075"/>
                    <a:pt x="1290" y="4140"/>
                  </a:cubicBezTo>
                  <a:cubicBezTo>
                    <a:pt x="1341" y="4140"/>
                    <a:pt x="1406" y="4191"/>
                    <a:pt x="1458" y="4191"/>
                  </a:cubicBezTo>
                  <a:lnTo>
                    <a:pt x="1509" y="4191"/>
                  </a:lnTo>
                  <a:cubicBezTo>
                    <a:pt x="1561" y="4191"/>
                    <a:pt x="1612" y="4243"/>
                    <a:pt x="1664" y="4243"/>
                  </a:cubicBezTo>
                  <a:cubicBezTo>
                    <a:pt x="1728" y="4243"/>
                    <a:pt x="1780" y="4243"/>
                    <a:pt x="1831" y="4294"/>
                  </a:cubicBezTo>
                  <a:lnTo>
                    <a:pt x="2425" y="4294"/>
                  </a:lnTo>
                  <a:cubicBezTo>
                    <a:pt x="2476" y="4243"/>
                    <a:pt x="2528" y="4243"/>
                    <a:pt x="2579" y="4243"/>
                  </a:cubicBezTo>
                  <a:cubicBezTo>
                    <a:pt x="2631" y="4243"/>
                    <a:pt x="2695" y="4191"/>
                    <a:pt x="2747" y="4191"/>
                  </a:cubicBezTo>
                  <a:lnTo>
                    <a:pt x="2799" y="4191"/>
                  </a:lnTo>
                  <a:cubicBezTo>
                    <a:pt x="2850" y="4191"/>
                    <a:pt x="2902" y="4140"/>
                    <a:pt x="2953" y="4140"/>
                  </a:cubicBezTo>
                  <a:cubicBezTo>
                    <a:pt x="3018" y="4075"/>
                    <a:pt x="3121" y="4075"/>
                    <a:pt x="3172" y="4024"/>
                  </a:cubicBezTo>
                  <a:cubicBezTo>
                    <a:pt x="3224" y="3972"/>
                    <a:pt x="3276" y="3972"/>
                    <a:pt x="3340" y="3921"/>
                  </a:cubicBezTo>
                  <a:cubicBezTo>
                    <a:pt x="3392" y="3869"/>
                    <a:pt x="3443" y="3869"/>
                    <a:pt x="3495" y="3817"/>
                  </a:cubicBezTo>
                  <a:lnTo>
                    <a:pt x="3662" y="3650"/>
                  </a:lnTo>
                  <a:lnTo>
                    <a:pt x="3714" y="3598"/>
                  </a:lnTo>
                  <a:cubicBezTo>
                    <a:pt x="4036" y="3224"/>
                    <a:pt x="4243" y="2734"/>
                    <a:pt x="4243" y="2141"/>
                  </a:cubicBezTo>
                  <a:cubicBezTo>
                    <a:pt x="4243" y="968"/>
                    <a:pt x="3276" y="1"/>
                    <a:pt x="210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3;p32">
              <a:extLst>
                <a:ext uri="{FF2B5EF4-FFF2-40B4-BE49-F238E27FC236}">
                  <a16:creationId xmlns:a16="http://schemas.microsoft.com/office/drawing/2014/main" id="{71AB1CC7-DF8B-37DE-88D7-E596FD6E6A45}"/>
                </a:ext>
              </a:extLst>
            </p:cNvPr>
            <p:cNvSpPr/>
            <p:nvPr/>
          </p:nvSpPr>
          <p:spPr>
            <a:xfrm>
              <a:off x="3324500" y="42638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29" y="1"/>
                  </a:moveTo>
                  <a:lnTo>
                    <a:pt x="529" y="478"/>
                  </a:lnTo>
                  <a:cubicBezTo>
                    <a:pt x="529" y="581"/>
                    <a:pt x="478" y="645"/>
                    <a:pt x="426" y="645"/>
                  </a:cubicBezTo>
                  <a:lnTo>
                    <a:pt x="1" y="968"/>
                  </a:lnTo>
                  <a:lnTo>
                    <a:pt x="478" y="1122"/>
                  </a:lnTo>
                  <a:cubicBezTo>
                    <a:pt x="529" y="1122"/>
                    <a:pt x="594" y="1174"/>
                    <a:pt x="594" y="1226"/>
                  </a:cubicBezTo>
                  <a:lnTo>
                    <a:pt x="749" y="1716"/>
                  </a:lnTo>
                  <a:lnTo>
                    <a:pt x="1019" y="1342"/>
                  </a:lnTo>
                  <a:cubicBezTo>
                    <a:pt x="1071" y="1290"/>
                    <a:pt x="1123" y="1226"/>
                    <a:pt x="1174" y="1226"/>
                  </a:cubicBezTo>
                  <a:lnTo>
                    <a:pt x="1716" y="1226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5"/>
                  </a:lnTo>
                  <a:lnTo>
                    <a:pt x="1561" y="207"/>
                  </a:lnTo>
                  <a:lnTo>
                    <a:pt x="1071" y="323"/>
                  </a:lnTo>
                  <a:cubicBezTo>
                    <a:pt x="1071" y="375"/>
                    <a:pt x="1071" y="375"/>
                    <a:pt x="1019" y="375"/>
                  </a:cubicBezTo>
                  <a:cubicBezTo>
                    <a:pt x="968" y="375"/>
                    <a:pt x="968" y="323"/>
                    <a:pt x="916" y="323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4;p32">
              <a:extLst>
                <a:ext uri="{FF2B5EF4-FFF2-40B4-BE49-F238E27FC236}">
                  <a16:creationId xmlns:a16="http://schemas.microsoft.com/office/drawing/2014/main" id="{F0D52CE7-7157-D24F-D6E4-CA3E50771CBC}"/>
                </a:ext>
              </a:extLst>
            </p:cNvPr>
            <p:cNvSpPr/>
            <p:nvPr/>
          </p:nvSpPr>
          <p:spPr>
            <a:xfrm>
              <a:off x="3316450" y="4257025"/>
              <a:ext cx="57725" cy="57725"/>
            </a:xfrm>
            <a:custGeom>
              <a:avLst/>
              <a:gdLst/>
              <a:ahLst/>
              <a:cxnLst/>
              <a:rect l="l" t="t" r="r" b="b"/>
              <a:pathLst>
                <a:path w="2309" h="2309" extrusionOk="0">
                  <a:moveTo>
                    <a:pt x="851" y="272"/>
                  </a:moveTo>
                  <a:lnTo>
                    <a:pt x="1238" y="594"/>
                  </a:lnTo>
                  <a:cubicBezTo>
                    <a:pt x="1290" y="594"/>
                    <a:pt x="1290" y="646"/>
                    <a:pt x="1341" y="646"/>
                  </a:cubicBezTo>
                  <a:cubicBezTo>
                    <a:pt x="1393" y="646"/>
                    <a:pt x="1393" y="646"/>
                    <a:pt x="1393" y="594"/>
                  </a:cubicBezTo>
                  <a:lnTo>
                    <a:pt x="1883" y="478"/>
                  </a:lnTo>
                  <a:lnTo>
                    <a:pt x="1715" y="916"/>
                  </a:lnTo>
                  <a:lnTo>
                    <a:pt x="1715" y="1020"/>
                  </a:lnTo>
                  <a:lnTo>
                    <a:pt x="1715" y="1123"/>
                  </a:lnTo>
                  <a:lnTo>
                    <a:pt x="2038" y="1497"/>
                  </a:lnTo>
                  <a:lnTo>
                    <a:pt x="1496" y="1497"/>
                  </a:lnTo>
                  <a:cubicBezTo>
                    <a:pt x="1445" y="1497"/>
                    <a:pt x="1393" y="1561"/>
                    <a:pt x="1341" y="1613"/>
                  </a:cubicBezTo>
                  <a:lnTo>
                    <a:pt x="1071" y="1987"/>
                  </a:lnTo>
                  <a:lnTo>
                    <a:pt x="916" y="1497"/>
                  </a:lnTo>
                  <a:cubicBezTo>
                    <a:pt x="916" y="1445"/>
                    <a:pt x="851" y="1393"/>
                    <a:pt x="800" y="1393"/>
                  </a:cubicBezTo>
                  <a:lnTo>
                    <a:pt x="323" y="1239"/>
                  </a:lnTo>
                  <a:lnTo>
                    <a:pt x="748" y="916"/>
                  </a:lnTo>
                  <a:cubicBezTo>
                    <a:pt x="800" y="916"/>
                    <a:pt x="851" y="852"/>
                    <a:pt x="851" y="749"/>
                  </a:cubicBezTo>
                  <a:lnTo>
                    <a:pt x="851" y="272"/>
                  </a:lnTo>
                  <a:close/>
                  <a:moveTo>
                    <a:pt x="800" y="1"/>
                  </a:moveTo>
                  <a:cubicBezTo>
                    <a:pt x="748" y="1"/>
                    <a:pt x="697" y="1"/>
                    <a:pt x="645" y="52"/>
                  </a:cubicBezTo>
                  <a:cubicBezTo>
                    <a:pt x="645" y="52"/>
                    <a:pt x="594" y="104"/>
                    <a:pt x="594" y="156"/>
                  </a:cubicBezTo>
                  <a:lnTo>
                    <a:pt x="594" y="749"/>
                  </a:lnTo>
                  <a:lnTo>
                    <a:pt x="104" y="1071"/>
                  </a:lnTo>
                  <a:cubicBezTo>
                    <a:pt x="52" y="1123"/>
                    <a:pt x="0" y="1174"/>
                    <a:pt x="0" y="1239"/>
                  </a:cubicBezTo>
                  <a:cubicBezTo>
                    <a:pt x="0" y="1290"/>
                    <a:pt x="52" y="1290"/>
                    <a:pt x="52" y="1342"/>
                  </a:cubicBezTo>
                  <a:cubicBezTo>
                    <a:pt x="104" y="1393"/>
                    <a:pt x="104" y="1393"/>
                    <a:pt x="155" y="1393"/>
                  </a:cubicBezTo>
                  <a:lnTo>
                    <a:pt x="697" y="1613"/>
                  </a:lnTo>
                  <a:lnTo>
                    <a:pt x="851" y="2141"/>
                  </a:lnTo>
                  <a:cubicBezTo>
                    <a:pt x="851" y="2206"/>
                    <a:pt x="916" y="2257"/>
                    <a:pt x="916" y="2257"/>
                  </a:cubicBezTo>
                  <a:cubicBezTo>
                    <a:pt x="967" y="2309"/>
                    <a:pt x="1019" y="2309"/>
                    <a:pt x="1071" y="2309"/>
                  </a:cubicBezTo>
                  <a:cubicBezTo>
                    <a:pt x="1122" y="2309"/>
                    <a:pt x="1174" y="2257"/>
                    <a:pt x="1174" y="2206"/>
                  </a:cubicBezTo>
                  <a:lnTo>
                    <a:pt x="1561" y="1767"/>
                  </a:lnTo>
                  <a:lnTo>
                    <a:pt x="2141" y="1767"/>
                  </a:lnTo>
                  <a:cubicBezTo>
                    <a:pt x="2205" y="1767"/>
                    <a:pt x="2257" y="1767"/>
                    <a:pt x="2257" y="1716"/>
                  </a:cubicBezTo>
                  <a:cubicBezTo>
                    <a:pt x="2309" y="1664"/>
                    <a:pt x="2309" y="1613"/>
                    <a:pt x="2309" y="1561"/>
                  </a:cubicBezTo>
                  <a:lnTo>
                    <a:pt x="2309" y="1445"/>
                  </a:lnTo>
                  <a:lnTo>
                    <a:pt x="1986" y="1020"/>
                  </a:lnTo>
                  <a:lnTo>
                    <a:pt x="2141" y="478"/>
                  </a:lnTo>
                  <a:lnTo>
                    <a:pt x="2141" y="375"/>
                  </a:lnTo>
                  <a:cubicBezTo>
                    <a:pt x="2141" y="272"/>
                    <a:pt x="2089" y="207"/>
                    <a:pt x="1986" y="207"/>
                  </a:cubicBezTo>
                  <a:lnTo>
                    <a:pt x="1935" y="207"/>
                  </a:lnTo>
                  <a:lnTo>
                    <a:pt x="1341" y="375"/>
                  </a:lnTo>
                  <a:lnTo>
                    <a:pt x="916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5;p32">
              <a:extLst>
                <a:ext uri="{FF2B5EF4-FFF2-40B4-BE49-F238E27FC236}">
                  <a16:creationId xmlns:a16="http://schemas.microsoft.com/office/drawing/2014/main" id="{02F03106-F42B-1F14-9113-809FFF530C53}"/>
                </a:ext>
              </a:extLst>
            </p:cNvPr>
            <p:cNvSpPr/>
            <p:nvPr/>
          </p:nvSpPr>
          <p:spPr>
            <a:xfrm>
              <a:off x="3552750" y="4463675"/>
              <a:ext cx="41600" cy="43225"/>
            </a:xfrm>
            <a:custGeom>
              <a:avLst/>
              <a:gdLst/>
              <a:ahLst/>
              <a:cxnLst/>
              <a:rect l="l" t="t" r="r" b="b"/>
              <a:pathLst>
                <a:path w="1664" h="1729" extrusionOk="0">
                  <a:moveTo>
                    <a:pt x="490" y="0"/>
                  </a:moveTo>
                  <a:lnTo>
                    <a:pt x="490" y="490"/>
                  </a:lnTo>
                  <a:cubicBezTo>
                    <a:pt x="490" y="542"/>
                    <a:pt x="426" y="593"/>
                    <a:pt x="374" y="645"/>
                  </a:cubicBezTo>
                  <a:lnTo>
                    <a:pt x="0" y="916"/>
                  </a:lnTo>
                  <a:lnTo>
                    <a:pt x="490" y="1083"/>
                  </a:lnTo>
                  <a:cubicBezTo>
                    <a:pt x="542" y="1135"/>
                    <a:pt x="593" y="1187"/>
                    <a:pt x="593" y="1238"/>
                  </a:cubicBezTo>
                  <a:lnTo>
                    <a:pt x="696" y="1728"/>
                  </a:lnTo>
                  <a:lnTo>
                    <a:pt x="1019" y="1290"/>
                  </a:lnTo>
                  <a:cubicBezTo>
                    <a:pt x="1070" y="1238"/>
                    <a:pt x="1135" y="1238"/>
                    <a:pt x="1186" y="1238"/>
                  </a:cubicBezTo>
                  <a:lnTo>
                    <a:pt x="1664" y="1238"/>
                  </a:lnTo>
                  <a:lnTo>
                    <a:pt x="1393" y="864"/>
                  </a:lnTo>
                  <a:cubicBezTo>
                    <a:pt x="1393" y="813"/>
                    <a:pt x="1341" y="761"/>
                    <a:pt x="1341" y="710"/>
                  </a:cubicBezTo>
                  <a:lnTo>
                    <a:pt x="1393" y="645"/>
                  </a:lnTo>
                  <a:lnTo>
                    <a:pt x="1560" y="168"/>
                  </a:lnTo>
                  <a:lnTo>
                    <a:pt x="1070" y="323"/>
                  </a:lnTo>
                  <a:lnTo>
                    <a:pt x="916" y="323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6;p32">
              <a:extLst>
                <a:ext uri="{FF2B5EF4-FFF2-40B4-BE49-F238E27FC236}">
                  <a16:creationId xmlns:a16="http://schemas.microsoft.com/office/drawing/2014/main" id="{373ADD18-72FD-FCCA-53BC-645C908D8A01}"/>
                </a:ext>
              </a:extLst>
            </p:cNvPr>
            <p:cNvSpPr/>
            <p:nvPr/>
          </p:nvSpPr>
          <p:spPr>
            <a:xfrm>
              <a:off x="3544675" y="4455600"/>
              <a:ext cx="57725" cy="58600"/>
            </a:xfrm>
            <a:custGeom>
              <a:avLst/>
              <a:gdLst/>
              <a:ahLst/>
              <a:cxnLst/>
              <a:rect l="l" t="t" r="r" b="b"/>
              <a:pathLst>
                <a:path w="2309" h="2344" extrusionOk="0">
                  <a:moveTo>
                    <a:pt x="813" y="323"/>
                  </a:moveTo>
                  <a:lnTo>
                    <a:pt x="1239" y="646"/>
                  </a:lnTo>
                  <a:lnTo>
                    <a:pt x="1393" y="646"/>
                  </a:lnTo>
                  <a:lnTo>
                    <a:pt x="1883" y="491"/>
                  </a:lnTo>
                  <a:lnTo>
                    <a:pt x="1716" y="968"/>
                  </a:lnTo>
                  <a:lnTo>
                    <a:pt x="1664" y="1033"/>
                  </a:lnTo>
                  <a:cubicBezTo>
                    <a:pt x="1664" y="1084"/>
                    <a:pt x="1716" y="1136"/>
                    <a:pt x="1716" y="1187"/>
                  </a:cubicBezTo>
                  <a:lnTo>
                    <a:pt x="1987" y="1561"/>
                  </a:lnTo>
                  <a:lnTo>
                    <a:pt x="1509" y="1561"/>
                  </a:lnTo>
                  <a:cubicBezTo>
                    <a:pt x="1458" y="1561"/>
                    <a:pt x="1393" y="1561"/>
                    <a:pt x="1342" y="1613"/>
                  </a:cubicBezTo>
                  <a:lnTo>
                    <a:pt x="1019" y="2051"/>
                  </a:lnTo>
                  <a:lnTo>
                    <a:pt x="916" y="1561"/>
                  </a:lnTo>
                  <a:cubicBezTo>
                    <a:pt x="916" y="1510"/>
                    <a:pt x="865" y="1458"/>
                    <a:pt x="813" y="1406"/>
                  </a:cubicBezTo>
                  <a:lnTo>
                    <a:pt x="323" y="1239"/>
                  </a:lnTo>
                  <a:lnTo>
                    <a:pt x="697" y="968"/>
                  </a:lnTo>
                  <a:cubicBezTo>
                    <a:pt x="749" y="916"/>
                    <a:pt x="813" y="865"/>
                    <a:pt x="813" y="813"/>
                  </a:cubicBezTo>
                  <a:lnTo>
                    <a:pt x="813" y="323"/>
                  </a:lnTo>
                  <a:close/>
                  <a:moveTo>
                    <a:pt x="749" y="1"/>
                  </a:moveTo>
                  <a:cubicBezTo>
                    <a:pt x="697" y="1"/>
                    <a:pt x="645" y="65"/>
                    <a:pt x="645" y="65"/>
                  </a:cubicBezTo>
                  <a:cubicBezTo>
                    <a:pt x="594" y="117"/>
                    <a:pt x="594" y="169"/>
                    <a:pt x="594" y="220"/>
                  </a:cubicBezTo>
                  <a:lnTo>
                    <a:pt x="542" y="813"/>
                  </a:lnTo>
                  <a:lnTo>
                    <a:pt x="104" y="1136"/>
                  </a:lnTo>
                  <a:cubicBezTo>
                    <a:pt x="1" y="1136"/>
                    <a:pt x="1" y="1187"/>
                    <a:pt x="1" y="1290"/>
                  </a:cubicBezTo>
                  <a:cubicBezTo>
                    <a:pt x="1" y="1290"/>
                    <a:pt x="1" y="1355"/>
                    <a:pt x="52" y="1406"/>
                  </a:cubicBezTo>
                  <a:lnTo>
                    <a:pt x="104" y="1458"/>
                  </a:lnTo>
                  <a:lnTo>
                    <a:pt x="697" y="1677"/>
                  </a:lnTo>
                  <a:lnTo>
                    <a:pt x="865" y="2206"/>
                  </a:lnTo>
                  <a:cubicBezTo>
                    <a:pt x="865" y="2257"/>
                    <a:pt x="865" y="2257"/>
                    <a:pt x="916" y="2322"/>
                  </a:cubicBezTo>
                  <a:lnTo>
                    <a:pt x="1019" y="2322"/>
                  </a:lnTo>
                  <a:cubicBezTo>
                    <a:pt x="1034" y="2337"/>
                    <a:pt x="1050" y="2343"/>
                    <a:pt x="1066" y="2343"/>
                  </a:cubicBezTo>
                  <a:cubicBezTo>
                    <a:pt x="1107" y="2343"/>
                    <a:pt x="1150" y="2304"/>
                    <a:pt x="1187" y="2257"/>
                  </a:cubicBezTo>
                  <a:lnTo>
                    <a:pt x="1509" y="1780"/>
                  </a:lnTo>
                  <a:lnTo>
                    <a:pt x="2103" y="1832"/>
                  </a:lnTo>
                  <a:cubicBezTo>
                    <a:pt x="2154" y="1832"/>
                    <a:pt x="2206" y="1780"/>
                    <a:pt x="2257" y="1780"/>
                  </a:cubicBezTo>
                  <a:cubicBezTo>
                    <a:pt x="2309" y="1729"/>
                    <a:pt x="2309" y="1677"/>
                    <a:pt x="2309" y="1613"/>
                  </a:cubicBezTo>
                  <a:cubicBezTo>
                    <a:pt x="2309" y="1561"/>
                    <a:pt x="2309" y="1561"/>
                    <a:pt x="2257" y="1510"/>
                  </a:cubicBezTo>
                  <a:lnTo>
                    <a:pt x="1935" y="1033"/>
                  </a:lnTo>
                  <a:lnTo>
                    <a:pt x="2154" y="491"/>
                  </a:lnTo>
                  <a:lnTo>
                    <a:pt x="2154" y="439"/>
                  </a:lnTo>
                  <a:cubicBezTo>
                    <a:pt x="2154" y="323"/>
                    <a:pt x="2038" y="220"/>
                    <a:pt x="1935" y="220"/>
                  </a:cubicBezTo>
                  <a:lnTo>
                    <a:pt x="1883" y="220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65" y="65"/>
                    <a:pt x="813" y="1"/>
                    <a:pt x="74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;p32">
              <a:extLst>
                <a:ext uri="{FF2B5EF4-FFF2-40B4-BE49-F238E27FC236}">
                  <a16:creationId xmlns:a16="http://schemas.microsoft.com/office/drawing/2014/main" id="{BF1DEC7C-B45E-A7EA-CE42-7F283E086E12}"/>
                </a:ext>
              </a:extLst>
            </p:cNvPr>
            <p:cNvSpPr/>
            <p:nvPr/>
          </p:nvSpPr>
          <p:spPr>
            <a:xfrm>
              <a:off x="4146525" y="4092950"/>
              <a:ext cx="41625" cy="43225"/>
            </a:xfrm>
            <a:custGeom>
              <a:avLst/>
              <a:gdLst/>
              <a:ahLst/>
              <a:cxnLst/>
              <a:rect l="l" t="t" r="r" b="b"/>
              <a:pathLst>
                <a:path w="1665" h="1729" extrusionOk="0">
                  <a:moveTo>
                    <a:pt x="478" y="1"/>
                  </a:moveTo>
                  <a:lnTo>
                    <a:pt x="478" y="491"/>
                  </a:lnTo>
                  <a:cubicBezTo>
                    <a:pt x="478" y="594"/>
                    <a:pt x="426" y="645"/>
                    <a:pt x="426" y="645"/>
                  </a:cubicBezTo>
                  <a:lnTo>
                    <a:pt x="1" y="968"/>
                  </a:lnTo>
                  <a:lnTo>
                    <a:pt x="478" y="1135"/>
                  </a:lnTo>
                  <a:cubicBezTo>
                    <a:pt x="530" y="1135"/>
                    <a:pt x="594" y="1187"/>
                    <a:pt x="594" y="1238"/>
                  </a:cubicBezTo>
                  <a:lnTo>
                    <a:pt x="697" y="1728"/>
                  </a:lnTo>
                  <a:lnTo>
                    <a:pt x="1020" y="1290"/>
                  </a:lnTo>
                  <a:cubicBezTo>
                    <a:pt x="1071" y="1290"/>
                    <a:pt x="1123" y="1238"/>
                    <a:pt x="1174" y="1238"/>
                  </a:cubicBezTo>
                  <a:lnTo>
                    <a:pt x="1664" y="1238"/>
                  </a:lnTo>
                  <a:lnTo>
                    <a:pt x="1394" y="864"/>
                  </a:lnTo>
                  <a:cubicBezTo>
                    <a:pt x="1394" y="813"/>
                    <a:pt x="1342" y="761"/>
                    <a:pt x="1342" y="761"/>
                  </a:cubicBezTo>
                  <a:cubicBezTo>
                    <a:pt x="1342" y="710"/>
                    <a:pt x="1342" y="710"/>
                    <a:pt x="1394" y="645"/>
                  </a:cubicBezTo>
                  <a:lnTo>
                    <a:pt x="1561" y="220"/>
                  </a:lnTo>
                  <a:lnTo>
                    <a:pt x="1071" y="323"/>
                  </a:lnTo>
                  <a:lnTo>
                    <a:pt x="1020" y="387"/>
                  </a:lnTo>
                  <a:cubicBezTo>
                    <a:pt x="968" y="387"/>
                    <a:pt x="916" y="323"/>
                    <a:pt x="916" y="323"/>
                  </a:cubicBezTo>
                  <a:lnTo>
                    <a:pt x="47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8;p32">
              <a:extLst>
                <a:ext uri="{FF2B5EF4-FFF2-40B4-BE49-F238E27FC236}">
                  <a16:creationId xmlns:a16="http://schemas.microsoft.com/office/drawing/2014/main" id="{73DA908E-4ED8-2183-990B-34BAE1FB3B2E}"/>
                </a:ext>
              </a:extLst>
            </p:cNvPr>
            <p:cNvSpPr/>
            <p:nvPr/>
          </p:nvSpPr>
          <p:spPr>
            <a:xfrm>
              <a:off x="4138475" y="4084900"/>
              <a:ext cx="57725" cy="59325"/>
            </a:xfrm>
            <a:custGeom>
              <a:avLst/>
              <a:gdLst/>
              <a:ahLst/>
              <a:cxnLst/>
              <a:rect l="l" t="t" r="r" b="b"/>
              <a:pathLst>
                <a:path w="2309" h="2373" extrusionOk="0">
                  <a:moveTo>
                    <a:pt x="800" y="323"/>
                  </a:moveTo>
                  <a:lnTo>
                    <a:pt x="1238" y="645"/>
                  </a:lnTo>
                  <a:cubicBezTo>
                    <a:pt x="1238" y="645"/>
                    <a:pt x="1290" y="709"/>
                    <a:pt x="1342" y="709"/>
                  </a:cubicBezTo>
                  <a:lnTo>
                    <a:pt x="1393" y="645"/>
                  </a:lnTo>
                  <a:lnTo>
                    <a:pt x="1883" y="542"/>
                  </a:lnTo>
                  <a:lnTo>
                    <a:pt x="1716" y="967"/>
                  </a:lnTo>
                  <a:cubicBezTo>
                    <a:pt x="1664" y="1032"/>
                    <a:pt x="1664" y="1032"/>
                    <a:pt x="1664" y="1083"/>
                  </a:cubicBezTo>
                  <a:cubicBezTo>
                    <a:pt x="1664" y="1083"/>
                    <a:pt x="1716" y="1135"/>
                    <a:pt x="1716" y="1186"/>
                  </a:cubicBezTo>
                  <a:lnTo>
                    <a:pt x="1986" y="1560"/>
                  </a:lnTo>
                  <a:lnTo>
                    <a:pt x="1496" y="1560"/>
                  </a:lnTo>
                  <a:cubicBezTo>
                    <a:pt x="1445" y="1560"/>
                    <a:pt x="1393" y="1612"/>
                    <a:pt x="1342" y="1612"/>
                  </a:cubicBezTo>
                  <a:lnTo>
                    <a:pt x="1019" y="2050"/>
                  </a:lnTo>
                  <a:lnTo>
                    <a:pt x="916" y="1560"/>
                  </a:lnTo>
                  <a:cubicBezTo>
                    <a:pt x="916" y="1509"/>
                    <a:pt x="852" y="1457"/>
                    <a:pt x="800" y="1457"/>
                  </a:cubicBezTo>
                  <a:lnTo>
                    <a:pt x="323" y="1290"/>
                  </a:lnTo>
                  <a:lnTo>
                    <a:pt x="748" y="967"/>
                  </a:lnTo>
                  <a:cubicBezTo>
                    <a:pt x="748" y="967"/>
                    <a:pt x="800" y="916"/>
                    <a:pt x="800" y="813"/>
                  </a:cubicBezTo>
                  <a:lnTo>
                    <a:pt x="800" y="323"/>
                  </a:lnTo>
                  <a:close/>
                  <a:moveTo>
                    <a:pt x="748" y="0"/>
                  </a:moveTo>
                  <a:cubicBezTo>
                    <a:pt x="697" y="0"/>
                    <a:pt x="697" y="65"/>
                    <a:pt x="645" y="65"/>
                  </a:cubicBezTo>
                  <a:cubicBezTo>
                    <a:pt x="594" y="116"/>
                    <a:pt x="594" y="168"/>
                    <a:pt x="594" y="219"/>
                  </a:cubicBezTo>
                  <a:lnTo>
                    <a:pt x="594" y="813"/>
                  </a:lnTo>
                  <a:lnTo>
                    <a:pt x="104" y="1135"/>
                  </a:lnTo>
                  <a:cubicBezTo>
                    <a:pt x="52" y="1135"/>
                    <a:pt x="1" y="1238"/>
                    <a:pt x="1" y="1290"/>
                  </a:cubicBezTo>
                  <a:cubicBezTo>
                    <a:pt x="1" y="1354"/>
                    <a:pt x="1" y="1354"/>
                    <a:pt x="52" y="1406"/>
                  </a:cubicBezTo>
                  <a:lnTo>
                    <a:pt x="104" y="1457"/>
                  </a:lnTo>
                  <a:lnTo>
                    <a:pt x="697" y="1676"/>
                  </a:lnTo>
                  <a:lnTo>
                    <a:pt x="852" y="2205"/>
                  </a:lnTo>
                  <a:cubicBezTo>
                    <a:pt x="852" y="2257"/>
                    <a:pt x="852" y="2321"/>
                    <a:pt x="916" y="2321"/>
                  </a:cubicBezTo>
                  <a:cubicBezTo>
                    <a:pt x="968" y="2321"/>
                    <a:pt x="968" y="2373"/>
                    <a:pt x="1019" y="2373"/>
                  </a:cubicBezTo>
                  <a:cubicBezTo>
                    <a:pt x="1071" y="2373"/>
                    <a:pt x="1122" y="2321"/>
                    <a:pt x="1174" y="2257"/>
                  </a:cubicBezTo>
                  <a:lnTo>
                    <a:pt x="1496" y="1831"/>
                  </a:lnTo>
                  <a:lnTo>
                    <a:pt x="2090" y="1831"/>
                  </a:lnTo>
                  <a:cubicBezTo>
                    <a:pt x="2141" y="1831"/>
                    <a:pt x="2206" y="1831"/>
                    <a:pt x="2257" y="1780"/>
                  </a:cubicBezTo>
                  <a:cubicBezTo>
                    <a:pt x="2309" y="1728"/>
                    <a:pt x="2309" y="1676"/>
                    <a:pt x="2309" y="1612"/>
                  </a:cubicBezTo>
                  <a:cubicBezTo>
                    <a:pt x="2309" y="1612"/>
                    <a:pt x="2309" y="1560"/>
                    <a:pt x="2257" y="1509"/>
                  </a:cubicBezTo>
                  <a:lnTo>
                    <a:pt x="1935" y="1032"/>
                  </a:lnTo>
                  <a:lnTo>
                    <a:pt x="2141" y="490"/>
                  </a:lnTo>
                  <a:lnTo>
                    <a:pt x="2141" y="439"/>
                  </a:lnTo>
                  <a:cubicBezTo>
                    <a:pt x="2141" y="323"/>
                    <a:pt x="2038" y="271"/>
                    <a:pt x="1935" y="271"/>
                  </a:cubicBezTo>
                  <a:lnTo>
                    <a:pt x="1883" y="271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52" y="65"/>
                    <a:pt x="800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9;p32">
              <a:extLst>
                <a:ext uri="{FF2B5EF4-FFF2-40B4-BE49-F238E27FC236}">
                  <a16:creationId xmlns:a16="http://schemas.microsoft.com/office/drawing/2014/main" id="{02674ACA-AF09-2878-7EC5-D0760FB825F7}"/>
                </a:ext>
              </a:extLst>
            </p:cNvPr>
            <p:cNvSpPr/>
            <p:nvPr/>
          </p:nvSpPr>
          <p:spPr>
            <a:xfrm>
              <a:off x="4181350" y="410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90;p32">
              <a:extLst>
                <a:ext uri="{FF2B5EF4-FFF2-40B4-BE49-F238E27FC236}">
                  <a16:creationId xmlns:a16="http://schemas.microsoft.com/office/drawing/2014/main" id="{8C7FD373-0D2A-7095-B164-7FF03D94C147}"/>
                </a:ext>
              </a:extLst>
            </p:cNvPr>
            <p:cNvSpPr/>
            <p:nvPr/>
          </p:nvSpPr>
          <p:spPr>
            <a:xfrm>
              <a:off x="4172000" y="4125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91;p32">
              <a:extLst>
                <a:ext uri="{FF2B5EF4-FFF2-40B4-BE49-F238E27FC236}">
                  <a16:creationId xmlns:a16="http://schemas.microsoft.com/office/drawing/2014/main" id="{9F6B2441-73D6-2BB7-C6B8-845141DDCAE8}"/>
                </a:ext>
              </a:extLst>
            </p:cNvPr>
            <p:cNvSpPr/>
            <p:nvPr/>
          </p:nvSpPr>
          <p:spPr>
            <a:xfrm>
              <a:off x="3427975" y="47580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30" y="0"/>
                  </a:moveTo>
                  <a:lnTo>
                    <a:pt x="530" y="477"/>
                  </a:lnTo>
                  <a:cubicBezTo>
                    <a:pt x="530" y="542"/>
                    <a:pt x="478" y="645"/>
                    <a:pt x="426" y="645"/>
                  </a:cubicBezTo>
                  <a:lnTo>
                    <a:pt x="1" y="916"/>
                  </a:lnTo>
                  <a:lnTo>
                    <a:pt x="478" y="1070"/>
                  </a:lnTo>
                  <a:cubicBezTo>
                    <a:pt x="530" y="1122"/>
                    <a:pt x="581" y="1186"/>
                    <a:pt x="581" y="1238"/>
                  </a:cubicBezTo>
                  <a:lnTo>
                    <a:pt x="749" y="1715"/>
                  </a:lnTo>
                  <a:lnTo>
                    <a:pt x="1071" y="1290"/>
                  </a:lnTo>
                  <a:cubicBezTo>
                    <a:pt x="1071" y="1238"/>
                    <a:pt x="1123" y="1238"/>
                    <a:pt x="1226" y="1238"/>
                  </a:cubicBezTo>
                  <a:lnTo>
                    <a:pt x="1716" y="1238"/>
                  </a:lnTo>
                  <a:lnTo>
                    <a:pt x="1445" y="864"/>
                  </a:lnTo>
                  <a:cubicBezTo>
                    <a:pt x="1394" y="800"/>
                    <a:pt x="1394" y="748"/>
                    <a:pt x="1394" y="748"/>
                  </a:cubicBezTo>
                  <a:lnTo>
                    <a:pt x="1394" y="645"/>
                  </a:lnTo>
                  <a:lnTo>
                    <a:pt x="1548" y="219"/>
                  </a:lnTo>
                  <a:lnTo>
                    <a:pt x="1548" y="219"/>
                  </a:lnTo>
                  <a:lnTo>
                    <a:pt x="1071" y="322"/>
                  </a:lnTo>
                  <a:lnTo>
                    <a:pt x="904" y="322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92;p32">
              <a:extLst>
                <a:ext uri="{FF2B5EF4-FFF2-40B4-BE49-F238E27FC236}">
                  <a16:creationId xmlns:a16="http://schemas.microsoft.com/office/drawing/2014/main" id="{BAA7FD87-7218-D816-3676-C23369E0D3CC}"/>
                </a:ext>
              </a:extLst>
            </p:cNvPr>
            <p:cNvSpPr/>
            <p:nvPr/>
          </p:nvSpPr>
          <p:spPr>
            <a:xfrm>
              <a:off x="3421225" y="4749925"/>
              <a:ext cx="56425" cy="59025"/>
            </a:xfrm>
            <a:custGeom>
              <a:avLst/>
              <a:gdLst/>
              <a:ahLst/>
              <a:cxnLst/>
              <a:rect l="l" t="t" r="r" b="b"/>
              <a:pathLst>
                <a:path w="2257" h="2361" extrusionOk="0">
                  <a:moveTo>
                    <a:pt x="800" y="323"/>
                  </a:moveTo>
                  <a:lnTo>
                    <a:pt x="1174" y="645"/>
                  </a:lnTo>
                  <a:lnTo>
                    <a:pt x="1341" y="645"/>
                  </a:lnTo>
                  <a:lnTo>
                    <a:pt x="1818" y="542"/>
                  </a:lnTo>
                  <a:lnTo>
                    <a:pt x="1818" y="542"/>
                  </a:lnTo>
                  <a:lnTo>
                    <a:pt x="1664" y="968"/>
                  </a:lnTo>
                  <a:lnTo>
                    <a:pt x="1664" y="1071"/>
                  </a:lnTo>
                  <a:cubicBezTo>
                    <a:pt x="1664" y="1071"/>
                    <a:pt x="1664" y="1123"/>
                    <a:pt x="1715" y="1187"/>
                  </a:cubicBezTo>
                  <a:lnTo>
                    <a:pt x="1986" y="1561"/>
                  </a:lnTo>
                  <a:lnTo>
                    <a:pt x="1496" y="1561"/>
                  </a:lnTo>
                  <a:cubicBezTo>
                    <a:pt x="1393" y="1561"/>
                    <a:pt x="1341" y="1561"/>
                    <a:pt x="1341" y="1613"/>
                  </a:cubicBezTo>
                  <a:lnTo>
                    <a:pt x="1019" y="2038"/>
                  </a:lnTo>
                  <a:lnTo>
                    <a:pt x="851" y="1561"/>
                  </a:lnTo>
                  <a:cubicBezTo>
                    <a:pt x="851" y="1509"/>
                    <a:pt x="800" y="1445"/>
                    <a:pt x="748" y="1393"/>
                  </a:cubicBezTo>
                  <a:lnTo>
                    <a:pt x="271" y="1239"/>
                  </a:lnTo>
                  <a:lnTo>
                    <a:pt x="696" y="968"/>
                  </a:lnTo>
                  <a:cubicBezTo>
                    <a:pt x="748" y="968"/>
                    <a:pt x="800" y="865"/>
                    <a:pt x="800" y="800"/>
                  </a:cubicBezTo>
                  <a:lnTo>
                    <a:pt x="800" y="323"/>
                  </a:lnTo>
                  <a:close/>
                  <a:moveTo>
                    <a:pt x="748" y="1"/>
                  </a:moveTo>
                  <a:cubicBezTo>
                    <a:pt x="696" y="1"/>
                    <a:pt x="645" y="52"/>
                    <a:pt x="593" y="52"/>
                  </a:cubicBezTo>
                  <a:cubicBezTo>
                    <a:pt x="593" y="104"/>
                    <a:pt x="529" y="155"/>
                    <a:pt x="529" y="220"/>
                  </a:cubicBezTo>
                  <a:lnTo>
                    <a:pt x="529" y="800"/>
                  </a:lnTo>
                  <a:lnTo>
                    <a:pt x="52" y="1123"/>
                  </a:lnTo>
                  <a:cubicBezTo>
                    <a:pt x="0" y="1123"/>
                    <a:pt x="0" y="1239"/>
                    <a:pt x="0" y="1290"/>
                  </a:cubicBezTo>
                  <a:lnTo>
                    <a:pt x="0" y="1393"/>
                  </a:lnTo>
                  <a:cubicBezTo>
                    <a:pt x="52" y="1393"/>
                    <a:pt x="52" y="1445"/>
                    <a:pt x="103" y="1445"/>
                  </a:cubicBezTo>
                  <a:lnTo>
                    <a:pt x="645" y="1664"/>
                  </a:lnTo>
                  <a:lnTo>
                    <a:pt x="800" y="2206"/>
                  </a:lnTo>
                  <a:cubicBezTo>
                    <a:pt x="800" y="2257"/>
                    <a:pt x="851" y="2257"/>
                    <a:pt x="916" y="2309"/>
                  </a:cubicBezTo>
                  <a:cubicBezTo>
                    <a:pt x="916" y="2309"/>
                    <a:pt x="967" y="2360"/>
                    <a:pt x="1019" y="2360"/>
                  </a:cubicBezTo>
                  <a:cubicBezTo>
                    <a:pt x="1070" y="2360"/>
                    <a:pt x="1122" y="2309"/>
                    <a:pt x="1174" y="2257"/>
                  </a:cubicBezTo>
                  <a:lnTo>
                    <a:pt x="1496" y="1832"/>
                  </a:lnTo>
                  <a:lnTo>
                    <a:pt x="2089" y="1832"/>
                  </a:lnTo>
                  <a:cubicBezTo>
                    <a:pt x="2141" y="1832"/>
                    <a:pt x="2205" y="1832"/>
                    <a:pt x="2205" y="1767"/>
                  </a:cubicBezTo>
                  <a:cubicBezTo>
                    <a:pt x="2257" y="1716"/>
                    <a:pt x="2257" y="1664"/>
                    <a:pt x="2257" y="1613"/>
                  </a:cubicBezTo>
                  <a:lnTo>
                    <a:pt x="2257" y="1509"/>
                  </a:lnTo>
                  <a:lnTo>
                    <a:pt x="1934" y="1019"/>
                  </a:lnTo>
                  <a:lnTo>
                    <a:pt x="2089" y="478"/>
                  </a:lnTo>
                  <a:cubicBezTo>
                    <a:pt x="2089" y="478"/>
                    <a:pt x="2141" y="478"/>
                    <a:pt x="2141" y="426"/>
                  </a:cubicBezTo>
                  <a:cubicBezTo>
                    <a:pt x="2141" y="323"/>
                    <a:pt x="2037" y="220"/>
                    <a:pt x="1934" y="220"/>
                  </a:cubicBezTo>
                  <a:lnTo>
                    <a:pt x="1883" y="271"/>
                  </a:lnTo>
                  <a:lnTo>
                    <a:pt x="1341" y="426"/>
                  </a:lnTo>
                  <a:lnTo>
                    <a:pt x="851" y="52"/>
                  </a:lnTo>
                  <a:cubicBezTo>
                    <a:pt x="800" y="52"/>
                    <a:pt x="800" y="1"/>
                    <a:pt x="74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93;p32">
              <a:extLst>
                <a:ext uri="{FF2B5EF4-FFF2-40B4-BE49-F238E27FC236}">
                  <a16:creationId xmlns:a16="http://schemas.microsoft.com/office/drawing/2014/main" id="{16747BA2-C095-755A-C152-E22AAC167F4A}"/>
                </a:ext>
              </a:extLst>
            </p:cNvPr>
            <p:cNvSpPr/>
            <p:nvPr/>
          </p:nvSpPr>
          <p:spPr>
            <a:xfrm>
              <a:off x="4252600" y="4700275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477" y="1"/>
                  </a:moveTo>
                  <a:lnTo>
                    <a:pt x="477" y="478"/>
                  </a:lnTo>
                  <a:cubicBezTo>
                    <a:pt x="477" y="530"/>
                    <a:pt x="477" y="646"/>
                    <a:pt x="426" y="646"/>
                  </a:cubicBezTo>
                  <a:lnTo>
                    <a:pt x="0" y="916"/>
                  </a:lnTo>
                  <a:lnTo>
                    <a:pt x="477" y="1071"/>
                  </a:lnTo>
                  <a:cubicBezTo>
                    <a:pt x="542" y="1123"/>
                    <a:pt x="593" y="1174"/>
                    <a:pt x="593" y="1239"/>
                  </a:cubicBezTo>
                  <a:lnTo>
                    <a:pt x="748" y="1716"/>
                  </a:lnTo>
                  <a:lnTo>
                    <a:pt x="1019" y="1290"/>
                  </a:lnTo>
                  <a:cubicBezTo>
                    <a:pt x="1071" y="1239"/>
                    <a:pt x="1122" y="1239"/>
                    <a:pt x="1187" y="1239"/>
                  </a:cubicBezTo>
                  <a:lnTo>
                    <a:pt x="1715" y="1239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6"/>
                  </a:lnTo>
                  <a:lnTo>
                    <a:pt x="1561" y="207"/>
                  </a:lnTo>
                  <a:lnTo>
                    <a:pt x="1071" y="323"/>
                  </a:lnTo>
                  <a:lnTo>
                    <a:pt x="916" y="32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94;p32">
              <a:extLst>
                <a:ext uri="{FF2B5EF4-FFF2-40B4-BE49-F238E27FC236}">
                  <a16:creationId xmlns:a16="http://schemas.microsoft.com/office/drawing/2014/main" id="{17EABC68-AAC5-6619-1E20-28661912E619}"/>
                </a:ext>
              </a:extLst>
            </p:cNvPr>
            <p:cNvSpPr/>
            <p:nvPr/>
          </p:nvSpPr>
          <p:spPr>
            <a:xfrm>
              <a:off x="4298375" y="4704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95;p32">
              <a:extLst>
                <a:ext uri="{FF2B5EF4-FFF2-40B4-BE49-F238E27FC236}">
                  <a16:creationId xmlns:a16="http://schemas.microsoft.com/office/drawing/2014/main" id="{4766A196-5DAE-8529-682C-FE6D9FFD0D59}"/>
                </a:ext>
              </a:extLst>
            </p:cNvPr>
            <p:cNvSpPr/>
            <p:nvPr/>
          </p:nvSpPr>
          <p:spPr>
            <a:xfrm>
              <a:off x="4244525" y="4692225"/>
              <a:ext cx="57750" cy="59025"/>
            </a:xfrm>
            <a:custGeom>
              <a:avLst/>
              <a:gdLst/>
              <a:ahLst/>
              <a:cxnLst/>
              <a:rect l="l" t="t" r="r" b="b"/>
              <a:pathLst>
                <a:path w="2310" h="2361" extrusionOk="0">
                  <a:moveTo>
                    <a:pt x="800" y="323"/>
                  </a:moveTo>
                  <a:lnTo>
                    <a:pt x="1239" y="645"/>
                  </a:lnTo>
                  <a:lnTo>
                    <a:pt x="1394" y="645"/>
                  </a:lnTo>
                  <a:lnTo>
                    <a:pt x="1884" y="529"/>
                  </a:lnTo>
                  <a:lnTo>
                    <a:pt x="1716" y="968"/>
                  </a:lnTo>
                  <a:lnTo>
                    <a:pt x="1716" y="1071"/>
                  </a:lnTo>
                  <a:lnTo>
                    <a:pt x="1716" y="1174"/>
                  </a:lnTo>
                  <a:lnTo>
                    <a:pt x="2038" y="1561"/>
                  </a:lnTo>
                  <a:lnTo>
                    <a:pt x="1510" y="1561"/>
                  </a:lnTo>
                  <a:cubicBezTo>
                    <a:pt x="1445" y="1561"/>
                    <a:pt x="1394" y="1561"/>
                    <a:pt x="1342" y="1612"/>
                  </a:cubicBezTo>
                  <a:lnTo>
                    <a:pt x="1071" y="2038"/>
                  </a:lnTo>
                  <a:lnTo>
                    <a:pt x="916" y="1561"/>
                  </a:lnTo>
                  <a:cubicBezTo>
                    <a:pt x="916" y="1496"/>
                    <a:pt x="865" y="1445"/>
                    <a:pt x="800" y="1393"/>
                  </a:cubicBezTo>
                  <a:lnTo>
                    <a:pt x="323" y="1238"/>
                  </a:lnTo>
                  <a:lnTo>
                    <a:pt x="749" y="968"/>
                  </a:lnTo>
                  <a:cubicBezTo>
                    <a:pt x="800" y="968"/>
                    <a:pt x="800" y="852"/>
                    <a:pt x="800" y="800"/>
                  </a:cubicBezTo>
                  <a:lnTo>
                    <a:pt x="800" y="323"/>
                  </a:lnTo>
                  <a:close/>
                  <a:moveTo>
                    <a:pt x="800" y="1"/>
                  </a:moveTo>
                  <a:cubicBezTo>
                    <a:pt x="749" y="1"/>
                    <a:pt x="697" y="52"/>
                    <a:pt x="646" y="52"/>
                  </a:cubicBezTo>
                  <a:cubicBezTo>
                    <a:pt x="594" y="104"/>
                    <a:pt x="594" y="155"/>
                    <a:pt x="594" y="207"/>
                  </a:cubicBezTo>
                  <a:lnTo>
                    <a:pt x="594" y="800"/>
                  </a:lnTo>
                  <a:lnTo>
                    <a:pt x="104" y="1122"/>
                  </a:lnTo>
                  <a:cubicBezTo>
                    <a:pt x="52" y="1122"/>
                    <a:pt x="1" y="1238"/>
                    <a:pt x="1" y="1290"/>
                  </a:cubicBezTo>
                  <a:cubicBezTo>
                    <a:pt x="1" y="1290"/>
                    <a:pt x="1" y="1342"/>
                    <a:pt x="52" y="1393"/>
                  </a:cubicBezTo>
                  <a:cubicBezTo>
                    <a:pt x="52" y="1393"/>
                    <a:pt x="104" y="1445"/>
                    <a:pt x="156" y="1445"/>
                  </a:cubicBezTo>
                  <a:lnTo>
                    <a:pt x="697" y="1664"/>
                  </a:lnTo>
                  <a:lnTo>
                    <a:pt x="865" y="2206"/>
                  </a:lnTo>
                  <a:cubicBezTo>
                    <a:pt x="865" y="2257"/>
                    <a:pt x="916" y="2257"/>
                    <a:pt x="916" y="2309"/>
                  </a:cubicBezTo>
                  <a:cubicBezTo>
                    <a:pt x="968" y="2309"/>
                    <a:pt x="1020" y="2360"/>
                    <a:pt x="1020" y="2360"/>
                  </a:cubicBezTo>
                  <a:cubicBezTo>
                    <a:pt x="1071" y="2360"/>
                    <a:pt x="1123" y="2309"/>
                    <a:pt x="1187" y="2257"/>
                  </a:cubicBezTo>
                  <a:lnTo>
                    <a:pt x="1561" y="1819"/>
                  </a:lnTo>
                  <a:lnTo>
                    <a:pt x="2090" y="1819"/>
                  </a:lnTo>
                  <a:cubicBezTo>
                    <a:pt x="2206" y="1819"/>
                    <a:pt x="2206" y="1767"/>
                    <a:pt x="2257" y="1767"/>
                  </a:cubicBezTo>
                  <a:cubicBezTo>
                    <a:pt x="2309" y="1716"/>
                    <a:pt x="2309" y="1664"/>
                    <a:pt x="2309" y="1612"/>
                  </a:cubicBezTo>
                  <a:cubicBezTo>
                    <a:pt x="2309" y="1612"/>
                    <a:pt x="2309" y="1561"/>
                    <a:pt x="2257" y="1496"/>
                  </a:cubicBezTo>
                  <a:lnTo>
                    <a:pt x="1935" y="1019"/>
                  </a:lnTo>
                  <a:lnTo>
                    <a:pt x="2154" y="478"/>
                  </a:lnTo>
                  <a:lnTo>
                    <a:pt x="2154" y="426"/>
                  </a:lnTo>
                  <a:cubicBezTo>
                    <a:pt x="2154" y="323"/>
                    <a:pt x="2090" y="207"/>
                    <a:pt x="1987" y="207"/>
                  </a:cubicBezTo>
                  <a:cubicBezTo>
                    <a:pt x="1935" y="207"/>
                    <a:pt x="1935" y="207"/>
                    <a:pt x="1884" y="271"/>
                  </a:cubicBezTo>
                  <a:lnTo>
                    <a:pt x="1342" y="426"/>
                  </a:lnTo>
                  <a:lnTo>
                    <a:pt x="916" y="52"/>
                  </a:lnTo>
                  <a:cubicBezTo>
                    <a:pt x="865" y="52"/>
                    <a:pt x="800" y="1"/>
                    <a:pt x="8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96;p32">
              <a:extLst>
                <a:ext uri="{FF2B5EF4-FFF2-40B4-BE49-F238E27FC236}">
                  <a16:creationId xmlns:a16="http://schemas.microsoft.com/office/drawing/2014/main" id="{D85D4817-0268-7EA2-93D1-92717E194F49}"/>
                </a:ext>
              </a:extLst>
            </p:cNvPr>
            <p:cNvSpPr/>
            <p:nvPr/>
          </p:nvSpPr>
          <p:spPr>
            <a:xfrm>
              <a:off x="4287400" y="4716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97;p32">
              <a:extLst>
                <a:ext uri="{FF2B5EF4-FFF2-40B4-BE49-F238E27FC236}">
                  <a16:creationId xmlns:a16="http://schemas.microsoft.com/office/drawing/2014/main" id="{7316B430-8629-4433-3492-AAC1317C6B79}"/>
                </a:ext>
              </a:extLst>
            </p:cNvPr>
            <p:cNvSpPr/>
            <p:nvPr/>
          </p:nvSpPr>
          <p:spPr>
            <a:xfrm>
              <a:off x="3840300" y="4532325"/>
              <a:ext cx="63200" cy="64500"/>
            </a:xfrm>
            <a:custGeom>
              <a:avLst/>
              <a:gdLst/>
              <a:ahLst/>
              <a:cxnLst/>
              <a:rect l="l" t="t" r="r" b="b"/>
              <a:pathLst>
                <a:path w="2528" h="2580" extrusionOk="0">
                  <a:moveTo>
                    <a:pt x="748" y="1"/>
                  </a:moveTo>
                  <a:lnTo>
                    <a:pt x="748" y="800"/>
                  </a:lnTo>
                  <a:cubicBezTo>
                    <a:pt x="748" y="865"/>
                    <a:pt x="696" y="916"/>
                    <a:pt x="645" y="968"/>
                  </a:cubicBezTo>
                  <a:lnTo>
                    <a:pt x="0" y="1393"/>
                  </a:lnTo>
                  <a:lnTo>
                    <a:pt x="748" y="1664"/>
                  </a:lnTo>
                  <a:cubicBezTo>
                    <a:pt x="800" y="1664"/>
                    <a:pt x="851" y="1716"/>
                    <a:pt x="851" y="1832"/>
                  </a:cubicBezTo>
                  <a:lnTo>
                    <a:pt x="1070" y="2580"/>
                  </a:lnTo>
                  <a:lnTo>
                    <a:pt x="1560" y="1935"/>
                  </a:lnTo>
                  <a:cubicBezTo>
                    <a:pt x="1612" y="1883"/>
                    <a:pt x="1664" y="1832"/>
                    <a:pt x="1767" y="1832"/>
                  </a:cubicBezTo>
                  <a:lnTo>
                    <a:pt x="2527" y="1883"/>
                  </a:lnTo>
                  <a:lnTo>
                    <a:pt x="2089" y="1239"/>
                  </a:lnTo>
                  <a:cubicBezTo>
                    <a:pt x="2037" y="1187"/>
                    <a:pt x="2037" y="1123"/>
                    <a:pt x="2037" y="1071"/>
                  </a:cubicBezTo>
                  <a:lnTo>
                    <a:pt x="2037" y="1020"/>
                  </a:lnTo>
                  <a:lnTo>
                    <a:pt x="2308" y="272"/>
                  </a:lnTo>
                  <a:lnTo>
                    <a:pt x="2308" y="272"/>
                  </a:lnTo>
                  <a:lnTo>
                    <a:pt x="1560" y="542"/>
                  </a:lnTo>
                  <a:lnTo>
                    <a:pt x="1496" y="542"/>
                  </a:lnTo>
                  <a:cubicBezTo>
                    <a:pt x="1444" y="542"/>
                    <a:pt x="1393" y="542"/>
                    <a:pt x="1393" y="47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98;p32">
              <a:extLst>
                <a:ext uri="{FF2B5EF4-FFF2-40B4-BE49-F238E27FC236}">
                  <a16:creationId xmlns:a16="http://schemas.microsoft.com/office/drawing/2014/main" id="{A154B090-7744-AF8C-210B-E1E360B7E000}"/>
                </a:ext>
              </a:extLst>
            </p:cNvPr>
            <p:cNvSpPr/>
            <p:nvPr/>
          </p:nvSpPr>
          <p:spPr>
            <a:xfrm>
              <a:off x="3904775" y="458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99;p32">
              <a:extLst>
                <a:ext uri="{FF2B5EF4-FFF2-40B4-BE49-F238E27FC236}">
                  <a16:creationId xmlns:a16="http://schemas.microsoft.com/office/drawing/2014/main" id="{D0FC6596-C1BA-BDC9-9773-0937FEF85493}"/>
                </a:ext>
              </a:extLst>
            </p:cNvPr>
            <p:cNvSpPr/>
            <p:nvPr/>
          </p:nvSpPr>
          <p:spPr>
            <a:xfrm>
              <a:off x="3833525" y="4525575"/>
              <a:ext cx="76425" cy="78025"/>
            </a:xfrm>
            <a:custGeom>
              <a:avLst/>
              <a:gdLst/>
              <a:ahLst/>
              <a:cxnLst/>
              <a:rect l="l" t="t" r="r" b="b"/>
              <a:pathLst>
                <a:path w="3057" h="3121" extrusionOk="0">
                  <a:moveTo>
                    <a:pt x="1019" y="271"/>
                  </a:moveTo>
                  <a:lnTo>
                    <a:pt x="1664" y="748"/>
                  </a:lnTo>
                  <a:cubicBezTo>
                    <a:pt x="1664" y="812"/>
                    <a:pt x="1715" y="812"/>
                    <a:pt x="1767" y="812"/>
                  </a:cubicBezTo>
                  <a:lnTo>
                    <a:pt x="1831" y="812"/>
                  </a:lnTo>
                  <a:lnTo>
                    <a:pt x="2579" y="542"/>
                  </a:lnTo>
                  <a:lnTo>
                    <a:pt x="2579" y="542"/>
                  </a:lnTo>
                  <a:lnTo>
                    <a:pt x="2308" y="1290"/>
                  </a:lnTo>
                  <a:lnTo>
                    <a:pt x="2308" y="1341"/>
                  </a:lnTo>
                  <a:cubicBezTo>
                    <a:pt x="2308" y="1393"/>
                    <a:pt x="2308" y="1457"/>
                    <a:pt x="2360" y="1509"/>
                  </a:cubicBezTo>
                  <a:lnTo>
                    <a:pt x="2798" y="2153"/>
                  </a:lnTo>
                  <a:lnTo>
                    <a:pt x="2038" y="2102"/>
                  </a:lnTo>
                  <a:cubicBezTo>
                    <a:pt x="1935" y="2102"/>
                    <a:pt x="1883" y="2153"/>
                    <a:pt x="1831" y="2205"/>
                  </a:cubicBezTo>
                  <a:lnTo>
                    <a:pt x="1341" y="2850"/>
                  </a:lnTo>
                  <a:lnTo>
                    <a:pt x="1122" y="2102"/>
                  </a:lnTo>
                  <a:cubicBezTo>
                    <a:pt x="1122" y="1986"/>
                    <a:pt x="1071" y="1934"/>
                    <a:pt x="1019" y="1934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967" y="1186"/>
                    <a:pt x="1019" y="1135"/>
                    <a:pt x="1019" y="1070"/>
                  </a:cubicBezTo>
                  <a:lnTo>
                    <a:pt x="1019" y="271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00" y="103"/>
                    <a:pt x="800" y="168"/>
                    <a:pt x="800" y="219"/>
                  </a:cubicBezTo>
                  <a:lnTo>
                    <a:pt x="748" y="1019"/>
                  </a:lnTo>
                  <a:lnTo>
                    <a:pt x="103" y="1509"/>
                  </a:lnTo>
                  <a:cubicBezTo>
                    <a:pt x="52" y="1560"/>
                    <a:pt x="0" y="1612"/>
                    <a:pt x="0" y="1663"/>
                  </a:cubicBezTo>
                  <a:cubicBezTo>
                    <a:pt x="0" y="1715"/>
                    <a:pt x="0" y="1780"/>
                    <a:pt x="52" y="1831"/>
                  </a:cubicBezTo>
                  <a:cubicBezTo>
                    <a:pt x="52" y="1831"/>
                    <a:pt x="103" y="1883"/>
                    <a:pt x="155" y="1883"/>
                  </a:cubicBezTo>
                  <a:lnTo>
                    <a:pt x="916" y="2153"/>
                  </a:lnTo>
                  <a:lnTo>
                    <a:pt x="1122" y="2953"/>
                  </a:lnTo>
                  <a:cubicBezTo>
                    <a:pt x="1187" y="3005"/>
                    <a:pt x="1187" y="3005"/>
                    <a:pt x="1238" y="3069"/>
                  </a:cubicBezTo>
                  <a:cubicBezTo>
                    <a:pt x="1290" y="3069"/>
                    <a:pt x="1290" y="3121"/>
                    <a:pt x="1341" y="3121"/>
                  </a:cubicBezTo>
                  <a:cubicBezTo>
                    <a:pt x="1445" y="3121"/>
                    <a:pt x="1509" y="3069"/>
                    <a:pt x="1561" y="3005"/>
                  </a:cubicBezTo>
                  <a:lnTo>
                    <a:pt x="2038" y="2360"/>
                  </a:lnTo>
                  <a:lnTo>
                    <a:pt x="2850" y="2360"/>
                  </a:lnTo>
                  <a:cubicBezTo>
                    <a:pt x="2902" y="2360"/>
                    <a:pt x="2953" y="2360"/>
                    <a:pt x="3005" y="2308"/>
                  </a:cubicBezTo>
                  <a:cubicBezTo>
                    <a:pt x="3056" y="2257"/>
                    <a:pt x="3056" y="2205"/>
                    <a:pt x="3056" y="2153"/>
                  </a:cubicBezTo>
                  <a:lnTo>
                    <a:pt x="3056" y="2037"/>
                  </a:lnTo>
                  <a:lnTo>
                    <a:pt x="2579" y="1341"/>
                  </a:lnTo>
                  <a:lnTo>
                    <a:pt x="2850" y="593"/>
                  </a:lnTo>
                  <a:lnTo>
                    <a:pt x="2850" y="542"/>
                  </a:lnTo>
                  <a:cubicBezTo>
                    <a:pt x="2850" y="374"/>
                    <a:pt x="2734" y="322"/>
                    <a:pt x="2631" y="322"/>
                  </a:cubicBezTo>
                  <a:lnTo>
                    <a:pt x="2579" y="322"/>
                  </a:lnTo>
                  <a:lnTo>
                    <a:pt x="1767" y="542"/>
                  </a:lnTo>
                  <a:lnTo>
                    <a:pt x="1122" y="52"/>
                  </a:ln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00;p32">
              <a:extLst>
                <a:ext uri="{FF2B5EF4-FFF2-40B4-BE49-F238E27FC236}">
                  <a16:creationId xmlns:a16="http://schemas.microsoft.com/office/drawing/2014/main" id="{327C5BBD-4E3E-B498-6266-C7E31E01AD95}"/>
                </a:ext>
              </a:extLst>
            </p:cNvPr>
            <p:cNvSpPr/>
            <p:nvPr/>
          </p:nvSpPr>
          <p:spPr>
            <a:xfrm>
              <a:off x="4222925" y="4388550"/>
              <a:ext cx="64500" cy="63225"/>
            </a:xfrm>
            <a:custGeom>
              <a:avLst/>
              <a:gdLst/>
              <a:ahLst/>
              <a:cxnLst/>
              <a:rect l="l" t="t" r="r" b="b"/>
              <a:pathLst>
                <a:path w="2580" h="2529" extrusionOk="0">
                  <a:moveTo>
                    <a:pt x="762" y="1"/>
                  </a:moveTo>
                  <a:lnTo>
                    <a:pt x="762" y="749"/>
                  </a:lnTo>
                  <a:cubicBezTo>
                    <a:pt x="762" y="865"/>
                    <a:pt x="762" y="916"/>
                    <a:pt x="646" y="968"/>
                  </a:cubicBezTo>
                  <a:lnTo>
                    <a:pt x="1" y="1393"/>
                  </a:lnTo>
                  <a:lnTo>
                    <a:pt x="762" y="1613"/>
                  </a:lnTo>
                  <a:cubicBezTo>
                    <a:pt x="813" y="1664"/>
                    <a:pt x="865" y="1716"/>
                    <a:pt x="916" y="1780"/>
                  </a:cubicBezTo>
                  <a:lnTo>
                    <a:pt x="1136" y="2528"/>
                  </a:lnTo>
                  <a:lnTo>
                    <a:pt x="1561" y="1935"/>
                  </a:lnTo>
                  <a:cubicBezTo>
                    <a:pt x="1613" y="1883"/>
                    <a:pt x="1729" y="1832"/>
                    <a:pt x="1780" y="1832"/>
                  </a:cubicBezTo>
                  <a:lnTo>
                    <a:pt x="2580" y="1832"/>
                  </a:lnTo>
                  <a:lnTo>
                    <a:pt x="2103" y="1239"/>
                  </a:lnTo>
                  <a:cubicBezTo>
                    <a:pt x="2103" y="1187"/>
                    <a:pt x="2051" y="1136"/>
                    <a:pt x="2051" y="1071"/>
                  </a:cubicBezTo>
                  <a:cubicBezTo>
                    <a:pt x="2051" y="1071"/>
                    <a:pt x="2051" y="1020"/>
                    <a:pt x="2103" y="1020"/>
                  </a:cubicBezTo>
                  <a:lnTo>
                    <a:pt x="2374" y="272"/>
                  </a:lnTo>
                  <a:lnTo>
                    <a:pt x="1613" y="491"/>
                  </a:lnTo>
                  <a:lnTo>
                    <a:pt x="1406" y="491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01;p32">
              <a:extLst>
                <a:ext uri="{FF2B5EF4-FFF2-40B4-BE49-F238E27FC236}">
                  <a16:creationId xmlns:a16="http://schemas.microsoft.com/office/drawing/2014/main" id="{93728802-9C0D-C7E9-DD99-76195D5DB08F}"/>
                </a:ext>
              </a:extLst>
            </p:cNvPr>
            <p:cNvSpPr/>
            <p:nvPr/>
          </p:nvSpPr>
          <p:spPr>
            <a:xfrm>
              <a:off x="4216175" y="4381800"/>
              <a:ext cx="78025" cy="76725"/>
            </a:xfrm>
            <a:custGeom>
              <a:avLst/>
              <a:gdLst/>
              <a:ahLst/>
              <a:cxnLst/>
              <a:rect l="l" t="t" r="r" b="b"/>
              <a:pathLst>
                <a:path w="3121" h="3069" extrusionOk="0">
                  <a:moveTo>
                    <a:pt x="1032" y="271"/>
                  </a:moveTo>
                  <a:lnTo>
                    <a:pt x="1676" y="761"/>
                  </a:lnTo>
                  <a:lnTo>
                    <a:pt x="1883" y="761"/>
                  </a:lnTo>
                  <a:lnTo>
                    <a:pt x="2644" y="542"/>
                  </a:lnTo>
                  <a:lnTo>
                    <a:pt x="2373" y="1290"/>
                  </a:lnTo>
                  <a:cubicBezTo>
                    <a:pt x="2321" y="1290"/>
                    <a:pt x="2321" y="1341"/>
                    <a:pt x="2321" y="1341"/>
                  </a:cubicBezTo>
                  <a:cubicBezTo>
                    <a:pt x="2321" y="1406"/>
                    <a:pt x="2373" y="1457"/>
                    <a:pt x="2373" y="1509"/>
                  </a:cubicBezTo>
                  <a:lnTo>
                    <a:pt x="2850" y="2102"/>
                  </a:lnTo>
                  <a:lnTo>
                    <a:pt x="2050" y="2102"/>
                  </a:lnTo>
                  <a:cubicBezTo>
                    <a:pt x="1999" y="2102"/>
                    <a:pt x="1883" y="2153"/>
                    <a:pt x="1831" y="2205"/>
                  </a:cubicBezTo>
                  <a:lnTo>
                    <a:pt x="1406" y="2798"/>
                  </a:lnTo>
                  <a:lnTo>
                    <a:pt x="1186" y="2050"/>
                  </a:lnTo>
                  <a:cubicBezTo>
                    <a:pt x="1135" y="1986"/>
                    <a:pt x="1083" y="1934"/>
                    <a:pt x="1032" y="1883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1032" y="1186"/>
                    <a:pt x="1032" y="1135"/>
                    <a:pt x="1032" y="1019"/>
                  </a:cubicBezTo>
                  <a:lnTo>
                    <a:pt x="1032" y="271"/>
                  </a:lnTo>
                  <a:close/>
                  <a:moveTo>
                    <a:pt x="1032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13" y="52"/>
                    <a:pt x="813" y="116"/>
                    <a:pt x="813" y="219"/>
                  </a:cubicBezTo>
                  <a:lnTo>
                    <a:pt x="813" y="1019"/>
                  </a:lnTo>
                  <a:lnTo>
                    <a:pt x="116" y="1457"/>
                  </a:lnTo>
                  <a:cubicBezTo>
                    <a:pt x="65" y="1509"/>
                    <a:pt x="0" y="1612"/>
                    <a:pt x="0" y="1663"/>
                  </a:cubicBezTo>
                  <a:cubicBezTo>
                    <a:pt x="0" y="1728"/>
                    <a:pt x="0" y="1728"/>
                    <a:pt x="65" y="1780"/>
                  </a:cubicBezTo>
                  <a:cubicBezTo>
                    <a:pt x="65" y="1831"/>
                    <a:pt x="116" y="1831"/>
                    <a:pt x="168" y="1883"/>
                  </a:cubicBezTo>
                  <a:lnTo>
                    <a:pt x="916" y="2153"/>
                  </a:lnTo>
                  <a:lnTo>
                    <a:pt x="1186" y="2901"/>
                  </a:lnTo>
                  <a:cubicBezTo>
                    <a:pt x="1186" y="2953"/>
                    <a:pt x="1186" y="3017"/>
                    <a:pt x="1238" y="3069"/>
                  </a:cubicBezTo>
                  <a:lnTo>
                    <a:pt x="1406" y="3069"/>
                  </a:lnTo>
                  <a:cubicBezTo>
                    <a:pt x="1457" y="3069"/>
                    <a:pt x="1509" y="3069"/>
                    <a:pt x="1560" y="3017"/>
                  </a:cubicBezTo>
                  <a:lnTo>
                    <a:pt x="2050" y="2308"/>
                  </a:lnTo>
                  <a:lnTo>
                    <a:pt x="2850" y="2373"/>
                  </a:lnTo>
                  <a:cubicBezTo>
                    <a:pt x="2966" y="2373"/>
                    <a:pt x="3018" y="2373"/>
                    <a:pt x="3018" y="2308"/>
                  </a:cubicBezTo>
                  <a:cubicBezTo>
                    <a:pt x="3069" y="2257"/>
                    <a:pt x="3121" y="2205"/>
                    <a:pt x="3121" y="2153"/>
                  </a:cubicBezTo>
                  <a:cubicBezTo>
                    <a:pt x="3121" y="2102"/>
                    <a:pt x="3069" y="2050"/>
                    <a:pt x="3069" y="1986"/>
                  </a:cubicBezTo>
                  <a:lnTo>
                    <a:pt x="2579" y="1341"/>
                  </a:lnTo>
                  <a:lnTo>
                    <a:pt x="2850" y="593"/>
                  </a:lnTo>
                  <a:cubicBezTo>
                    <a:pt x="2850" y="542"/>
                    <a:pt x="2901" y="542"/>
                    <a:pt x="2901" y="490"/>
                  </a:cubicBezTo>
                  <a:cubicBezTo>
                    <a:pt x="2901" y="374"/>
                    <a:pt x="2798" y="271"/>
                    <a:pt x="2644" y="271"/>
                  </a:cubicBezTo>
                  <a:lnTo>
                    <a:pt x="2579" y="271"/>
                  </a:lnTo>
                  <a:lnTo>
                    <a:pt x="1831" y="542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02;p32">
              <a:extLst>
                <a:ext uri="{FF2B5EF4-FFF2-40B4-BE49-F238E27FC236}">
                  <a16:creationId xmlns:a16="http://schemas.microsoft.com/office/drawing/2014/main" id="{FD3D2BF5-D863-A90E-3CFB-A3072E4111F0}"/>
                </a:ext>
              </a:extLst>
            </p:cNvPr>
            <p:cNvSpPr/>
            <p:nvPr/>
          </p:nvSpPr>
          <p:spPr>
            <a:xfrm>
              <a:off x="3208775" y="4352450"/>
              <a:ext cx="117050" cy="116725"/>
            </a:xfrm>
            <a:custGeom>
              <a:avLst/>
              <a:gdLst/>
              <a:ahLst/>
              <a:cxnLst/>
              <a:rect l="l" t="t" r="r" b="b"/>
              <a:pathLst>
                <a:path w="4682" h="4669" extrusionOk="0">
                  <a:moveTo>
                    <a:pt x="2373" y="749"/>
                  </a:moveTo>
                  <a:cubicBezTo>
                    <a:pt x="3224" y="749"/>
                    <a:pt x="3985" y="1496"/>
                    <a:pt x="3985" y="2360"/>
                  </a:cubicBezTo>
                  <a:cubicBezTo>
                    <a:pt x="3985" y="3276"/>
                    <a:pt x="3224" y="3972"/>
                    <a:pt x="2373" y="3972"/>
                  </a:cubicBezTo>
                  <a:cubicBezTo>
                    <a:pt x="1509" y="3972"/>
                    <a:pt x="761" y="3276"/>
                    <a:pt x="761" y="2360"/>
                  </a:cubicBezTo>
                  <a:cubicBezTo>
                    <a:pt x="761" y="1496"/>
                    <a:pt x="1509" y="749"/>
                    <a:pt x="2373" y="749"/>
                  </a:cubicBezTo>
                  <a:close/>
                  <a:moveTo>
                    <a:pt x="2206" y="1"/>
                  </a:moveTo>
                  <a:lnTo>
                    <a:pt x="1458" y="155"/>
                  </a:lnTo>
                  <a:lnTo>
                    <a:pt x="1509" y="426"/>
                  </a:lnTo>
                  <a:cubicBezTo>
                    <a:pt x="1509" y="529"/>
                    <a:pt x="1509" y="581"/>
                    <a:pt x="1458" y="581"/>
                  </a:cubicBezTo>
                  <a:cubicBezTo>
                    <a:pt x="1290" y="697"/>
                    <a:pt x="1084" y="800"/>
                    <a:pt x="968" y="968"/>
                  </a:cubicBezTo>
                  <a:cubicBezTo>
                    <a:pt x="942" y="994"/>
                    <a:pt x="916" y="1006"/>
                    <a:pt x="890" y="1006"/>
                  </a:cubicBezTo>
                  <a:cubicBezTo>
                    <a:pt x="865" y="1006"/>
                    <a:pt x="839" y="994"/>
                    <a:pt x="813" y="968"/>
                  </a:cubicBezTo>
                  <a:lnTo>
                    <a:pt x="542" y="852"/>
                  </a:lnTo>
                  <a:lnTo>
                    <a:pt x="168" y="1496"/>
                  </a:lnTo>
                  <a:lnTo>
                    <a:pt x="387" y="1664"/>
                  </a:lnTo>
                  <a:cubicBezTo>
                    <a:pt x="439" y="1664"/>
                    <a:pt x="491" y="1767"/>
                    <a:pt x="439" y="1819"/>
                  </a:cubicBezTo>
                  <a:cubicBezTo>
                    <a:pt x="387" y="1986"/>
                    <a:pt x="387" y="2141"/>
                    <a:pt x="387" y="2360"/>
                  </a:cubicBezTo>
                  <a:cubicBezTo>
                    <a:pt x="387" y="2412"/>
                    <a:pt x="323" y="2464"/>
                    <a:pt x="271" y="2464"/>
                  </a:cubicBezTo>
                  <a:lnTo>
                    <a:pt x="1" y="2515"/>
                  </a:lnTo>
                  <a:lnTo>
                    <a:pt x="220" y="3276"/>
                  </a:lnTo>
                  <a:lnTo>
                    <a:pt x="439" y="3224"/>
                  </a:lnTo>
                  <a:cubicBezTo>
                    <a:pt x="491" y="3224"/>
                    <a:pt x="542" y="3224"/>
                    <a:pt x="594" y="3276"/>
                  </a:cubicBezTo>
                  <a:cubicBezTo>
                    <a:pt x="710" y="3482"/>
                    <a:pt x="813" y="3650"/>
                    <a:pt x="916" y="3753"/>
                  </a:cubicBezTo>
                  <a:cubicBezTo>
                    <a:pt x="968" y="3805"/>
                    <a:pt x="968" y="3869"/>
                    <a:pt x="968" y="3921"/>
                  </a:cubicBezTo>
                  <a:lnTo>
                    <a:pt x="865" y="4075"/>
                  </a:lnTo>
                  <a:lnTo>
                    <a:pt x="1509" y="4514"/>
                  </a:lnTo>
                  <a:lnTo>
                    <a:pt x="1612" y="4346"/>
                  </a:lnTo>
                  <a:cubicBezTo>
                    <a:pt x="1658" y="4310"/>
                    <a:pt x="1697" y="4273"/>
                    <a:pt x="1734" y="4273"/>
                  </a:cubicBezTo>
                  <a:cubicBezTo>
                    <a:pt x="1750" y="4273"/>
                    <a:pt x="1765" y="4279"/>
                    <a:pt x="1780" y="4295"/>
                  </a:cubicBezTo>
                  <a:cubicBezTo>
                    <a:pt x="1935" y="4346"/>
                    <a:pt x="2154" y="4346"/>
                    <a:pt x="2373" y="4346"/>
                  </a:cubicBezTo>
                  <a:cubicBezTo>
                    <a:pt x="2425" y="4346"/>
                    <a:pt x="2476" y="4398"/>
                    <a:pt x="2476" y="4449"/>
                  </a:cubicBezTo>
                  <a:lnTo>
                    <a:pt x="2528" y="4669"/>
                  </a:lnTo>
                  <a:lnTo>
                    <a:pt x="3289" y="4449"/>
                  </a:lnTo>
                  <a:lnTo>
                    <a:pt x="3224" y="4295"/>
                  </a:lnTo>
                  <a:cubicBezTo>
                    <a:pt x="3224" y="4243"/>
                    <a:pt x="3224" y="4191"/>
                    <a:pt x="3289" y="4127"/>
                  </a:cubicBezTo>
                  <a:cubicBezTo>
                    <a:pt x="3495" y="4024"/>
                    <a:pt x="3714" y="3869"/>
                    <a:pt x="3869" y="3701"/>
                  </a:cubicBezTo>
                  <a:cubicBezTo>
                    <a:pt x="3869" y="3676"/>
                    <a:pt x="3885" y="3663"/>
                    <a:pt x="3908" y="3663"/>
                  </a:cubicBezTo>
                  <a:cubicBezTo>
                    <a:pt x="3930" y="3663"/>
                    <a:pt x="3959" y="3676"/>
                    <a:pt x="3985" y="3701"/>
                  </a:cubicBezTo>
                  <a:lnTo>
                    <a:pt x="4191" y="3805"/>
                  </a:lnTo>
                  <a:lnTo>
                    <a:pt x="4578" y="3108"/>
                  </a:lnTo>
                  <a:lnTo>
                    <a:pt x="4359" y="3005"/>
                  </a:lnTo>
                  <a:cubicBezTo>
                    <a:pt x="4307" y="2954"/>
                    <a:pt x="4307" y="2902"/>
                    <a:pt x="4307" y="2837"/>
                  </a:cubicBezTo>
                  <a:cubicBezTo>
                    <a:pt x="4359" y="2683"/>
                    <a:pt x="4359" y="2515"/>
                    <a:pt x="4359" y="2360"/>
                  </a:cubicBezTo>
                  <a:lnTo>
                    <a:pt x="4359" y="2309"/>
                  </a:lnTo>
                  <a:cubicBezTo>
                    <a:pt x="4359" y="2257"/>
                    <a:pt x="4411" y="2193"/>
                    <a:pt x="4462" y="2141"/>
                  </a:cubicBezTo>
                  <a:lnTo>
                    <a:pt x="4681" y="2090"/>
                  </a:lnTo>
                  <a:lnTo>
                    <a:pt x="4514" y="1342"/>
                  </a:lnTo>
                  <a:lnTo>
                    <a:pt x="4256" y="1393"/>
                  </a:lnTo>
                  <a:cubicBezTo>
                    <a:pt x="4237" y="1408"/>
                    <a:pt x="4219" y="1415"/>
                    <a:pt x="4202" y="1415"/>
                  </a:cubicBezTo>
                  <a:cubicBezTo>
                    <a:pt x="4161" y="1415"/>
                    <a:pt x="4125" y="1378"/>
                    <a:pt x="4088" y="1342"/>
                  </a:cubicBezTo>
                  <a:cubicBezTo>
                    <a:pt x="3985" y="1174"/>
                    <a:pt x="3869" y="1071"/>
                    <a:pt x="3766" y="903"/>
                  </a:cubicBezTo>
                  <a:cubicBezTo>
                    <a:pt x="3714" y="903"/>
                    <a:pt x="3714" y="852"/>
                    <a:pt x="3766" y="800"/>
                  </a:cubicBezTo>
                  <a:lnTo>
                    <a:pt x="3869" y="529"/>
                  </a:lnTo>
                  <a:lnTo>
                    <a:pt x="3224" y="104"/>
                  </a:lnTo>
                  <a:lnTo>
                    <a:pt x="3070" y="375"/>
                  </a:lnTo>
                  <a:cubicBezTo>
                    <a:pt x="3033" y="411"/>
                    <a:pt x="2997" y="448"/>
                    <a:pt x="2956" y="448"/>
                  </a:cubicBezTo>
                  <a:cubicBezTo>
                    <a:pt x="2939" y="448"/>
                    <a:pt x="2921" y="441"/>
                    <a:pt x="2902" y="426"/>
                  </a:cubicBezTo>
                  <a:cubicBezTo>
                    <a:pt x="2747" y="426"/>
                    <a:pt x="2580" y="375"/>
                    <a:pt x="2425" y="375"/>
                  </a:cubicBezTo>
                  <a:cubicBezTo>
                    <a:pt x="2373" y="375"/>
                    <a:pt x="2322" y="323"/>
                    <a:pt x="2257" y="259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03;p32">
              <a:extLst>
                <a:ext uri="{FF2B5EF4-FFF2-40B4-BE49-F238E27FC236}">
                  <a16:creationId xmlns:a16="http://schemas.microsoft.com/office/drawing/2014/main" id="{F47CD71E-3ECF-8078-E8BF-63DDE3629D1F}"/>
                </a:ext>
              </a:extLst>
            </p:cNvPr>
            <p:cNvSpPr/>
            <p:nvPr/>
          </p:nvSpPr>
          <p:spPr>
            <a:xfrm>
              <a:off x="3202325" y="4345150"/>
              <a:ext cx="131550" cy="130800"/>
            </a:xfrm>
            <a:custGeom>
              <a:avLst/>
              <a:gdLst/>
              <a:ahLst/>
              <a:cxnLst/>
              <a:rect l="l" t="t" r="r" b="b"/>
              <a:pathLst>
                <a:path w="5262" h="5232" extrusionOk="0">
                  <a:moveTo>
                    <a:pt x="2464" y="293"/>
                  </a:moveTo>
                  <a:lnTo>
                    <a:pt x="2515" y="551"/>
                  </a:lnTo>
                  <a:cubicBezTo>
                    <a:pt x="2580" y="615"/>
                    <a:pt x="2631" y="667"/>
                    <a:pt x="2683" y="667"/>
                  </a:cubicBezTo>
                  <a:cubicBezTo>
                    <a:pt x="2838" y="667"/>
                    <a:pt x="3005" y="718"/>
                    <a:pt x="3160" y="718"/>
                  </a:cubicBezTo>
                  <a:cubicBezTo>
                    <a:pt x="3179" y="733"/>
                    <a:pt x="3197" y="740"/>
                    <a:pt x="3214" y="740"/>
                  </a:cubicBezTo>
                  <a:cubicBezTo>
                    <a:pt x="3255" y="740"/>
                    <a:pt x="3291" y="703"/>
                    <a:pt x="3328" y="667"/>
                  </a:cubicBezTo>
                  <a:lnTo>
                    <a:pt x="3482" y="396"/>
                  </a:lnTo>
                  <a:lnTo>
                    <a:pt x="4127" y="821"/>
                  </a:lnTo>
                  <a:lnTo>
                    <a:pt x="4024" y="1092"/>
                  </a:lnTo>
                  <a:cubicBezTo>
                    <a:pt x="3972" y="1144"/>
                    <a:pt x="3972" y="1195"/>
                    <a:pt x="4024" y="1195"/>
                  </a:cubicBezTo>
                  <a:cubicBezTo>
                    <a:pt x="4127" y="1363"/>
                    <a:pt x="4243" y="1466"/>
                    <a:pt x="4346" y="1634"/>
                  </a:cubicBezTo>
                  <a:cubicBezTo>
                    <a:pt x="4383" y="1670"/>
                    <a:pt x="4419" y="1707"/>
                    <a:pt x="4460" y="1707"/>
                  </a:cubicBezTo>
                  <a:cubicBezTo>
                    <a:pt x="4477" y="1707"/>
                    <a:pt x="4495" y="1700"/>
                    <a:pt x="4514" y="1685"/>
                  </a:cubicBezTo>
                  <a:lnTo>
                    <a:pt x="4772" y="1634"/>
                  </a:lnTo>
                  <a:lnTo>
                    <a:pt x="4939" y="2382"/>
                  </a:lnTo>
                  <a:lnTo>
                    <a:pt x="4720" y="2433"/>
                  </a:lnTo>
                  <a:cubicBezTo>
                    <a:pt x="4669" y="2485"/>
                    <a:pt x="4617" y="2549"/>
                    <a:pt x="4617" y="2601"/>
                  </a:cubicBezTo>
                  <a:lnTo>
                    <a:pt x="4617" y="2652"/>
                  </a:lnTo>
                  <a:cubicBezTo>
                    <a:pt x="4617" y="2807"/>
                    <a:pt x="4617" y="2975"/>
                    <a:pt x="4565" y="3129"/>
                  </a:cubicBezTo>
                  <a:cubicBezTo>
                    <a:pt x="4565" y="3194"/>
                    <a:pt x="4565" y="3246"/>
                    <a:pt x="4617" y="3297"/>
                  </a:cubicBezTo>
                  <a:lnTo>
                    <a:pt x="4836" y="3400"/>
                  </a:lnTo>
                  <a:lnTo>
                    <a:pt x="4449" y="4097"/>
                  </a:lnTo>
                  <a:lnTo>
                    <a:pt x="4243" y="3993"/>
                  </a:lnTo>
                  <a:cubicBezTo>
                    <a:pt x="4217" y="3968"/>
                    <a:pt x="4188" y="3955"/>
                    <a:pt x="4166" y="3955"/>
                  </a:cubicBezTo>
                  <a:cubicBezTo>
                    <a:pt x="4143" y="3955"/>
                    <a:pt x="4127" y="3968"/>
                    <a:pt x="4127" y="3993"/>
                  </a:cubicBezTo>
                  <a:cubicBezTo>
                    <a:pt x="3972" y="4161"/>
                    <a:pt x="3753" y="4316"/>
                    <a:pt x="3547" y="4419"/>
                  </a:cubicBezTo>
                  <a:cubicBezTo>
                    <a:pt x="3482" y="4483"/>
                    <a:pt x="3482" y="4535"/>
                    <a:pt x="3482" y="4587"/>
                  </a:cubicBezTo>
                  <a:lnTo>
                    <a:pt x="3547" y="4741"/>
                  </a:lnTo>
                  <a:lnTo>
                    <a:pt x="2786" y="4961"/>
                  </a:lnTo>
                  <a:lnTo>
                    <a:pt x="2734" y="4741"/>
                  </a:lnTo>
                  <a:cubicBezTo>
                    <a:pt x="2734" y="4690"/>
                    <a:pt x="2683" y="4638"/>
                    <a:pt x="2631" y="4638"/>
                  </a:cubicBezTo>
                  <a:cubicBezTo>
                    <a:pt x="2412" y="4638"/>
                    <a:pt x="2193" y="4638"/>
                    <a:pt x="2038" y="4587"/>
                  </a:cubicBezTo>
                  <a:cubicBezTo>
                    <a:pt x="2023" y="4571"/>
                    <a:pt x="2008" y="4565"/>
                    <a:pt x="1992" y="4565"/>
                  </a:cubicBezTo>
                  <a:cubicBezTo>
                    <a:pt x="1955" y="4565"/>
                    <a:pt x="1916" y="4602"/>
                    <a:pt x="1870" y="4638"/>
                  </a:cubicBezTo>
                  <a:lnTo>
                    <a:pt x="1767" y="4806"/>
                  </a:lnTo>
                  <a:lnTo>
                    <a:pt x="1123" y="4367"/>
                  </a:lnTo>
                  <a:lnTo>
                    <a:pt x="1226" y="4213"/>
                  </a:lnTo>
                  <a:cubicBezTo>
                    <a:pt x="1226" y="4161"/>
                    <a:pt x="1226" y="4097"/>
                    <a:pt x="1174" y="4045"/>
                  </a:cubicBezTo>
                  <a:cubicBezTo>
                    <a:pt x="1071" y="3942"/>
                    <a:pt x="968" y="3774"/>
                    <a:pt x="852" y="3568"/>
                  </a:cubicBezTo>
                  <a:cubicBezTo>
                    <a:pt x="800" y="3516"/>
                    <a:pt x="749" y="3516"/>
                    <a:pt x="697" y="3516"/>
                  </a:cubicBezTo>
                  <a:lnTo>
                    <a:pt x="478" y="3568"/>
                  </a:lnTo>
                  <a:lnTo>
                    <a:pt x="259" y="2807"/>
                  </a:lnTo>
                  <a:lnTo>
                    <a:pt x="529" y="2756"/>
                  </a:lnTo>
                  <a:cubicBezTo>
                    <a:pt x="581" y="2756"/>
                    <a:pt x="645" y="2704"/>
                    <a:pt x="645" y="2652"/>
                  </a:cubicBezTo>
                  <a:cubicBezTo>
                    <a:pt x="645" y="2433"/>
                    <a:pt x="645" y="2278"/>
                    <a:pt x="697" y="2111"/>
                  </a:cubicBezTo>
                  <a:cubicBezTo>
                    <a:pt x="749" y="2059"/>
                    <a:pt x="697" y="1956"/>
                    <a:pt x="645" y="1956"/>
                  </a:cubicBezTo>
                  <a:lnTo>
                    <a:pt x="426" y="1788"/>
                  </a:lnTo>
                  <a:lnTo>
                    <a:pt x="800" y="1144"/>
                  </a:lnTo>
                  <a:lnTo>
                    <a:pt x="1071" y="1260"/>
                  </a:lnTo>
                  <a:cubicBezTo>
                    <a:pt x="1097" y="1286"/>
                    <a:pt x="1123" y="1298"/>
                    <a:pt x="1148" y="1298"/>
                  </a:cubicBezTo>
                  <a:cubicBezTo>
                    <a:pt x="1174" y="1298"/>
                    <a:pt x="1200" y="1286"/>
                    <a:pt x="1226" y="1260"/>
                  </a:cubicBezTo>
                  <a:cubicBezTo>
                    <a:pt x="1342" y="1092"/>
                    <a:pt x="1548" y="989"/>
                    <a:pt x="1716" y="873"/>
                  </a:cubicBezTo>
                  <a:cubicBezTo>
                    <a:pt x="1767" y="873"/>
                    <a:pt x="1767" y="821"/>
                    <a:pt x="1767" y="718"/>
                  </a:cubicBezTo>
                  <a:lnTo>
                    <a:pt x="1716" y="447"/>
                  </a:lnTo>
                  <a:lnTo>
                    <a:pt x="2464" y="293"/>
                  </a:lnTo>
                  <a:close/>
                  <a:moveTo>
                    <a:pt x="2601" y="1"/>
                  </a:moveTo>
                  <a:cubicBezTo>
                    <a:pt x="2578" y="1"/>
                    <a:pt x="2549" y="7"/>
                    <a:pt x="2515" y="22"/>
                  </a:cubicBezTo>
                  <a:lnTo>
                    <a:pt x="1548" y="228"/>
                  </a:lnTo>
                  <a:cubicBezTo>
                    <a:pt x="1496" y="228"/>
                    <a:pt x="1496" y="293"/>
                    <a:pt x="1445" y="293"/>
                  </a:cubicBezTo>
                  <a:lnTo>
                    <a:pt x="1445" y="396"/>
                  </a:lnTo>
                  <a:lnTo>
                    <a:pt x="1496" y="718"/>
                  </a:lnTo>
                  <a:cubicBezTo>
                    <a:pt x="1393" y="770"/>
                    <a:pt x="1226" y="873"/>
                    <a:pt x="1123" y="1041"/>
                  </a:cubicBezTo>
                  <a:lnTo>
                    <a:pt x="800" y="873"/>
                  </a:lnTo>
                  <a:cubicBezTo>
                    <a:pt x="800" y="821"/>
                    <a:pt x="749" y="821"/>
                    <a:pt x="697" y="821"/>
                  </a:cubicBezTo>
                  <a:cubicBezTo>
                    <a:pt x="697" y="873"/>
                    <a:pt x="645" y="873"/>
                    <a:pt x="645" y="873"/>
                  </a:cubicBezTo>
                  <a:lnTo>
                    <a:pt x="155" y="1788"/>
                  </a:lnTo>
                  <a:cubicBezTo>
                    <a:pt x="104" y="1840"/>
                    <a:pt x="104" y="1956"/>
                    <a:pt x="207" y="1956"/>
                  </a:cubicBezTo>
                  <a:lnTo>
                    <a:pt x="426" y="2111"/>
                  </a:lnTo>
                  <a:cubicBezTo>
                    <a:pt x="426" y="2278"/>
                    <a:pt x="375" y="2382"/>
                    <a:pt x="375" y="2549"/>
                  </a:cubicBezTo>
                  <a:lnTo>
                    <a:pt x="104" y="2601"/>
                  </a:lnTo>
                  <a:cubicBezTo>
                    <a:pt x="52" y="2652"/>
                    <a:pt x="1" y="2704"/>
                    <a:pt x="1" y="2756"/>
                  </a:cubicBezTo>
                  <a:lnTo>
                    <a:pt x="259" y="3774"/>
                  </a:lnTo>
                  <a:cubicBezTo>
                    <a:pt x="305" y="3820"/>
                    <a:pt x="344" y="3860"/>
                    <a:pt x="382" y="3860"/>
                  </a:cubicBezTo>
                  <a:cubicBezTo>
                    <a:pt x="397" y="3860"/>
                    <a:pt x="411" y="3853"/>
                    <a:pt x="426" y="3839"/>
                  </a:cubicBezTo>
                  <a:lnTo>
                    <a:pt x="697" y="3774"/>
                  </a:lnTo>
                  <a:cubicBezTo>
                    <a:pt x="749" y="3942"/>
                    <a:pt x="852" y="4045"/>
                    <a:pt x="968" y="4161"/>
                  </a:cubicBezTo>
                  <a:lnTo>
                    <a:pt x="800" y="4367"/>
                  </a:lnTo>
                  <a:lnTo>
                    <a:pt x="800" y="4483"/>
                  </a:lnTo>
                  <a:lnTo>
                    <a:pt x="852" y="4535"/>
                  </a:lnTo>
                  <a:lnTo>
                    <a:pt x="1767" y="5064"/>
                  </a:lnTo>
                  <a:lnTo>
                    <a:pt x="1819" y="5064"/>
                  </a:lnTo>
                  <a:cubicBezTo>
                    <a:pt x="1870" y="5064"/>
                    <a:pt x="1935" y="5064"/>
                    <a:pt x="1935" y="5012"/>
                  </a:cubicBezTo>
                  <a:lnTo>
                    <a:pt x="2038" y="4857"/>
                  </a:lnTo>
                  <a:cubicBezTo>
                    <a:pt x="2193" y="4857"/>
                    <a:pt x="2360" y="4909"/>
                    <a:pt x="2515" y="4909"/>
                  </a:cubicBezTo>
                  <a:lnTo>
                    <a:pt x="2580" y="5128"/>
                  </a:lnTo>
                  <a:cubicBezTo>
                    <a:pt x="2580" y="5180"/>
                    <a:pt x="2580" y="5180"/>
                    <a:pt x="2631" y="5180"/>
                  </a:cubicBezTo>
                  <a:cubicBezTo>
                    <a:pt x="2631" y="5231"/>
                    <a:pt x="2683" y="5231"/>
                    <a:pt x="2734" y="5231"/>
                  </a:cubicBezTo>
                  <a:lnTo>
                    <a:pt x="3701" y="4961"/>
                  </a:lnTo>
                  <a:cubicBezTo>
                    <a:pt x="3753" y="4961"/>
                    <a:pt x="3753" y="4961"/>
                    <a:pt x="3805" y="4909"/>
                  </a:cubicBezTo>
                  <a:lnTo>
                    <a:pt x="3805" y="4857"/>
                  </a:lnTo>
                  <a:lnTo>
                    <a:pt x="3753" y="4587"/>
                  </a:lnTo>
                  <a:cubicBezTo>
                    <a:pt x="3921" y="4483"/>
                    <a:pt x="4075" y="4367"/>
                    <a:pt x="4243" y="4213"/>
                  </a:cubicBezTo>
                  <a:lnTo>
                    <a:pt x="4449" y="4367"/>
                  </a:lnTo>
                  <a:lnTo>
                    <a:pt x="4514" y="4367"/>
                  </a:lnTo>
                  <a:cubicBezTo>
                    <a:pt x="4565" y="4367"/>
                    <a:pt x="4617" y="4316"/>
                    <a:pt x="4617" y="4316"/>
                  </a:cubicBezTo>
                  <a:lnTo>
                    <a:pt x="5094" y="3400"/>
                  </a:lnTo>
                  <a:cubicBezTo>
                    <a:pt x="5159" y="3400"/>
                    <a:pt x="5159" y="3349"/>
                    <a:pt x="5094" y="3297"/>
                  </a:cubicBezTo>
                  <a:cubicBezTo>
                    <a:pt x="5094" y="3297"/>
                    <a:pt x="5094" y="3246"/>
                    <a:pt x="5042" y="3246"/>
                  </a:cubicBezTo>
                  <a:lnTo>
                    <a:pt x="4836" y="3129"/>
                  </a:lnTo>
                  <a:cubicBezTo>
                    <a:pt x="4836" y="2975"/>
                    <a:pt x="4888" y="2807"/>
                    <a:pt x="4888" y="2652"/>
                  </a:cubicBezTo>
                  <a:lnTo>
                    <a:pt x="5159" y="2601"/>
                  </a:lnTo>
                  <a:cubicBezTo>
                    <a:pt x="5210" y="2601"/>
                    <a:pt x="5262" y="2485"/>
                    <a:pt x="5210" y="2433"/>
                  </a:cubicBezTo>
                  <a:lnTo>
                    <a:pt x="4991" y="1466"/>
                  </a:lnTo>
                  <a:cubicBezTo>
                    <a:pt x="4939" y="1363"/>
                    <a:pt x="4888" y="1363"/>
                    <a:pt x="4836" y="1363"/>
                  </a:cubicBezTo>
                  <a:lnTo>
                    <a:pt x="4514" y="1466"/>
                  </a:lnTo>
                  <a:cubicBezTo>
                    <a:pt x="4449" y="1311"/>
                    <a:pt x="4346" y="1195"/>
                    <a:pt x="4243" y="1144"/>
                  </a:cubicBezTo>
                  <a:lnTo>
                    <a:pt x="4398" y="821"/>
                  </a:lnTo>
                  <a:cubicBezTo>
                    <a:pt x="4449" y="770"/>
                    <a:pt x="4449" y="718"/>
                    <a:pt x="4398" y="667"/>
                  </a:cubicBezTo>
                  <a:lnTo>
                    <a:pt x="3482" y="125"/>
                  </a:lnTo>
                  <a:cubicBezTo>
                    <a:pt x="3431" y="125"/>
                    <a:pt x="3379" y="125"/>
                    <a:pt x="3328" y="177"/>
                  </a:cubicBezTo>
                  <a:lnTo>
                    <a:pt x="3160" y="499"/>
                  </a:lnTo>
                  <a:cubicBezTo>
                    <a:pt x="3005" y="447"/>
                    <a:pt x="2902" y="447"/>
                    <a:pt x="2786" y="396"/>
                  </a:cubicBezTo>
                  <a:lnTo>
                    <a:pt x="2683" y="73"/>
                  </a:lnTo>
                  <a:cubicBezTo>
                    <a:pt x="2683" y="37"/>
                    <a:pt x="2657" y="1"/>
                    <a:pt x="260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04;p32">
              <a:extLst>
                <a:ext uri="{FF2B5EF4-FFF2-40B4-BE49-F238E27FC236}">
                  <a16:creationId xmlns:a16="http://schemas.microsoft.com/office/drawing/2014/main" id="{41CC6DDC-E6DA-D6C7-80BA-FE383F691FE8}"/>
                </a:ext>
              </a:extLst>
            </p:cNvPr>
            <p:cNvSpPr/>
            <p:nvPr/>
          </p:nvSpPr>
          <p:spPr>
            <a:xfrm>
              <a:off x="3227800" y="4371150"/>
              <a:ext cx="80625" cy="80625"/>
            </a:xfrm>
            <a:custGeom>
              <a:avLst/>
              <a:gdLst/>
              <a:ahLst/>
              <a:cxnLst/>
              <a:rect l="l" t="t" r="r" b="b"/>
              <a:pathLst>
                <a:path w="3225" h="3225" extrusionOk="0">
                  <a:moveTo>
                    <a:pt x="1612" y="271"/>
                  </a:moveTo>
                  <a:cubicBezTo>
                    <a:pt x="1986" y="271"/>
                    <a:pt x="2309" y="426"/>
                    <a:pt x="2579" y="645"/>
                  </a:cubicBezTo>
                  <a:cubicBezTo>
                    <a:pt x="2786" y="916"/>
                    <a:pt x="2953" y="1238"/>
                    <a:pt x="2953" y="1612"/>
                  </a:cubicBezTo>
                  <a:cubicBezTo>
                    <a:pt x="2953" y="1986"/>
                    <a:pt x="2786" y="2309"/>
                    <a:pt x="2579" y="2579"/>
                  </a:cubicBezTo>
                  <a:cubicBezTo>
                    <a:pt x="2309" y="2850"/>
                    <a:pt x="1986" y="2953"/>
                    <a:pt x="1612" y="2953"/>
                  </a:cubicBezTo>
                  <a:cubicBezTo>
                    <a:pt x="1238" y="2953"/>
                    <a:pt x="916" y="2850"/>
                    <a:pt x="645" y="2579"/>
                  </a:cubicBezTo>
                  <a:cubicBezTo>
                    <a:pt x="426" y="2309"/>
                    <a:pt x="271" y="1986"/>
                    <a:pt x="271" y="1612"/>
                  </a:cubicBezTo>
                  <a:cubicBezTo>
                    <a:pt x="271" y="1238"/>
                    <a:pt x="426" y="916"/>
                    <a:pt x="645" y="645"/>
                  </a:cubicBezTo>
                  <a:cubicBezTo>
                    <a:pt x="916" y="426"/>
                    <a:pt x="1238" y="271"/>
                    <a:pt x="1612" y="271"/>
                  </a:cubicBezTo>
                  <a:close/>
                  <a:moveTo>
                    <a:pt x="1612" y="1"/>
                  </a:moveTo>
                  <a:cubicBezTo>
                    <a:pt x="748" y="1"/>
                    <a:pt x="0" y="748"/>
                    <a:pt x="0" y="1612"/>
                  </a:cubicBezTo>
                  <a:cubicBezTo>
                    <a:pt x="0" y="2528"/>
                    <a:pt x="748" y="3224"/>
                    <a:pt x="1612" y="3224"/>
                  </a:cubicBezTo>
                  <a:cubicBezTo>
                    <a:pt x="2463" y="3224"/>
                    <a:pt x="3224" y="2528"/>
                    <a:pt x="3224" y="1612"/>
                  </a:cubicBezTo>
                  <a:cubicBezTo>
                    <a:pt x="3224" y="748"/>
                    <a:pt x="2463" y="1"/>
                    <a:pt x="1612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05;p32">
              <a:extLst>
                <a:ext uri="{FF2B5EF4-FFF2-40B4-BE49-F238E27FC236}">
                  <a16:creationId xmlns:a16="http://schemas.microsoft.com/office/drawing/2014/main" id="{34272A45-857F-E865-171A-2B030A2BAB07}"/>
                </a:ext>
              </a:extLst>
            </p:cNvPr>
            <p:cNvSpPr/>
            <p:nvPr/>
          </p:nvSpPr>
          <p:spPr>
            <a:xfrm>
              <a:off x="3344500" y="4534925"/>
              <a:ext cx="154425" cy="156025"/>
            </a:xfrm>
            <a:custGeom>
              <a:avLst/>
              <a:gdLst/>
              <a:ahLst/>
              <a:cxnLst/>
              <a:rect l="l" t="t" r="r" b="b"/>
              <a:pathLst>
                <a:path w="6177" h="6241" extrusionOk="0">
                  <a:moveTo>
                    <a:pt x="3069" y="1135"/>
                  </a:moveTo>
                  <a:cubicBezTo>
                    <a:pt x="4243" y="1135"/>
                    <a:pt x="5158" y="2050"/>
                    <a:pt x="5158" y="3172"/>
                  </a:cubicBezTo>
                  <a:cubicBezTo>
                    <a:pt x="5158" y="4307"/>
                    <a:pt x="4243" y="5209"/>
                    <a:pt x="3069" y="5209"/>
                  </a:cubicBezTo>
                  <a:cubicBezTo>
                    <a:pt x="1934" y="5209"/>
                    <a:pt x="1019" y="4307"/>
                    <a:pt x="1019" y="3172"/>
                  </a:cubicBezTo>
                  <a:cubicBezTo>
                    <a:pt x="1019" y="2050"/>
                    <a:pt x="1934" y="1135"/>
                    <a:pt x="3069" y="1135"/>
                  </a:cubicBezTo>
                  <a:close/>
                  <a:moveTo>
                    <a:pt x="2902" y="0"/>
                  </a:moveTo>
                  <a:lnTo>
                    <a:pt x="1831" y="219"/>
                  </a:lnTo>
                  <a:lnTo>
                    <a:pt x="1934" y="645"/>
                  </a:lnTo>
                  <a:cubicBezTo>
                    <a:pt x="1934" y="696"/>
                    <a:pt x="1934" y="761"/>
                    <a:pt x="1883" y="812"/>
                  </a:cubicBezTo>
                  <a:cubicBezTo>
                    <a:pt x="1612" y="916"/>
                    <a:pt x="1406" y="1135"/>
                    <a:pt x="1187" y="1289"/>
                  </a:cubicBezTo>
                  <a:cubicBezTo>
                    <a:pt x="1187" y="1341"/>
                    <a:pt x="1083" y="1341"/>
                    <a:pt x="1083" y="1341"/>
                  </a:cubicBezTo>
                  <a:lnTo>
                    <a:pt x="697" y="1135"/>
                  </a:lnTo>
                  <a:lnTo>
                    <a:pt x="168" y="2102"/>
                  </a:lnTo>
                  <a:lnTo>
                    <a:pt x="490" y="2257"/>
                  </a:lnTo>
                  <a:cubicBezTo>
                    <a:pt x="542" y="2308"/>
                    <a:pt x="542" y="2373"/>
                    <a:pt x="542" y="2424"/>
                  </a:cubicBezTo>
                  <a:cubicBezTo>
                    <a:pt x="490" y="2631"/>
                    <a:pt x="439" y="2901"/>
                    <a:pt x="439" y="3172"/>
                  </a:cubicBezTo>
                  <a:cubicBezTo>
                    <a:pt x="439" y="3224"/>
                    <a:pt x="374" y="3224"/>
                    <a:pt x="323" y="3275"/>
                  </a:cubicBezTo>
                  <a:lnTo>
                    <a:pt x="0" y="3391"/>
                  </a:lnTo>
                  <a:lnTo>
                    <a:pt x="271" y="4410"/>
                  </a:lnTo>
                  <a:lnTo>
                    <a:pt x="593" y="4358"/>
                  </a:lnTo>
                  <a:cubicBezTo>
                    <a:pt x="645" y="4358"/>
                    <a:pt x="697" y="4358"/>
                    <a:pt x="761" y="4410"/>
                  </a:cubicBezTo>
                  <a:cubicBezTo>
                    <a:pt x="864" y="4629"/>
                    <a:pt x="1019" y="4835"/>
                    <a:pt x="1187" y="5055"/>
                  </a:cubicBezTo>
                  <a:cubicBezTo>
                    <a:pt x="1238" y="5055"/>
                    <a:pt x="1238" y="5158"/>
                    <a:pt x="1187" y="5158"/>
                  </a:cubicBezTo>
                  <a:lnTo>
                    <a:pt x="1019" y="5480"/>
                  </a:lnTo>
                  <a:lnTo>
                    <a:pt x="1986" y="6022"/>
                  </a:lnTo>
                  <a:lnTo>
                    <a:pt x="2154" y="5751"/>
                  </a:lnTo>
                  <a:cubicBezTo>
                    <a:pt x="2154" y="5699"/>
                    <a:pt x="2205" y="5699"/>
                    <a:pt x="2257" y="5699"/>
                  </a:cubicBezTo>
                  <a:cubicBezTo>
                    <a:pt x="2528" y="5803"/>
                    <a:pt x="2798" y="5854"/>
                    <a:pt x="3069" y="5854"/>
                  </a:cubicBezTo>
                  <a:cubicBezTo>
                    <a:pt x="3121" y="5854"/>
                    <a:pt x="3172" y="5854"/>
                    <a:pt x="3172" y="5919"/>
                  </a:cubicBezTo>
                  <a:lnTo>
                    <a:pt x="3275" y="6241"/>
                  </a:lnTo>
                  <a:lnTo>
                    <a:pt x="4359" y="5970"/>
                  </a:lnTo>
                  <a:lnTo>
                    <a:pt x="4243" y="5648"/>
                  </a:lnTo>
                  <a:cubicBezTo>
                    <a:pt x="4243" y="5596"/>
                    <a:pt x="4307" y="5532"/>
                    <a:pt x="4359" y="5532"/>
                  </a:cubicBezTo>
                  <a:cubicBezTo>
                    <a:pt x="4629" y="5377"/>
                    <a:pt x="4836" y="5209"/>
                    <a:pt x="5055" y="4952"/>
                  </a:cubicBezTo>
                  <a:cubicBezTo>
                    <a:pt x="5081" y="4919"/>
                    <a:pt x="5106" y="4903"/>
                    <a:pt x="5132" y="4903"/>
                  </a:cubicBezTo>
                  <a:cubicBezTo>
                    <a:pt x="5158" y="4903"/>
                    <a:pt x="5184" y="4919"/>
                    <a:pt x="5210" y="4952"/>
                  </a:cubicBezTo>
                  <a:lnTo>
                    <a:pt x="5480" y="5106"/>
                  </a:lnTo>
                  <a:lnTo>
                    <a:pt x="6022" y="4139"/>
                  </a:lnTo>
                  <a:lnTo>
                    <a:pt x="5751" y="3984"/>
                  </a:lnTo>
                  <a:cubicBezTo>
                    <a:pt x="5700" y="3920"/>
                    <a:pt x="5648" y="3868"/>
                    <a:pt x="5700" y="3817"/>
                  </a:cubicBezTo>
                  <a:cubicBezTo>
                    <a:pt x="5700" y="3598"/>
                    <a:pt x="5751" y="3391"/>
                    <a:pt x="5751" y="3172"/>
                  </a:cubicBezTo>
                  <a:lnTo>
                    <a:pt x="5751" y="3069"/>
                  </a:lnTo>
                  <a:cubicBezTo>
                    <a:pt x="5751" y="3017"/>
                    <a:pt x="5803" y="2953"/>
                    <a:pt x="5854" y="2953"/>
                  </a:cubicBezTo>
                  <a:lnTo>
                    <a:pt x="6177" y="2850"/>
                  </a:lnTo>
                  <a:lnTo>
                    <a:pt x="5919" y="1779"/>
                  </a:lnTo>
                  <a:lnTo>
                    <a:pt x="5532" y="1883"/>
                  </a:lnTo>
                  <a:cubicBezTo>
                    <a:pt x="5480" y="1883"/>
                    <a:pt x="5429" y="1883"/>
                    <a:pt x="5377" y="1831"/>
                  </a:cubicBezTo>
                  <a:cubicBezTo>
                    <a:pt x="5274" y="1612"/>
                    <a:pt x="5106" y="1457"/>
                    <a:pt x="4952" y="1289"/>
                  </a:cubicBezTo>
                  <a:cubicBezTo>
                    <a:pt x="4887" y="1238"/>
                    <a:pt x="4887" y="1186"/>
                    <a:pt x="4952" y="1135"/>
                  </a:cubicBezTo>
                  <a:lnTo>
                    <a:pt x="5158" y="761"/>
                  </a:lnTo>
                  <a:lnTo>
                    <a:pt x="4191" y="168"/>
                  </a:lnTo>
                  <a:lnTo>
                    <a:pt x="3985" y="542"/>
                  </a:lnTo>
                  <a:cubicBezTo>
                    <a:pt x="3939" y="578"/>
                    <a:pt x="3900" y="615"/>
                    <a:pt x="3863" y="615"/>
                  </a:cubicBezTo>
                  <a:cubicBezTo>
                    <a:pt x="3847" y="615"/>
                    <a:pt x="3832" y="608"/>
                    <a:pt x="3817" y="593"/>
                  </a:cubicBezTo>
                  <a:cubicBezTo>
                    <a:pt x="3598" y="542"/>
                    <a:pt x="3392" y="542"/>
                    <a:pt x="3121" y="542"/>
                  </a:cubicBezTo>
                  <a:cubicBezTo>
                    <a:pt x="3069" y="542"/>
                    <a:pt x="3018" y="490"/>
                    <a:pt x="3018" y="438"/>
                  </a:cubicBezTo>
                  <a:lnTo>
                    <a:pt x="2902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06;p32">
              <a:extLst>
                <a:ext uri="{FF2B5EF4-FFF2-40B4-BE49-F238E27FC236}">
                  <a16:creationId xmlns:a16="http://schemas.microsoft.com/office/drawing/2014/main" id="{3B1E7B8B-72F3-979D-18B2-134C845B1109}"/>
                </a:ext>
              </a:extLst>
            </p:cNvPr>
            <p:cNvSpPr/>
            <p:nvPr/>
          </p:nvSpPr>
          <p:spPr>
            <a:xfrm>
              <a:off x="3336425" y="4528150"/>
              <a:ext cx="170575" cy="169250"/>
            </a:xfrm>
            <a:custGeom>
              <a:avLst/>
              <a:gdLst/>
              <a:ahLst/>
              <a:cxnLst/>
              <a:rect l="l" t="t" r="r" b="b"/>
              <a:pathLst>
                <a:path w="6823" h="6770" extrusionOk="0">
                  <a:moveTo>
                    <a:pt x="3225" y="271"/>
                  </a:moveTo>
                  <a:lnTo>
                    <a:pt x="3341" y="709"/>
                  </a:lnTo>
                  <a:cubicBezTo>
                    <a:pt x="3341" y="761"/>
                    <a:pt x="3392" y="813"/>
                    <a:pt x="3444" y="813"/>
                  </a:cubicBezTo>
                  <a:cubicBezTo>
                    <a:pt x="3715" y="813"/>
                    <a:pt x="3921" y="813"/>
                    <a:pt x="4140" y="864"/>
                  </a:cubicBezTo>
                  <a:cubicBezTo>
                    <a:pt x="4155" y="879"/>
                    <a:pt x="4170" y="886"/>
                    <a:pt x="4186" y="886"/>
                  </a:cubicBezTo>
                  <a:cubicBezTo>
                    <a:pt x="4223" y="886"/>
                    <a:pt x="4262" y="849"/>
                    <a:pt x="4308" y="813"/>
                  </a:cubicBezTo>
                  <a:lnTo>
                    <a:pt x="4514" y="439"/>
                  </a:lnTo>
                  <a:lnTo>
                    <a:pt x="5481" y="1032"/>
                  </a:lnTo>
                  <a:lnTo>
                    <a:pt x="5275" y="1406"/>
                  </a:lnTo>
                  <a:cubicBezTo>
                    <a:pt x="5210" y="1457"/>
                    <a:pt x="5210" y="1509"/>
                    <a:pt x="5275" y="1560"/>
                  </a:cubicBezTo>
                  <a:cubicBezTo>
                    <a:pt x="5429" y="1728"/>
                    <a:pt x="5597" y="1883"/>
                    <a:pt x="5700" y="2102"/>
                  </a:cubicBezTo>
                  <a:cubicBezTo>
                    <a:pt x="5752" y="2154"/>
                    <a:pt x="5803" y="2154"/>
                    <a:pt x="5855" y="2154"/>
                  </a:cubicBezTo>
                  <a:lnTo>
                    <a:pt x="6242" y="2050"/>
                  </a:lnTo>
                  <a:lnTo>
                    <a:pt x="6500" y="3121"/>
                  </a:lnTo>
                  <a:lnTo>
                    <a:pt x="6177" y="3224"/>
                  </a:lnTo>
                  <a:cubicBezTo>
                    <a:pt x="6126" y="3224"/>
                    <a:pt x="6074" y="3288"/>
                    <a:pt x="6074" y="3340"/>
                  </a:cubicBezTo>
                  <a:lnTo>
                    <a:pt x="6074" y="3443"/>
                  </a:lnTo>
                  <a:cubicBezTo>
                    <a:pt x="6074" y="3662"/>
                    <a:pt x="6023" y="3869"/>
                    <a:pt x="6023" y="4088"/>
                  </a:cubicBezTo>
                  <a:cubicBezTo>
                    <a:pt x="5971" y="4139"/>
                    <a:pt x="6023" y="4191"/>
                    <a:pt x="6074" y="4255"/>
                  </a:cubicBezTo>
                  <a:lnTo>
                    <a:pt x="6345" y="4410"/>
                  </a:lnTo>
                  <a:lnTo>
                    <a:pt x="5803" y="5377"/>
                  </a:lnTo>
                  <a:lnTo>
                    <a:pt x="5533" y="5223"/>
                  </a:lnTo>
                  <a:cubicBezTo>
                    <a:pt x="5507" y="5190"/>
                    <a:pt x="5481" y="5174"/>
                    <a:pt x="5455" y="5174"/>
                  </a:cubicBezTo>
                  <a:cubicBezTo>
                    <a:pt x="5429" y="5174"/>
                    <a:pt x="5404" y="5190"/>
                    <a:pt x="5378" y="5223"/>
                  </a:cubicBezTo>
                  <a:cubicBezTo>
                    <a:pt x="5159" y="5480"/>
                    <a:pt x="4952" y="5648"/>
                    <a:pt x="4682" y="5803"/>
                  </a:cubicBezTo>
                  <a:cubicBezTo>
                    <a:pt x="4630" y="5803"/>
                    <a:pt x="4566" y="5867"/>
                    <a:pt x="4566" y="5919"/>
                  </a:cubicBezTo>
                  <a:lnTo>
                    <a:pt x="4682" y="6241"/>
                  </a:lnTo>
                  <a:lnTo>
                    <a:pt x="3598" y="6512"/>
                  </a:lnTo>
                  <a:lnTo>
                    <a:pt x="3495" y="6190"/>
                  </a:lnTo>
                  <a:cubicBezTo>
                    <a:pt x="3495" y="6125"/>
                    <a:pt x="3444" y="6125"/>
                    <a:pt x="3392" y="6125"/>
                  </a:cubicBezTo>
                  <a:cubicBezTo>
                    <a:pt x="3121" y="6125"/>
                    <a:pt x="2851" y="6074"/>
                    <a:pt x="2580" y="5970"/>
                  </a:cubicBezTo>
                  <a:cubicBezTo>
                    <a:pt x="2528" y="5970"/>
                    <a:pt x="2477" y="5970"/>
                    <a:pt x="2477" y="6022"/>
                  </a:cubicBezTo>
                  <a:lnTo>
                    <a:pt x="2309" y="6293"/>
                  </a:lnTo>
                  <a:lnTo>
                    <a:pt x="1342" y="5751"/>
                  </a:lnTo>
                  <a:lnTo>
                    <a:pt x="1510" y="5429"/>
                  </a:lnTo>
                  <a:cubicBezTo>
                    <a:pt x="1561" y="5429"/>
                    <a:pt x="1561" y="5326"/>
                    <a:pt x="1510" y="5326"/>
                  </a:cubicBezTo>
                  <a:cubicBezTo>
                    <a:pt x="1342" y="5106"/>
                    <a:pt x="1187" y="4900"/>
                    <a:pt x="1084" y="4681"/>
                  </a:cubicBezTo>
                  <a:cubicBezTo>
                    <a:pt x="1020" y="4629"/>
                    <a:pt x="968" y="4629"/>
                    <a:pt x="916" y="4629"/>
                  </a:cubicBezTo>
                  <a:lnTo>
                    <a:pt x="594" y="4681"/>
                  </a:lnTo>
                  <a:lnTo>
                    <a:pt x="323" y="3662"/>
                  </a:lnTo>
                  <a:lnTo>
                    <a:pt x="646" y="3546"/>
                  </a:lnTo>
                  <a:cubicBezTo>
                    <a:pt x="697" y="3495"/>
                    <a:pt x="762" y="3495"/>
                    <a:pt x="762" y="3443"/>
                  </a:cubicBezTo>
                  <a:cubicBezTo>
                    <a:pt x="762" y="3172"/>
                    <a:pt x="813" y="2902"/>
                    <a:pt x="865" y="2695"/>
                  </a:cubicBezTo>
                  <a:cubicBezTo>
                    <a:pt x="865" y="2644"/>
                    <a:pt x="865" y="2579"/>
                    <a:pt x="813" y="2528"/>
                  </a:cubicBezTo>
                  <a:lnTo>
                    <a:pt x="491" y="2373"/>
                  </a:lnTo>
                  <a:lnTo>
                    <a:pt x="1020" y="1406"/>
                  </a:lnTo>
                  <a:lnTo>
                    <a:pt x="1406" y="1612"/>
                  </a:lnTo>
                  <a:cubicBezTo>
                    <a:pt x="1406" y="1612"/>
                    <a:pt x="1510" y="1612"/>
                    <a:pt x="1510" y="1560"/>
                  </a:cubicBezTo>
                  <a:cubicBezTo>
                    <a:pt x="1729" y="1406"/>
                    <a:pt x="1935" y="1187"/>
                    <a:pt x="2206" y="1083"/>
                  </a:cubicBezTo>
                  <a:cubicBezTo>
                    <a:pt x="2257" y="1032"/>
                    <a:pt x="2257" y="967"/>
                    <a:pt x="2257" y="916"/>
                  </a:cubicBezTo>
                  <a:lnTo>
                    <a:pt x="2154" y="490"/>
                  </a:lnTo>
                  <a:lnTo>
                    <a:pt x="3225" y="271"/>
                  </a:lnTo>
                  <a:close/>
                  <a:moveTo>
                    <a:pt x="3276" y="0"/>
                  </a:moveTo>
                  <a:lnTo>
                    <a:pt x="1987" y="323"/>
                  </a:lnTo>
                  <a:cubicBezTo>
                    <a:pt x="1935" y="323"/>
                    <a:pt x="1883" y="387"/>
                    <a:pt x="1883" y="439"/>
                  </a:cubicBezTo>
                  <a:lnTo>
                    <a:pt x="1987" y="916"/>
                  </a:lnTo>
                  <a:cubicBezTo>
                    <a:pt x="1780" y="1032"/>
                    <a:pt x="1613" y="1187"/>
                    <a:pt x="1406" y="1354"/>
                  </a:cubicBezTo>
                  <a:lnTo>
                    <a:pt x="1020" y="1135"/>
                  </a:lnTo>
                  <a:cubicBezTo>
                    <a:pt x="968" y="1083"/>
                    <a:pt x="968" y="1083"/>
                    <a:pt x="916" y="1083"/>
                  </a:cubicBezTo>
                  <a:cubicBezTo>
                    <a:pt x="916" y="1135"/>
                    <a:pt x="865" y="1135"/>
                    <a:pt x="865" y="1187"/>
                  </a:cubicBezTo>
                  <a:lnTo>
                    <a:pt x="168" y="2321"/>
                  </a:lnTo>
                  <a:cubicBezTo>
                    <a:pt x="168" y="2424"/>
                    <a:pt x="168" y="2476"/>
                    <a:pt x="220" y="2528"/>
                  </a:cubicBezTo>
                  <a:lnTo>
                    <a:pt x="594" y="2695"/>
                  </a:lnTo>
                  <a:cubicBezTo>
                    <a:pt x="542" y="2902"/>
                    <a:pt x="542" y="3121"/>
                    <a:pt x="491" y="3340"/>
                  </a:cubicBezTo>
                  <a:lnTo>
                    <a:pt x="117" y="3443"/>
                  </a:lnTo>
                  <a:cubicBezTo>
                    <a:pt x="52" y="3443"/>
                    <a:pt x="1" y="3495"/>
                    <a:pt x="1" y="3611"/>
                  </a:cubicBezTo>
                  <a:lnTo>
                    <a:pt x="375" y="4900"/>
                  </a:lnTo>
                  <a:cubicBezTo>
                    <a:pt x="375" y="4937"/>
                    <a:pt x="433" y="4973"/>
                    <a:pt x="485" y="4973"/>
                  </a:cubicBezTo>
                  <a:cubicBezTo>
                    <a:pt x="507" y="4973"/>
                    <a:pt x="527" y="4967"/>
                    <a:pt x="542" y="4952"/>
                  </a:cubicBezTo>
                  <a:lnTo>
                    <a:pt x="865" y="4900"/>
                  </a:lnTo>
                  <a:cubicBezTo>
                    <a:pt x="968" y="5055"/>
                    <a:pt x="1136" y="5274"/>
                    <a:pt x="1290" y="5429"/>
                  </a:cubicBezTo>
                  <a:lnTo>
                    <a:pt x="1084" y="5700"/>
                  </a:lnTo>
                  <a:cubicBezTo>
                    <a:pt x="1020" y="5751"/>
                    <a:pt x="1084" y="5867"/>
                    <a:pt x="1136" y="5867"/>
                  </a:cubicBezTo>
                  <a:lnTo>
                    <a:pt x="2309" y="6564"/>
                  </a:lnTo>
                  <a:cubicBezTo>
                    <a:pt x="2309" y="6615"/>
                    <a:pt x="2373" y="6615"/>
                    <a:pt x="2373" y="6615"/>
                  </a:cubicBezTo>
                  <a:cubicBezTo>
                    <a:pt x="2425" y="6564"/>
                    <a:pt x="2425" y="6564"/>
                    <a:pt x="2477" y="6564"/>
                  </a:cubicBezTo>
                  <a:lnTo>
                    <a:pt x="2631" y="6241"/>
                  </a:lnTo>
                  <a:cubicBezTo>
                    <a:pt x="2851" y="6293"/>
                    <a:pt x="3070" y="6344"/>
                    <a:pt x="3276" y="6344"/>
                  </a:cubicBezTo>
                  <a:lnTo>
                    <a:pt x="3392" y="6667"/>
                  </a:lnTo>
                  <a:cubicBezTo>
                    <a:pt x="3392" y="6718"/>
                    <a:pt x="3392" y="6718"/>
                    <a:pt x="3444" y="6770"/>
                  </a:cubicBezTo>
                  <a:lnTo>
                    <a:pt x="3495" y="6770"/>
                  </a:lnTo>
                  <a:lnTo>
                    <a:pt x="4836" y="6448"/>
                  </a:lnTo>
                  <a:cubicBezTo>
                    <a:pt x="4888" y="6448"/>
                    <a:pt x="4888" y="6448"/>
                    <a:pt x="4888" y="6396"/>
                  </a:cubicBezTo>
                  <a:cubicBezTo>
                    <a:pt x="4952" y="6396"/>
                    <a:pt x="4952" y="6344"/>
                    <a:pt x="4952" y="6293"/>
                  </a:cubicBezTo>
                  <a:lnTo>
                    <a:pt x="4836" y="5970"/>
                  </a:lnTo>
                  <a:cubicBezTo>
                    <a:pt x="5107" y="5867"/>
                    <a:pt x="5326" y="5648"/>
                    <a:pt x="5481" y="5480"/>
                  </a:cubicBezTo>
                  <a:lnTo>
                    <a:pt x="5803" y="5648"/>
                  </a:lnTo>
                  <a:lnTo>
                    <a:pt x="5919" y="5648"/>
                  </a:lnTo>
                  <a:cubicBezTo>
                    <a:pt x="5919" y="5648"/>
                    <a:pt x="5971" y="5648"/>
                    <a:pt x="5971" y="5596"/>
                  </a:cubicBezTo>
                  <a:lnTo>
                    <a:pt x="6667" y="4410"/>
                  </a:lnTo>
                  <a:lnTo>
                    <a:pt x="6667" y="4307"/>
                  </a:lnTo>
                  <a:lnTo>
                    <a:pt x="6616" y="4255"/>
                  </a:lnTo>
                  <a:lnTo>
                    <a:pt x="6242" y="4036"/>
                  </a:lnTo>
                  <a:cubicBezTo>
                    <a:pt x="6293" y="3869"/>
                    <a:pt x="6345" y="3662"/>
                    <a:pt x="6345" y="3443"/>
                  </a:cubicBezTo>
                  <a:lnTo>
                    <a:pt x="6719" y="3340"/>
                  </a:lnTo>
                  <a:cubicBezTo>
                    <a:pt x="6771" y="3340"/>
                    <a:pt x="6822" y="3224"/>
                    <a:pt x="6771" y="3172"/>
                  </a:cubicBezTo>
                  <a:lnTo>
                    <a:pt x="6448" y="1883"/>
                  </a:lnTo>
                  <a:cubicBezTo>
                    <a:pt x="6448" y="1831"/>
                    <a:pt x="6397" y="1831"/>
                    <a:pt x="6397" y="1780"/>
                  </a:cubicBezTo>
                  <a:lnTo>
                    <a:pt x="6293" y="1780"/>
                  </a:lnTo>
                  <a:lnTo>
                    <a:pt x="5855" y="1883"/>
                  </a:lnTo>
                  <a:cubicBezTo>
                    <a:pt x="5752" y="1728"/>
                    <a:pt x="5649" y="1560"/>
                    <a:pt x="5481" y="1457"/>
                  </a:cubicBezTo>
                  <a:lnTo>
                    <a:pt x="5752" y="1032"/>
                  </a:lnTo>
                  <a:cubicBezTo>
                    <a:pt x="5752" y="967"/>
                    <a:pt x="5752" y="916"/>
                    <a:pt x="5700" y="864"/>
                  </a:cubicBezTo>
                  <a:lnTo>
                    <a:pt x="4514" y="168"/>
                  </a:lnTo>
                  <a:lnTo>
                    <a:pt x="4462" y="168"/>
                  </a:lnTo>
                  <a:cubicBezTo>
                    <a:pt x="4411" y="168"/>
                    <a:pt x="4411" y="219"/>
                    <a:pt x="4359" y="219"/>
                  </a:cubicBezTo>
                  <a:lnTo>
                    <a:pt x="4140" y="645"/>
                  </a:lnTo>
                  <a:cubicBezTo>
                    <a:pt x="3921" y="593"/>
                    <a:pt x="3766" y="542"/>
                    <a:pt x="3547" y="542"/>
                  </a:cubicBezTo>
                  <a:lnTo>
                    <a:pt x="3444" y="65"/>
                  </a:lnTo>
                  <a:cubicBezTo>
                    <a:pt x="3444" y="65"/>
                    <a:pt x="3444" y="0"/>
                    <a:pt x="339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07;p32">
              <a:extLst>
                <a:ext uri="{FF2B5EF4-FFF2-40B4-BE49-F238E27FC236}">
                  <a16:creationId xmlns:a16="http://schemas.microsoft.com/office/drawing/2014/main" id="{E66624A6-6B4D-003A-ED50-E649A539CC76}"/>
                </a:ext>
              </a:extLst>
            </p:cNvPr>
            <p:cNvSpPr/>
            <p:nvPr/>
          </p:nvSpPr>
          <p:spPr>
            <a:xfrm>
              <a:off x="3369950" y="4563275"/>
              <a:ext cx="103525" cy="101900"/>
            </a:xfrm>
            <a:custGeom>
              <a:avLst/>
              <a:gdLst/>
              <a:ahLst/>
              <a:cxnLst/>
              <a:rect l="l" t="t" r="r" b="b"/>
              <a:pathLst>
                <a:path w="4141" h="4076" extrusionOk="0">
                  <a:moveTo>
                    <a:pt x="2051" y="207"/>
                  </a:moveTo>
                  <a:cubicBezTo>
                    <a:pt x="2580" y="207"/>
                    <a:pt x="3018" y="426"/>
                    <a:pt x="3341" y="749"/>
                  </a:cubicBezTo>
                  <a:cubicBezTo>
                    <a:pt x="3663" y="1071"/>
                    <a:pt x="3869" y="1561"/>
                    <a:pt x="3869" y="2038"/>
                  </a:cubicBezTo>
                  <a:cubicBezTo>
                    <a:pt x="3869" y="2528"/>
                    <a:pt x="3663" y="3005"/>
                    <a:pt x="3341" y="3328"/>
                  </a:cubicBezTo>
                  <a:cubicBezTo>
                    <a:pt x="3018" y="3650"/>
                    <a:pt x="2580" y="3869"/>
                    <a:pt x="2051" y="3869"/>
                  </a:cubicBezTo>
                  <a:cubicBezTo>
                    <a:pt x="1561" y="3869"/>
                    <a:pt x="1136" y="3650"/>
                    <a:pt x="813" y="3328"/>
                  </a:cubicBezTo>
                  <a:cubicBezTo>
                    <a:pt x="439" y="3005"/>
                    <a:pt x="272" y="2528"/>
                    <a:pt x="272" y="2038"/>
                  </a:cubicBezTo>
                  <a:cubicBezTo>
                    <a:pt x="272" y="1561"/>
                    <a:pt x="439" y="1071"/>
                    <a:pt x="813" y="749"/>
                  </a:cubicBezTo>
                  <a:cubicBezTo>
                    <a:pt x="1136" y="426"/>
                    <a:pt x="1561" y="207"/>
                    <a:pt x="2051" y="207"/>
                  </a:cubicBezTo>
                  <a:close/>
                  <a:moveTo>
                    <a:pt x="2051" y="1"/>
                  </a:moveTo>
                  <a:cubicBezTo>
                    <a:pt x="916" y="1"/>
                    <a:pt x="1" y="916"/>
                    <a:pt x="1" y="2038"/>
                  </a:cubicBezTo>
                  <a:cubicBezTo>
                    <a:pt x="1" y="3173"/>
                    <a:pt x="916" y="4075"/>
                    <a:pt x="2051" y="4075"/>
                  </a:cubicBezTo>
                  <a:cubicBezTo>
                    <a:pt x="3225" y="4075"/>
                    <a:pt x="4140" y="3173"/>
                    <a:pt x="4140" y="2038"/>
                  </a:cubicBezTo>
                  <a:cubicBezTo>
                    <a:pt x="4140" y="916"/>
                    <a:pt x="3225" y="1"/>
                    <a:pt x="205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8;p32">
              <a:extLst>
                <a:ext uri="{FF2B5EF4-FFF2-40B4-BE49-F238E27FC236}">
                  <a16:creationId xmlns:a16="http://schemas.microsoft.com/office/drawing/2014/main" id="{83463D3D-0667-AB7E-5E72-58A3F93F77F0}"/>
                </a:ext>
              </a:extLst>
            </p:cNvPr>
            <p:cNvSpPr/>
            <p:nvPr/>
          </p:nvSpPr>
          <p:spPr>
            <a:xfrm>
              <a:off x="3191375" y="4725750"/>
              <a:ext cx="218900" cy="218925"/>
            </a:xfrm>
            <a:custGeom>
              <a:avLst/>
              <a:gdLst/>
              <a:ahLst/>
              <a:cxnLst/>
              <a:rect l="l" t="t" r="r" b="b"/>
              <a:pathLst>
                <a:path w="8756" h="8757" extrusionOk="0">
                  <a:moveTo>
                    <a:pt x="4410" y="1883"/>
                  </a:moveTo>
                  <a:cubicBezTo>
                    <a:pt x="5803" y="1883"/>
                    <a:pt x="6886" y="3005"/>
                    <a:pt x="6886" y="4411"/>
                  </a:cubicBezTo>
                  <a:cubicBezTo>
                    <a:pt x="6886" y="5752"/>
                    <a:pt x="5803" y="6873"/>
                    <a:pt x="4410" y="6873"/>
                  </a:cubicBezTo>
                  <a:cubicBezTo>
                    <a:pt x="3018" y="6873"/>
                    <a:pt x="1883" y="5752"/>
                    <a:pt x="1883" y="4411"/>
                  </a:cubicBezTo>
                  <a:cubicBezTo>
                    <a:pt x="1883" y="3005"/>
                    <a:pt x="3018" y="1883"/>
                    <a:pt x="4410" y="1883"/>
                  </a:cubicBezTo>
                  <a:close/>
                  <a:moveTo>
                    <a:pt x="3920" y="1"/>
                  </a:moveTo>
                  <a:lnTo>
                    <a:pt x="3920" y="542"/>
                  </a:lnTo>
                  <a:cubicBezTo>
                    <a:pt x="3920" y="594"/>
                    <a:pt x="3869" y="645"/>
                    <a:pt x="3817" y="645"/>
                  </a:cubicBezTo>
                  <a:cubicBezTo>
                    <a:pt x="3276" y="697"/>
                    <a:pt x="2747" y="916"/>
                    <a:pt x="2308" y="1187"/>
                  </a:cubicBezTo>
                  <a:cubicBezTo>
                    <a:pt x="2283" y="1213"/>
                    <a:pt x="2257" y="1226"/>
                    <a:pt x="2231" y="1226"/>
                  </a:cubicBezTo>
                  <a:cubicBezTo>
                    <a:pt x="2205" y="1226"/>
                    <a:pt x="2179" y="1213"/>
                    <a:pt x="2154" y="1187"/>
                  </a:cubicBezTo>
                  <a:lnTo>
                    <a:pt x="1831" y="800"/>
                  </a:lnTo>
                  <a:lnTo>
                    <a:pt x="1083" y="1509"/>
                  </a:lnTo>
                  <a:lnTo>
                    <a:pt x="1406" y="1883"/>
                  </a:lnTo>
                  <a:cubicBezTo>
                    <a:pt x="1457" y="1935"/>
                    <a:pt x="1457" y="1986"/>
                    <a:pt x="1406" y="2038"/>
                  </a:cubicBezTo>
                  <a:cubicBezTo>
                    <a:pt x="1019" y="2528"/>
                    <a:pt x="761" y="3121"/>
                    <a:pt x="645" y="3766"/>
                  </a:cubicBezTo>
                  <a:cubicBezTo>
                    <a:pt x="645" y="3817"/>
                    <a:pt x="593" y="3869"/>
                    <a:pt x="542" y="3869"/>
                  </a:cubicBezTo>
                  <a:lnTo>
                    <a:pt x="0" y="3869"/>
                  </a:lnTo>
                  <a:lnTo>
                    <a:pt x="0" y="4888"/>
                  </a:lnTo>
                  <a:lnTo>
                    <a:pt x="542" y="4888"/>
                  </a:lnTo>
                  <a:cubicBezTo>
                    <a:pt x="593" y="4888"/>
                    <a:pt x="645" y="4939"/>
                    <a:pt x="645" y="4991"/>
                  </a:cubicBezTo>
                  <a:cubicBezTo>
                    <a:pt x="761" y="5584"/>
                    <a:pt x="967" y="6177"/>
                    <a:pt x="1341" y="6603"/>
                  </a:cubicBezTo>
                  <a:cubicBezTo>
                    <a:pt x="1341" y="6667"/>
                    <a:pt x="1341" y="6770"/>
                    <a:pt x="1290" y="6770"/>
                  </a:cubicBezTo>
                  <a:lnTo>
                    <a:pt x="967" y="7144"/>
                  </a:lnTo>
                  <a:lnTo>
                    <a:pt x="1664" y="7892"/>
                  </a:lnTo>
                  <a:lnTo>
                    <a:pt x="2051" y="7518"/>
                  </a:lnTo>
                  <a:cubicBezTo>
                    <a:pt x="2076" y="7492"/>
                    <a:pt x="2102" y="7479"/>
                    <a:pt x="2128" y="7479"/>
                  </a:cubicBezTo>
                  <a:cubicBezTo>
                    <a:pt x="2154" y="7479"/>
                    <a:pt x="2179" y="7492"/>
                    <a:pt x="2205" y="7518"/>
                  </a:cubicBezTo>
                  <a:cubicBezTo>
                    <a:pt x="2631" y="7789"/>
                    <a:pt x="3172" y="8060"/>
                    <a:pt x="3766" y="8111"/>
                  </a:cubicBezTo>
                  <a:cubicBezTo>
                    <a:pt x="3817" y="8163"/>
                    <a:pt x="3817" y="8214"/>
                    <a:pt x="3817" y="8279"/>
                  </a:cubicBezTo>
                  <a:lnTo>
                    <a:pt x="3817" y="8756"/>
                  </a:lnTo>
                  <a:lnTo>
                    <a:pt x="4836" y="8756"/>
                  </a:lnTo>
                  <a:lnTo>
                    <a:pt x="4836" y="8279"/>
                  </a:lnTo>
                  <a:cubicBezTo>
                    <a:pt x="4836" y="8214"/>
                    <a:pt x="4887" y="8163"/>
                    <a:pt x="4952" y="8163"/>
                  </a:cubicBezTo>
                  <a:cubicBezTo>
                    <a:pt x="5532" y="8060"/>
                    <a:pt x="6022" y="7841"/>
                    <a:pt x="6448" y="7570"/>
                  </a:cubicBezTo>
                  <a:cubicBezTo>
                    <a:pt x="6465" y="7553"/>
                    <a:pt x="6489" y="7547"/>
                    <a:pt x="6514" y="7547"/>
                  </a:cubicBezTo>
                  <a:cubicBezTo>
                    <a:pt x="6564" y="7547"/>
                    <a:pt x="6615" y="7570"/>
                    <a:pt x="6615" y="7570"/>
                  </a:cubicBezTo>
                  <a:lnTo>
                    <a:pt x="6989" y="7957"/>
                  </a:lnTo>
                  <a:lnTo>
                    <a:pt x="7737" y="7312"/>
                  </a:lnTo>
                  <a:lnTo>
                    <a:pt x="7363" y="6925"/>
                  </a:lnTo>
                  <a:lnTo>
                    <a:pt x="7363" y="6770"/>
                  </a:lnTo>
                  <a:cubicBezTo>
                    <a:pt x="7789" y="6229"/>
                    <a:pt x="8059" y="5636"/>
                    <a:pt x="8175" y="4991"/>
                  </a:cubicBezTo>
                  <a:cubicBezTo>
                    <a:pt x="8175" y="4939"/>
                    <a:pt x="8227" y="4888"/>
                    <a:pt x="8279" y="4888"/>
                  </a:cubicBezTo>
                  <a:lnTo>
                    <a:pt x="8756" y="4888"/>
                  </a:lnTo>
                  <a:lnTo>
                    <a:pt x="8756" y="3869"/>
                  </a:lnTo>
                  <a:lnTo>
                    <a:pt x="8279" y="3869"/>
                  </a:lnTo>
                  <a:cubicBezTo>
                    <a:pt x="8227" y="3869"/>
                    <a:pt x="8175" y="3869"/>
                    <a:pt x="8175" y="3766"/>
                  </a:cubicBezTo>
                  <a:cubicBezTo>
                    <a:pt x="8059" y="3173"/>
                    <a:pt x="7789" y="2631"/>
                    <a:pt x="7466" y="2154"/>
                  </a:cubicBezTo>
                  <a:cubicBezTo>
                    <a:pt x="7415" y="2090"/>
                    <a:pt x="7415" y="2038"/>
                    <a:pt x="7466" y="1986"/>
                  </a:cubicBezTo>
                  <a:lnTo>
                    <a:pt x="7853" y="1612"/>
                  </a:lnTo>
                  <a:lnTo>
                    <a:pt x="7092" y="916"/>
                  </a:lnTo>
                  <a:lnTo>
                    <a:pt x="6770" y="1290"/>
                  </a:lnTo>
                  <a:cubicBezTo>
                    <a:pt x="6736" y="1290"/>
                    <a:pt x="6701" y="1313"/>
                    <a:pt x="6667" y="1313"/>
                  </a:cubicBezTo>
                  <a:cubicBezTo>
                    <a:pt x="6650" y="1313"/>
                    <a:pt x="6632" y="1307"/>
                    <a:pt x="6615" y="1290"/>
                  </a:cubicBezTo>
                  <a:cubicBezTo>
                    <a:pt x="6125" y="968"/>
                    <a:pt x="5648" y="748"/>
                    <a:pt x="5055" y="645"/>
                  </a:cubicBezTo>
                  <a:cubicBezTo>
                    <a:pt x="5003" y="645"/>
                    <a:pt x="4952" y="594"/>
                    <a:pt x="4952" y="542"/>
                  </a:cubicBezTo>
                  <a:lnTo>
                    <a:pt x="4952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09;p32">
              <a:extLst>
                <a:ext uri="{FF2B5EF4-FFF2-40B4-BE49-F238E27FC236}">
                  <a16:creationId xmlns:a16="http://schemas.microsoft.com/office/drawing/2014/main" id="{F5FE27D1-5F27-EDB6-04B3-8D13A0AA314A}"/>
                </a:ext>
              </a:extLst>
            </p:cNvPr>
            <p:cNvSpPr/>
            <p:nvPr/>
          </p:nvSpPr>
          <p:spPr>
            <a:xfrm>
              <a:off x="3186200" y="4718975"/>
              <a:ext cx="230850" cy="232450"/>
            </a:xfrm>
            <a:custGeom>
              <a:avLst/>
              <a:gdLst/>
              <a:ahLst/>
              <a:cxnLst/>
              <a:rect l="l" t="t" r="r" b="b"/>
              <a:pathLst>
                <a:path w="9234" h="9298" extrusionOk="0">
                  <a:moveTo>
                    <a:pt x="5159" y="272"/>
                  </a:moveTo>
                  <a:lnTo>
                    <a:pt x="5159" y="813"/>
                  </a:lnTo>
                  <a:cubicBezTo>
                    <a:pt x="5159" y="865"/>
                    <a:pt x="5210" y="916"/>
                    <a:pt x="5262" y="916"/>
                  </a:cubicBezTo>
                  <a:cubicBezTo>
                    <a:pt x="5855" y="1019"/>
                    <a:pt x="6332" y="1239"/>
                    <a:pt x="6822" y="1561"/>
                  </a:cubicBezTo>
                  <a:cubicBezTo>
                    <a:pt x="6839" y="1578"/>
                    <a:pt x="6857" y="1584"/>
                    <a:pt x="6874" y="1584"/>
                  </a:cubicBezTo>
                  <a:cubicBezTo>
                    <a:pt x="6908" y="1584"/>
                    <a:pt x="6943" y="1561"/>
                    <a:pt x="6977" y="1561"/>
                  </a:cubicBezTo>
                  <a:lnTo>
                    <a:pt x="7299" y="1187"/>
                  </a:lnTo>
                  <a:lnTo>
                    <a:pt x="8060" y="1883"/>
                  </a:lnTo>
                  <a:lnTo>
                    <a:pt x="7673" y="2257"/>
                  </a:lnTo>
                  <a:cubicBezTo>
                    <a:pt x="7622" y="2309"/>
                    <a:pt x="7622" y="2361"/>
                    <a:pt x="7673" y="2425"/>
                  </a:cubicBezTo>
                  <a:cubicBezTo>
                    <a:pt x="7996" y="2902"/>
                    <a:pt x="8266" y="3444"/>
                    <a:pt x="8382" y="4037"/>
                  </a:cubicBezTo>
                  <a:cubicBezTo>
                    <a:pt x="8382" y="4140"/>
                    <a:pt x="8434" y="4140"/>
                    <a:pt x="8486" y="4140"/>
                  </a:cubicBezTo>
                  <a:lnTo>
                    <a:pt x="8963" y="4140"/>
                  </a:lnTo>
                  <a:lnTo>
                    <a:pt x="8963" y="5159"/>
                  </a:lnTo>
                  <a:lnTo>
                    <a:pt x="8486" y="5159"/>
                  </a:lnTo>
                  <a:cubicBezTo>
                    <a:pt x="8434" y="5159"/>
                    <a:pt x="8382" y="5210"/>
                    <a:pt x="8382" y="5262"/>
                  </a:cubicBezTo>
                  <a:cubicBezTo>
                    <a:pt x="8266" y="5907"/>
                    <a:pt x="7996" y="6500"/>
                    <a:pt x="7570" y="7041"/>
                  </a:cubicBezTo>
                  <a:lnTo>
                    <a:pt x="7570" y="7196"/>
                  </a:lnTo>
                  <a:lnTo>
                    <a:pt x="7944" y="7583"/>
                  </a:lnTo>
                  <a:lnTo>
                    <a:pt x="7196" y="8228"/>
                  </a:lnTo>
                  <a:lnTo>
                    <a:pt x="6822" y="7841"/>
                  </a:lnTo>
                  <a:cubicBezTo>
                    <a:pt x="6822" y="7841"/>
                    <a:pt x="6771" y="7818"/>
                    <a:pt x="6721" y="7818"/>
                  </a:cubicBezTo>
                  <a:cubicBezTo>
                    <a:pt x="6696" y="7818"/>
                    <a:pt x="6672" y="7824"/>
                    <a:pt x="6655" y="7841"/>
                  </a:cubicBezTo>
                  <a:cubicBezTo>
                    <a:pt x="6229" y="8112"/>
                    <a:pt x="5739" y="8331"/>
                    <a:pt x="5159" y="8434"/>
                  </a:cubicBezTo>
                  <a:cubicBezTo>
                    <a:pt x="5094" y="8434"/>
                    <a:pt x="5043" y="8485"/>
                    <a:pt x="5043" y="8550"/>
                  </a:cubicBezTo>
                  <a:lnTo>
                    <a:pt x="5043" y="9027"/>
                  </a:lnTo>
                  <a:lnTo>
                    <a:pt x="4024" y="9027"/>
                  </a:lnTo>
                  <a:lnTo>
                    <a:pt x="4024" y="8550"/>
                  </a:lnTo>
                  <a:cubicBezTo>
                    <a:pt x="4024" y="8485"/>
                    <a:pt x="4024" y="8434"/>
                    <a:pt x="3973" y="8382"/>
                  </a:cubicBezTo>
                  <a:cubicBezTo>
                    <a:pt x="3379" y="8331"/>
                    <a:pt x="2838" y="8060"/>
                    <a:pt x="2412" y="7789"/>
                  </a:cubicBezTo>
                  <a:cubicBezTo>
                    <a:pt x="2386" y="7763"/>
                    <a:pt x="2361" y="7750"/>
                    <a:pt x="2335" y="7750"/>
                  </a:cubicBezTo>
                  <a:cubicBezTo>
                    <a:pt x="2309" y="7750"/>
                    <a:pt x="2283" y="7763"/>
                    <a:pt x="2258" y="7789"/>
                  </a:cubicBezTo>
                  <a:lnTo>
                    <a:pt x="1871" y="8163"/>
                  </a:lnTo>
                  <a:lnTo>
                    <a:pt x="1174" y="7415"/>
                  </a:lnTo>
                  <a:lnTo>
                    <a:pt x="1497" y="7041"/>
                  </a:lnTo>
                  <a:cubicBezTo>
                    <a:pt x="1548" y="7041"/>
                    <a:pt x="1548" y="6938"/>
                    <a:pt x="1548" y="6874"/>
                  </a:cubicBezTo>
                  <a:cubicBezTo>
                    <a:pt x="1174" y="6448"/>
                    <a:pt x="968" y="5855"/>
                    <a:pt x="852" y="5262"/>
                  </a:cubicBezTo>
                  <a:cubicBezTo>
                    <a:pt x="852" y="5210"/>
                    <a:pt x="800" y="5159"/>
                    <a:pt x="749" y="5159"/>
                  </a:cubicBezTo>
                  <a:lnTo>
                    <a:pt x="207" y="5159"/>
                  </a:lnTo>
                  <a:lnTo>
                    <a:pt x="207" y="4140"/>
                  </a:lnTo>
                  <a:lnTo>
                    <a:pt x="749" y="4140"/>
                  </a:lnTo>
                  <a:cubicBezTo>
                    <a:pt x="800" y="4140"/>
                    <a:pt x="852" y="4088"/>
                    <a:pt x="852" y="4037"/>
                  </a:cubicBezTo>
                  <a:cubicBezTo>
                    <a:pt x="968" y="3392"/>
                    <a:pt x="1226" y="2799"/>
                    <a:pt x="1613" y="2309"/>
                  </a:cubicBezTo>
                  <a:cubicBezTo>
                    <a:pt x="1664" y="2257"/>
                    <a:pt x="1664" y="2206"/>
                    <a:pt x="1613" y="2154"/>
                  </a:cubicBezTo>
                  <a:lnTo>
                    <a:pt x="1290" y="1780"/>
                  </a:lnTo>
                  <a:lnTo>
                    <a:pt x="2038" y="1071"/>
                  </a:lnTo>
                  <a:lnTo>
                    <a:pt x="2361" y="1458"/>
                  </a:lnTo>
                  <a:cubicBezTo>
                    <a:pt x="2386" y="1484"/>
                    <a:pt x="2412" y="1497"/>
                    <a:pt x="2438" y="1497"/>
                  </a:cubicBezTo>
                  <a:cubicBezTo>
                    <a:pt x="2464" y="1497"/>
                    <a:pt x="2490" y="1484"/>
                    <a:pt x="2515" y="1458"/>
                  </a:cubicBezTo>
                  <a:cubicBezTo>
                    <a:pt x="2954" y="1187"/>
                    <a:pt x="3483" y="968"/>
                    <a:pt x="4024" y="916"/>
                  </a:cubicBezTo>
                  <a:cubicBezTo>
                    <a:pt x="4076" y="916"/>
                    <a:pt x="4127" y="865"/>
                    <a:pt x="4127" y="813"/>
                  </a:cubicBezTo>
                  <a:lnTo>
                    <a:pt x="4127" y="272"/>
                  </a:lnTo>
                  <a:close/>
                  <a:moveTo>
                    <a:pt x="4024" y="1"/>
                  </a:moveTo>
                  <a:cubicBezTo>
                    <a:pt x="3973" y="1"/>
                    <a:pt x="3921" y="52"/>
                    <a:pt x="3921" y="168"/>
                  </a:cubicBezTo>
                  <a:lnTo>
                    <a:pt x="3921" y="697"/>
                  </a:lnTo>
                  <a:cubicBezTo>
                    <a:pt x="3379" y="749"/>
                    <a:pt x="2902" y="968"/>
                    <a:pt x="2464" y="1239"/>
                  </a:cubicBezTo>
                  <a:lnTo>
                    <a:pt x="2141" y="813"/>
                  </a:lnTo>
                  <a:lnTo>
                    <a:pt x="2038" y="813"/>
                  </a:lnTo>
                  <a:cubicBezTo>
                    <a:pt x="2021" y="792"/>
                    <a:pt x="2010" y="785"/>
                    <a:pt x="2000" y="785"/>
                  </a:cubicBezTo>
                  <a:cubicBezTo>
                    <a:pt x="1981" y="785"/>
                    <a:pt x="1970" y="813"/>
                    <a:pt x="1935" y="813"/>
                  </a:cubicBezTo>
                  <a:lnTo>
                    <a:pt x="1020" y="1664"/>
                  </a:lnTo>
                  <a:cubicBezTo>
                    <a:pt x="968" y="1716"/>
                    <a:pt x="968" y="1780"/>
                    <a:pt x="1020" y="1832"/>
                  </a:cubicBezTo>
                  <a:lnTo>
                    <a:pt x="1394" y="2257"/>
                  </a:lnTo>
                  <a:cubicBezTo>
                    <a:pt x="1020" y="2747"/>
                    <a:pt x="749" y="3276"/>
                    <a:pt x="646" y="3869"/>
                  </a:cubicBezTo>
                  <a:lnTo>
                    <a:pt x="104" y="3869"/>
                  </a:lnTo>
                  <a:cubicBezTo>
                    <a:pt x="53" y="3869"/>
                    <a:pt x="1" y="3921"/>
                    <a:pt x="1" y="4037"/>
                  </a:cubicBezTo>
                  <a:lnTo>
                    <a:pt x="1" y="5262"/>
                  </a:lnTo>
                  <a:lnTo>
                    <a:pt x="1" y="5378"/>
                  </a:lnTo>
                  <a:cubicBezTo>
                    <a:pt x="53" y="5378"/>
                    <a:pt x="53" y="5429"/>
                    <a:pt x="104" y="5429"/>
                  </a:cubicBezTo>
                  <a:lnTo>
                    <a:pt x="646" y="5429"/>
                  </a:lnTo>
                  <a:cubicBezTo>
                    <a:pt x="749" y="5971"/>
                    <a:pt x="968" y="6500"/>
                    <a:pt x="1290" y="6990"/>
                  </a:cubicBezTo>
                  <a:lnTo>
                    <a:pt x="904" y="7364"/>
                  </a:lnTo>
                  <a:cubicBezTo>
                    <a:pt x="852" y="7364"/>
                    <a:pt x="852" y="7415"/>
                    <a:pt x="852" y="7415"/>
                  </a:cubicBezTo>
                  <a:cubicBezTo>
                    <a:pt x="852" y="7467"/>
                    <a:pt x="904" y="7467"/>
                    <a:pt x="904" y="7518"/>
                  </a:cubicBezTo>
                  <a:lnTo>
                    <a:pt x="1819" y="8382"/>
                  </a:lnTo>
                  <a:cubicBezTo>
                    <a:pt x="1819" y="8434"/>
                    <a:pt x="1871" y="8434"/>
                    <a:pt x="1871" y="8434"/>
                  </a:cubicBezTo>
                  <a:cubicBezTo>
                    <a:pt x="1935" y="8434"/>
                    <a:pt x="1987" y="8434"/>
                    <a:pt x="1987" y="8382"/>
                  </a:cubicBezTo>
                  <a:lnTo>
                    <a:pt x="2361" y="8008"/>
                  </a:lnTo>
                  <a:cubicBezTo>
                    <a:pt x="2786" y="8331"/>
                    <a:pt x="3276" y="8550"/>
                    <a:pt x="3805" y="8653"/>
                  </a:cubicBezTo>
                  <a:lnTo>
                    <a:pt x="3805" y="9130"/>
                  </a:lnTo>
                  <a:lnTo>
                    <a:pt x="3805" y="9246"/>
                  </a:lnTo>
                  <a:cubicBezTo>
                    <a:pt x="3869" y="9298"/>
                    <a:pt x="3869" y="9298"/>
                    <a:pt x="3921" y="9298"/>
                  </a:cubicBezTo>
                  <a:lnTo>
                    <a:pt x="5210" y="9298"/>
                  </a:lnTo>
                  <a:cubicBezTo>
                    <a:pt x="5262" y="9298"/>
                    <a:pt x="5314" y="9246"/>
                    <a:pt x="5314" y="9195"/>
                  </a:cubicBezTo>
                  <a:lnTo>
                    <a:pt x="5314" y="8653"/>
                  </a:lnTo>
                  <a:cubicBezTo>
                    <a:pt x="5855" y="8550"/>
                    <a:pt x="6281" y="8382"/>
                    <a:pt x="6706" y="8112"/>
                  </a:cubicBezTo>
                  <a:lnTo>
                    <a:pt x="7093" y="8485"/>
                  </a:lnTo>
                  <a:cubicBezTo>
                    <a:pt x="7119" y="8518"/>
                    <a:pt x="7145" y="8534"/>
                    <a:pt x="7170" y="8534"/>
                  </a:cubicBezTo>
                  <a:cubicBezTo>
                    <a:pt x="7196" y="8534"/>
                    <a:pt x="7222" y="8518"/>
                    <a:pt x="7248" y="8485"/>
                  </a:cubicBezTo>
                  <a:lnTo>
                    <a:pt x="8215" y="7634"/>
                  </a:lnTo>
                  <a:lnTo>
                    <a:pt x="8215" y="7583"/>
                  </a:lnTo>
                  <a:lnTo>
                    <a:pt x="8215" y="7467"/>
                  </a:lnTo>
                  <a:lnTo>
                    <a:pt x="7841" y="7093"/>
                  </a:lnTo>
                  <a:cubicBezTo>
                    <a:pt x="8215" y="6616"/>
                    <a:pt x="8486" y="6023"/>
                    <a:pt x="8589" y="5429"/>
                  </a:cubicBezTo>
                  <a:lnTo>
                    <a:pt x="9130" y="5429"/>
                  </a:lnTo>
                  <a:cubicBezTo>
                    <a:pt x="9130" y="5429"/>
                    <a:pt x="9182" y="5429"/>
                    <a:pt x="9182" y="5378"/>
                  </a:cubicBezTo>
                  <a:cubicBezTo>
                    <a:pt x="9234" y="5378"/>
                    <a:pt x="9234" y="5326"/>
                    <a:pt x="9234" y="5326"/>
                  </a:cubicBezTo>
                  <a:lnTo>
                    <a:pt x="9234" y="4037"/>
                  </a:lnTo>
                  <a:cubicBezTo>
                    <a:pt x="9234" y="4037"/>
                    <a:pt x="9234" y="3972"/>
                    <a:pt x="9182" y="3972"/>
                  </a:cubicBezTo>
                  <a:cubicBezTo>
                    <a:pt x="9182" y="3921"/>
                    <a:pt x="9130" y="3921"/>
                    <a:pt x="9130" y="3921"/>
                  </a:cubicBezTo>
                  <a:lnTo>
                    <a:pt x="8589" y="3921"/>
                  </a:lnTo>
                  <a:cubicBezTo>
                    <a:pt x="8486" y="3328"/>
                    <a:pt x="8266" y="2799"/>
                    <a:pt x="7944" y="2361"/>
                  </a:cubicBezTo>
                  <a:lnTo>
                    <a:pt x="8318" y="1987"/>
                  </a:lnTo>
                  <a:cubicBezTo>
                    <a:pt x="8382" y="1935"/>
                    <a:pt x="8382" y="1832"/>
                    <a:pt x="8318" y="1832"/>
                  </a:cubicBezTo>
                  <a:lnTo>
                    <a:pt x="7415" y="916"/>
                  </a:lnTo>
                  <a:cubicBezTo>
                    <a:pt x="7383" y="891"/>
                    <a:pt x="7354" y="878"/>
                    <a:pt x="7327" y="878"/>
                  </a:cubicBezTo>
                  <a:cubicBezTo>
                    <a:pt x="7299" y="878"/>
                    <a:pt x="7274" y="891"/>
                    <a:pt x="7248" y="916"/>
                  </a:cubicBezTo>
                  <a:lnTo>
                    <a:pt x="6874" y="1290"/>
                  </a:lnTo>
                  <a:cubicBezTo>
                    <a:pt x="6448" y="1019"/>
                    <a:pt x="5958" y="813"/>
                    <a:pt x="5417" y="697"/>
                  </a:cubicBezTo>
                  <a:lnTo>
                    <a:pt x="5417" y="168"/>
                  </a:lnTo>
                  <a:cubicBezTo>
                    <a:pt x="5417" y="104"/>
                    <a:pt x="5365" y="52"/>
                    <a:pt x="5314" y="52"/>
                  </a:cubicBezTo>
                  <a:lnTo>
                    <a:pt x="402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10;p32">
              <a:extLst>
                <a:ext uri="{FF2B5EF4-FFF2-40B4-BE49-F238E27FC236}">
                  <a16:creationId xmlns:a16="http://schemas.microsoft.com/office/drawing/2014/main" id="{25EF098E-B915-EFD4-5175-A34F32FD6593}"/>
                </a:ext>
              </a:extLst>
            </p:cNvPr>
            <p:cNvSpPr/>
            <p:nvPr/>
          </p:nvSpPr>
          <p:spPr>
            <a:xfrm>
              <a:off x="3238425" y="4772825"/>
              <a:ext cx="125100" cy="124775"/>
            </a:xfrm>
            <a:custGeom>
              <a:avLst/>
              <a:gdLst/>
              <a:ahLst/>
              <a:cxnLst/>
              <a:rect l="l" t="t" r="r" b="b"/>
              <a:pathLst>
                <a:path w="5004" h="4991" extrusionOk="0">
                  <a:moveTo>
                    <a:pt x="2528" y="271"/>
                  </a:moveTo>
                  <a:cubicBezTo>
                    <a:pt x="3121" y="271"/>
                    <a:pt x="3715" y="477"/>
                    <a:pt x="4088" y="916"/>
                  </a:cubicBezTo>
                  <a:cubicBezTo>
                    <a:pt x="4514" y="1341"/>
                    <a:pt x="4785" y="1883"/>
                    <a:pt x="4785" y="2528"/>
                  </a:cubicBezTo>
                  <a:cubicBezTo>
                    <a:pt x="4785" y="3108"/>
                    <a:pt x="4514" y="3701"/>
                    <a:pt x="4088" y="4075"/>
                  </a:cubicBezTo>
                  <a:cubicBezTo>
                    <a:pt x="3715" y="4513"/>
                    <a:pt x="3121" y="4784"/>
                    <a:pt x="2528" y="4784"/>
                  </a:cubicBezTo>
                  <a:cubicBezTo>
                    <a:pt x="1884" y="4784"/>
                    <a:pt x="1342" y="4513"/>
                    <a:pt x="916" y="4075"/>
                  </a:cubicBezTo>
                  <a:cubicBezTo>
                    <a:pt x="542" y="3701"/>
                    <a:pt x="272" y="3108"/>
                    <a:pt x="272" y="2528"/>
                  </a:cubicBezTo>
                  <a:cubicBezTo>
                    <a:pt x="272" y="1883"/>
                    <a:pt x="542" y="1341"/>
                    <a:pt x="916" y="916"/>
                  </a:cubicBezTo>
                  <a:cubicBezTo>
                    <a:pt x="1342" y="477"/>
                    <a:pt x="1884" y="271"/>
                    <a:pt x="2528" y="271"/>
                  </a:cubicBezTo>
                  <a:close/>
                  <a:moveTo>
                    <a:pt x="2528" y="0"/>
                  </a:moveTo>
                  <a:cubicBezTo>
                    <a:pt x="1136" y="0"/>
                    <a:pt x="1" y="1122"/>
                    <a:pt x="1" y="2528"/>
                  </a:cubicBezTo>
                  <a:cubicBezTo>
                    <a:pt x="1" y="3869"/>
                    <a:pt x="1136" y="4990"/>
                    <a:pt x="2528" y="4990"/>
                  </a:cubicBezTo>
                  <a:cubicBezTo>
                    <a:pt x="3921" y="4990"/>
                    <a:pt x="5004" y="3869"/>
                    <a:pt x="5004" y="2528"/>
                  </a:cubicBezTo>
                  <a:cubicBezTo>
                    <a:pt x="5004" y="1122"/>
                    <a:pt x="3921" y="0"/>
                    <a:pt x="252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11;p32">
              <a:extLst>
                <a:ext uri="{FF2B5EF4-FFF2-40B4-BE49-F238E27FC236}">
                  <a16:creationId xmlns:a16="http://schemas.microsoft.com/office/drawing/2014/main" id="{07F4EC0B-CE77-84BE-98F8-364B1F9F17BD}"/>
                </a:ext>
              </a:extLst>
            </p:cNvPr>
            <p:cNvSpPr/>
            <p:nvPr/>
          </p:nvSpPr>
          <p:spPr>
            <a:xfrm>
              <a:off x="3227800" y="4607450"/>
              <a:ext cx="53525" cy="52575"/>
            </a:xfrm>
            <a:custGeom>
              <a:avLst/>
              <a:gdLst/>
              <a:ahLst/>
              <a:cxnLst/>
              <a:rect l="l" t="t" r="r" b="b"/>
              <a:pathLst>
                <a:path w="2141" h="2103" extrusionOk="0">
                  <a:moveTo>
                    <a:pt x="0" y="0"/>
                  </a:moveTo>
                  <a:lnTo>
                    <a:pt x="748" y="2102"/>
                  </a:lnTo>
                  <a:lnTo>
                    <a:pt x="2141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2;p32">
              <a:extLst>
                <a:ext uri="{FF2B5EF4-FFF2-40B4-BE49-F238E27FC236}">
                  <a16:creationId xmlns:a16="http://schemas.microsoft.com/office/drawing/2014/main" id="{E1F629C2-0B59-124E-DF80-609C8A577C90}"/>
                </a:ext>
              </a:extLst>
            </p:cNvPr>
            <p:cNvSpPr/>
            <p:nvPr/>
          </p:nvSpPr>
          <p:spPr>
            <a:xfrm>
              <a:off x="3219750" y="4599375"/>
              <a:ext cx="71250" cy="69275"/>
            </a:xfrm>
            <a:custGeom>
              <a:avLst/>
              <a:gdLst/>
              <a:ahLst/>
              <a:cxnLst/>
              <a:rect l="l" t="t" r="r" b="b"/>
              <a:pathLst>
                <a:path w="2850" h="2771" extrusionOk="0">
                  <a:moveTo>
                    <a:pt x="322" y="323"/>
                  </a:moveTo>
                  <a:lnTo>
                    <a:pt x="2463" y="813"/>
                  </a:lnTo>
                  <a:lnTo>
                    <a:pt x="1070" y="2425"/>
                  </a:lnTo>
                  <a:lnTo>
                    <a:pt x="322" y="323"/>
                  </a:lnTo>
                  <a:close/>
                  <a:moveTo>
                    <a:pt x="155" y="1"/>
                  </a:moveTo>
                  <a:cubicBezTo>
                    <a:pt x="155" y="1"/>
                    <a:pt x="103" y="1"/>
                    <a:pt x="52" y="53"/>
                  </a:cubicBezTo>
                  <a:cubicBezTo>
                    <a:pt x="52" y="117"/>
                    <a:pt x="0" y="169"/>
                    <a:pt x="52" y="169"/>
                  </a:cubicBezTo>
                  <a:lnTo>
                    <a:pt x="916" y="2696"/>
                  </a:lnTo>
                  <a:cubicBezTo>
                    <a:pt x="916" y="2747"/>
                    <a:pt x="967" y="2747"/>
                    <a:pt x="967" y="2747"/>
                  </a:cubicBezTo>
                  <a:cubicBezTo>
                    <a:pt x="984" y="2765"/>
                    <a:pt x="1001" y="2770"/>
                    <a:pt x="1019" y="2770"/>
                  </a:cubicBezTo>
                  <a:cubicBezTo>
                    <a:pt x="1053" y="2770"/>
                    <a:pt x="1087" y="2747"/>
                    <a:pt x="1122" y="2747"/>
                  </a:cubicBezTo>
                  <a:lnTo>
                    <a:pt x="2785" y="813"/>
                  </a:lnTo>
                  <a:cubicBezTo>
                    <a:pt x="2785" y="762"/>
                    <a:pt x="2850" y="697"/>
                    <a:pt x="2785" y="697"/>
                  </a:cubicBezTo>
                  <a:cubicBezTo>
                    <a:pt x="2785" y="646"/>
                    <a:pt x="2785" y="594"/>
                    <a:pt x="2734" y="594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3;p32">
              <a:extLst>
                <a:ext uri="{FF2B5EF4-FFF2-40B4-BE49-F238E27FC236}">
                  <a16:creationId xmlns:a16="http://schemas.microsoft.com/office/drawing/2014/main" id="{85ACE880-4709-339A-BB3D-1420016DAA9B}"/>
                </a:ext>
              </a:extLst>
            </p:cNvPr>
            <p:cNvSpPr/>
            <p:nvPr/>
          </p:nvSpPr>
          <p:spPr>
            <a:xfrm>
              <a:off x="3634625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68" y="0"/>
                    <a:pt x="0" y="103"/>
                    <a:pt x="0" y="271"/>
                  </a:cubicBezTo>
                  <a:cubicBezTo>
                    <a:pt x="0" y="426"/>
                    <a:pt x="168" y="593"/>
                    <a:pt x="323" y="593"/>
                  </a:cubicBezTo>
                  <a:cubicBezTo>
                    <a:pt x="490" y="593"/>
                    <a:pt x="594" y="426"/>
                    <a:pt x="594" y="271"/>
                  </a:cubicBezTo>
                  <a:cubicBezTo>
                    <a:pt x="594" y="103"/>
                    <a:pt x="490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4;p32">
              <a:extLst>
                <a:ext uri="{FF2B5EF4-FFF2-40B4-BE49-F238E27FC236}">
                  <a16:creationId xmlns:a16="http://schemas.microsoft.com/office/drawing/2014/main" id="{D0CE5C3D-2DC1-8A9E-56E1-9803E54C03D8}"/>
                </a:ext>
              </a:extLst>
            </p:cNvPr>
            <p:cNvSpPr/>
            <p:nvPr/>
          </p:nvSpPr>
          <p:spPr>
            <a:xfrm>
              <a:off x="3625275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1780" y="169"/>
                  </a:moveTo>
                  <a:cubicBezTo>
                    <a:pt x="2038" y="169"/>
                    <a:pt x="2257" y="375"/>
                    <a:pt x="2257" y="646"/>
                  </a:cubicBezTo>
                  <a:cubicBezTo>
                    <a:pt x="2257" y="916"/>
                    <a:pt x="2038" y="1136"/>
                    <a:pt x="1780" y="1136"/>
                  </a:cubicBezTo>
                  <a:cubicBezTo>
                    <a:pt x="1509" y="1136"/>
                    <a:pt x="1290" y="916"/>
                    <a:pt x="1290" y="646"/>
                  </a:cubicBezTo>
                  <a:cubicBezTo>
                    <a:pt x="1290" y="375"/>
                    <a:pt x="1509" y="169"/>
                    <a:pt x="1780" y="169"/>
                  </a:cubicBezTo>
                  <a:close/>
                  <a:moveTo>
                    <a:pt x="697" y="1239"/>
                  </a:moveTo>
                  <a:cubicBezTo>
                    <a:pt x="968" y="1239"/>
                    <a:pt x="1187" y="1458"/>
                    <a:pt x="1187" y="1729"/>
                  </a:cubicBezTo>
                  <a:cubicBezTo>
                    <a:pt x="1187" y="1987"/>
                    <a:pt x="968" y="2206"/>
                    <a:pt x="697" y="2206"/>
                  </a:cubicBezTo>
                  <a:cubicBezTo>
                    <a:pt x="426" y="2206"/>
                    <a:pt x="220" y="1987"/>
                    <a:pt x="220" y="1729"/>
                  </a:cubicBezTo>
                  <a:cubicBezTo>
                    <a:pt x="220" y="1458"/>
                    <a:pt x="426" y="1239"/>
                    <a:pt x="697" y="1239"/>
                  </a:cubicBezTo>
                  <a:close/>
                  <a:moveTo>
                    <a:pt x="2850" y="1239"/>
                  </a:moveTo>
                  <a:cubicBezTo>
                    <a:pt x="3121" y="1239"/>
                    <a:pt x="3327" y="1458"/>
                    <a:pt x="3327" y="1729"/>
                  </a:cubicBezTo>
                  <a:cubicBezTo>
                    <a:pt x="3327" y="1987"/>
                    <a:pt x="3121" y="2206"/>
                    <a:pt x="2850" y="2206"/>
                  </a:cubicBezTo>
                  <a:cubicBezTo>
                    <a:pt x="2579" y="2206"/>
                    <a:pt x="2360" y="1987"/>
                    <a:pt x="2360" y="1729"/>
                  </a:cubicBezTo>
                  <a:cubicBezTo>
                    <a:pt x="2360" y="1458"/>
                    <a:pt x="2579" y="1239"/>
                    <a:pt x="2850" y="1239"/>
                  </a:cubicBezTo>
                  <a:close/>
                  <a:moveTo>
                    <a:pt x="1780" y="2309"/>
                  </a:moveTo>
                  <a:cubicBezTo>
                    <a:pt x="2038" y="2309"/>
                    <a:pt x="2257" y="2528"/>
                    <a:pt x="2257" y="2799"/>
                  </a:cubicBezTo>
                  <a:cubicBezTo>
                    <a:pt x="2257" y="3070"/>
                    <a:pt x="2038" y="3276"/>
                    <a:pt x="1780" y="3276"/>
                  </a:cubicBezTo>
                  <a:cubicBezTo>
                    <a:pt x="1509" y="3276"/>
                    <a:pt x="1290" y="3070"/>
                    <a:pt x="1290" y="2799"/>
                  </a:cubicBezTo>
                  <a:cubicBezTo>
                    <a:pt x="1290" y="2528"/>
                    <a:pt x="1509" y="2309"/>
                    <a:pt x="1780" y="2309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82" y="3341"/>
                    <a:pt x="3005" y="3018"/>
                  </a:cubicBezTo>
                  <a:cubicBezTo>
                    <a:pt x="3327" y="2696"/>
                    <a:pt x="3546" y="2258"/>
                    <a:pt x="3546" y="1780"/>
                  </a:cubicBezTo>
                  <a:cubicBezTo>
                    <a:pt x="3546" y="1290"/>
                    <a:pt x="3327" y="813"/>
                    <a:pt x="3005" y="491"/>
                  </a:cubicBezTo>
                  <a:cubicBezTo>
                    <a:pt x="2682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5;p32">
              <a:extLst>
                <a:ext uri="{FF2B5EF4-FFF2-40B4-BE49-F238E27FC236}">
                  <a16:creationId xmlns:a16="http://schemas.microsoft.com/office/drawing/2014/main" id="{D46779B2-E608-CB06-6200-3E0113D49B30}"/>
                </a:ext>
              </a:extLst>
            </p:cNvPr>
            <p:cNvSpPr/>
            <p:nvPr/>
          </p:nvSpPr>
          <p:spPr>
            <a:xfrm>
              <a:off x="3661700" y="4278300"/>
              <a:ext cx="14525" cy="14875"/>
            </a:xfrm>
            <a:custGeom>
              <a:avLst/>
              <a:gdLst/>
              <a:ahLst/>
              <a:cxnLst/>
              <a:rect l="l" t="t" r="r" b="b"/>
              <a:pathLst>
                <a:path w="581" h="595" extrusionOk="0">
                  <a:moveTo>
                    <a:pt x="323" y="1"/>
                  </a:moveTo>
                  <a:cubicBezTo>
                    <a:pt x="155" y="1"/>
                    <a:pt x="0" y="117"/>
                    <a:pt x="0" y="272"/>
                  </a:cubicBezTo>
                  <a:cubicBezTo>
                    <a:pt x="0" y="439"/>
                    <a:pt x="155" y="594"/>
                    <a:pt x="323" y="594"/>
                  </a:cubicBezTo>
                  <a:cubicBezTo>
                    <a:pt x="478" y="594"/>
                    <a:pt x="581" y="439"/>
                    <a:pt x="581" y="272"/>
                  </a:cubicBezTo>
                  <a:cubicBezTo>
                    <a:pt x="581" y="117"/>
                    <a:pt x="478" y="1"/>
                    <a:pt x="323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6;p32">
              <a:extLst>
                <a:ext uri="{FF2B5EF4-FFF2-40B4-BE49-F238E27FC236}">
                  <a16:creationId xmlns:a16="http://schemas.microsoft.com/office/drawing/2014/main" id="{0800EE97-D22C-FF9D-EAB5-F145B008B0F6}"/>
                </a:ext>
              </a:extLst>
            </p:cNvPr>
            <p:cNvSpPr/>
            <p:nvPr/>
          </p:nvSpPr>
          <p:spPr>
            <a:xfrm>
              <a:off x="3661700" y="4332150"/>
              <a:ext cx="14525" cy="14850"/>
            </a:xfrm>
            <a:custGeom>
              <a:avLst/>
              <a:gdLst/>
              <a:ahLst/>
              <a:cxnLst/>
              <a:rect l="l" t="t" r="r" b="b"/>
              <a:pathLst>
                <a:path w="581" h="594" extrusionOk="0">
                  <a:moveTo>
                    <a:pt x="323" y="0"/>
                  </a:moveTo>
                  <a:cubicBezTo>
                    <a:pt x="155" y="0"/>
                    <a:pt x="0" y="103"/>
                    <a:pt x="0" y="271"/>
                  </a:cubicBezTo>
                  <a:cubicBezTo>
                    <a:pt x="0" y="426"/>
                    <a:pt x="155" y="593"/>
                    <a:pt x="323" y="593"/>
                  </a:cubicBezTo>
                  <a:cubicBezTo>
                    <a:pt x="478" y="593"/>
                    <a:pt x="581" y="426"/>
                    <a:pt x="581" y="271"/>
                  </a:cubicBezTo>
                  <a:cubicBezTo>
                    <a:pt x="581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7;p32">
              <a:extLst>
                <a:ext uri="{FF2B5EF4-FFF2-40B4-BE49-F238E27FC236}">
                  <a16:creationId xmlns:a16="http://schemas.microsoft.com/office/drawing/2014/main" id="{3D6DD5D4-F878-FB9E-2299-81F9F191767F}"/>
                </a:ext>
              </a:extLst>
            </p:cNvPr>
            <p:cNvSpPr/>
            <p:nvPr/>
          </p:nvSpPr>
          <p:spPr>
            <a:xfrm>
              <a:off x="3554025" y="4310550"/>
              <a:ext cx="12275" cy="6800"/>
            </a:xfrm>
            <a:custGeom>
              <a:avLst/>
              <a:gdLst/>
              <a:ahLst/>
              <a:cxnLst/>
              <a:rect l="l" t="t" r="r" b="b"/>
              <a:pathLst>
                <a:path w="491" h="272" extrusionOk="0">
                  <a:moveTo>
                    <a:pt x="1" y="0"/>
                  </a:moveTo>
                  <a:lnTo>
                    <a:pt x="1" y="271"/>
                  </a:lnTo>
                  <a:lnTo>
                    <a:pt x="491" y="271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8;p32">
              <a:extLst>
                <a:ext uri="{FF2B5EF4-FFF2-40B4-BE49-F238E27FC236}">
                  <a16:creationId xmlns:a16="http://schemas.microsoft.com/office/drawing/2014/main" id="{B8CC081F-2D5D-783A-6A6C-C002734DBFD5}"/>
                </a:ext>
              </a:extLst>
            </p:cNvPr>
            <p:cNvSpPr/>
            <p:nvPr/>
          </p:nvSpPr>
          <p:spPr>
            <a:xfrm>
              <a:off x="3462800" y="4287975"/>
              <a:ext cx="50950" cy="50975"/>
            </a:xfrm>
            <a:custGeom>
              <a:avLst/>
              <a:gdLst/>
              <a:ahLst/>
              <a:cxnLst/>
              <a:rect l="l" t="t" r="r" b="b"/>
              <a:pathLst>
                <a:path w="2038" h="2039" extrusionOk="0">
                  <a:moveTo>
                    <a:pt x="800" y="1"/>
                  </a:moveTo>
                  <a:cubicBezTo>
                    <a:pt x="748" y="1"/>
                    <a:pt x="697" y="52"/>
                    <a:pt x="697" y="104"/>
                  </a:cubicBezTo>
                  <a:lnTo>
                    <a:pt x="697" y="581"/>
                  </a:lnTo>
                  <a:lnTo>
                    <a:pt x="645" y="645"/>
                  </a:lnTo>
                  <a:cubicBezTo>
                    <a:pt x="645" y="697"/>
                    <a:pt x="594" y="697"/>
                    <a:pt x="594" y="697"/>
                  </a:cubicBezTo>
                  <a:lnTo>
                    <a:pt x="104" y="697"/>
                  </a:lnTo>
                  <a:cubicBezTo>
                    <a:pt x="52" y="697"/>
                    <a:pt x="1" y="749"/>
                    <a:pt x="1" y="800"/>
                  </a:cubicBezTo>
                  <a:lnTo>
                    <a:pt x="1" y="1226"/>
                  </a:lnTo>
                  <a:cubicBezTo>
                    <a:pt x="1" y="1290"/>
                    <a:pt x="52" y="1342"/>
                    <a:pt x="104" y="1342"/>
                  </a:cubicBezTo>
                  <a:lnTo>
                    <a:pt x="594" y="1342"/>
                  </a:lnTo>
                  <a:cubicBezTo>
                    <a:pt x="594" y="1342"/>
                    <a:pt x="645" y="1342"/>
                    <a:pt x="645" y="1393"/>
                  </a:cubicBezTo>
                  <a:lnTo>
                    <a:pt x="697" y="1445"/>
                  </a:lnTo>
                  <a:lnTo>
                    <a:pt x="697" y="1935"/>
                  </a:lnTo>
                  <a:cubicBezTo>
                    <a:pt x="697" y="1987"/>
                    <a:pt x="748" y="2038"/>
                    <a:pt x="800" y="2038"/>
                  </a:cubicBezTo>
                  <a:lnTo>
                    <a:pt x="1238" y="2038"/>
                  </a:lnTo>
                  <a:cubicBezTo>
                    <a:pt x="1290" y="2038"/>
                    <a:pt x="1342" y="1987"/>
                    <a:pt x="1342" y="1935"/>
                  </a:cubicBezTo>
                  <a:lnTo>
                    <a:pt x="1342" y="1445"/>
                  </a:lnTo>
                  <a:cubicBezTo>
                    <a:pt x="1342" y="1445"/>
                    <a:pt x="1342" y="1393"/>
                    <a:pt x="1393" y="1393"/>
                  </a:cubicBezTo>
                  <a:cubicBezTo>
                    <a:pt x="1393" y="1342"/>
                    <a:pt x="1445" y="1342"/>
                    <a:pt x="1445" y="1342"/>
                  </a:cubicBezTo>
                  <a:lnTo>
                    <a:pt x="1935" y="1342"/>
                  </a:lnTo>
                  <a:cubicBezTo>
                    <a:pt x="1986" y="1342"/>
                    <a:pt x="2038" y="1290"/>
                    <a:pt x="2038" y="1226"/>
                  </a:cubicBezTo>
                  <a:lnTo>
                    <a:pt x="2038" y="800"/>
                  </a:lnTo>
                  <a:cubicBezTo>
                    <a:pt x="2038" y="749"/>
                    <a:pt x="1986" y="697"/>
                    <a:pt x="1935" y="697"/>
                  </a:cubicBezTo>
                  <a:lnTo>
                    <a:pt x="1445" y="697"/>
                  </a:lnTo>
                  <a:cubicBezTo>
                    <a:pt x="1445" y="697"/>
                    <a:pt x="1393" y="697"/>
                    <a:pt x="1393" y="645"/>
                  </a:cubicBezTo>
                  <a:cubicBezTo>
                    <a:pt x="1342" y="645"/>
                    <a:pt x="1342" y="581"/>
                    <a:pt x="1342" y="581"/>
                  </a:cubicBezTo>
                  <a:lnTo>
                    <a:pt x="1342" y="104"/>
                  </a:lnTo>
                  <a:cubicBezTo>
                    <a:pt x="1342" y="52"/>
                    <a:pt x="1290" y="1"/>
                    <a:pt x="1238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19;p32">
              <a:extLst>
                <a:ext uri="{FF2B5EF4-FFF2-40B4-BE49-F238E27FC236}">
                  <a16:creationId xmlns:a16="http://schemas.microsoft.com/office/drawing/2014/main" id="{62BE69D3-F963-F7F8-7032-032A2DFA1B8F}"/>
                </a:ext>
              </a:extLst>
            </p:cNvPr>
            <p:cNvSpPr/>
            <p:nvPr/>
          </p:nvSpPr>
          <p:spPr>
            <a:xfrm>
              <a:off x="3556925" y="4258325"/>
              <a:ext cx="41625" cy="10650"/>
            </a:xfrm>
            <a:custGeom>
              <a:avLst/>
              <a:gdLst/>
              <a:ahLst/>
              <a:cxnLst/>
              <a:rect l="l" t="t" r="r" b="b"/>
              <a:pathLst>
                <a:path w="1665" h="426" extrusionOk="0">
                  <a:moveTo>
                    <a:pt x="1" y="0"/>
                  </a:moveTo>
                  <a:lnTo>
                    <a:pt x="1" y="426"/>
                  </a:lnTo>
                  <a:lnTo>
                    <a:pt x="1664" y="42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20;p32">
              <a:extLst>
                <a:ext uri="{FF2B5EF4-FFF2-40B4-BE49-F238E27FC236}">
                  <a16:creationId xmlns:a16="http://schemas.microsoft.com/office/drawing/2014/main" id="{DC253EA7-0D81-7F74-C294-5D9E632122DA}"/>
                </a:ext>
              </a:extLst>
            </p:cNvPr>
            <p:cNvSpPr/>
            <p:nvPr/>
          </p:nvSpPr>
          <p:spPr>
            <a:xfrm>
              <a:off x="3688450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55" y="0"/>
                    <a:pt x="1" y="103"/>
                    <a:pt x="1" y="271"/>
                  </a:cubicBezTo>
                  <a:cubicBezTo>
                    <a:pt x="1" y="426"/>
                    <a:pt x="155" y="593"/>
                    <a:pt x="323" y="593"/>
                  </a:cubicBezTo>
                  <a:cubicBezTo>
                    <a:pt x="478" y="593"/>
                    <a:pt x="594" y="426"/>
                    <a:pt x="594" y="271"/>
                  </a:cubicBezTo>
                  <a:cubicBezTo>
                    <a:pt x="594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21;p32">
              <a:extLst>
                <a:ext uri="{FF2B5EF4-FFF2-40B4-BE49-F238E27FC236}">
                  <a16:creationId xmlns:a16="http://schemas.microsoft.com/office/drawing/2014/main" id="{B57AC008-1F2B-62F9-20BE-91BF22EFA696}"/>
                </a:ext>
              </a:extLst>
            </p:cNvPr>
            <p:cNvSpPr/>
            <p:nvPr/>
          </p:nvSpPr>
          <p:spPr>
            <a:xfrm>
              <a:off x="3589175" y="4310550"/>
              <a:ext cx="13225" cy="6800"/>
            </a:xfrm>
            <a:custGeom>
              <a:avLst/>
              <a:gdLst/>
              <a:ahLst/>
              <a:cxnLst/>
              <a:rect l="l" t="t" r="r" b="b"/>
              <a:pathLst>
                <a:path w="529" h="272" extrusionOk="0">
                  <a:moveTo>
                    <a:pt x="0" y="0"/>
                  </a:moveTo>
                  <a:lnTo>
                    <a:pt x="0" y="271"/>
                  </a:lnTo>
                  <a:lnTo>
                    <a:pt x="529" y="271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2;p32">
              <a:extLst>
                <a:ext uri="{FF2B5EF4-FFF2-40B4-BE49-F238E27FC236}">
                  <a16:creationId xmlns:a16="http://schemas.microsoft.com/office/drawing/2014/main" id="{C6DB1724-448D-3E58-98FF-1A9140F87A3E}"/>
                </a:ext>
              </a:extLst>
            </p:cNvPr>
            <p:cNvSpPr/>
            <p:nvPr/>
          </p:nvSpPr>
          <p:spPr>
            <a:xfrm>
              <a:off x="3414450" y="4402100"/>
              <a:ext cx="5500" cy="18725"/>
            </a:xfrm>
            <a:custGeom>
              <a:avLst/>
              <a:gdLst/>
              <a:ahLst/>
              <a:cxnLst/>
              <a:rect l="l" t="t" r="r" b="b"/>
              <a:pathLst>
                <a:path w="220" h="749" extrusionOk="0">
                  <a:moveTo>
                    <a:pt x="104" y="0"/>
                  </a:moveTo>
                  <a:lnTo>
                    <a:pt x="104" y="52"/>
                  </a:lnTo>
                  <a:cubicBezTo>
                    <a:pt x="52" y="52"/>
                    <a:pt x="52" y="104"/>
                    <a:pt x="52" y="155"/>
                  </a:cubicBezTo>
                  <a:cubicBezTo>
                    <a:pt x="52" y="207"/>
                    <a:pt x="0" y="271"/>
                    <a:pt x="0" y="271"/>
                  </a:cubicBezTo>
                  <a:lnTo>
                    <a:pt x="0" y="374"/>
                  </a:lnTo>
                  <a:lnTo>
                    <a:pt x="0" y="529"/>
                  </a:lnTo>
                  <a:lnTo>
                    <a:pt x="0" y="748"/>
                  </a:lnTo>
                  <a:lnTo>
                    <a:pt x="52" y="748"/>
                  </a:lnTo>
                  <a:lnTo>
                    <a:pt x="104" y="697"/>
                  </a:lnTo>
                  <a:cubicBezTo>
                    <a:pt x="155" y="594"/>
                    <a:pt x="155" y="529"/>
                    <a:pt x="220" y="426"/>
                  </a:cubicBezTo>
                  <a:lnTo>
                    <a:pt x="220" y="155"/>
                  </a:lnTo>
                  <a:lnTo>
                    <a:pt x="220" y="52"/>
                  </a:lnTo>
                  <a:cubicBezTo>
                    <a:pt x="220" y="0"/>
                    <a:pt x="220" y="0"/>
                    <a:pt x="155" y="0"/>
                  </a:cubicBez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3;p32">
              <a:extLst>
                <a:ext uri="{FF2B5EF4-FFF2-40B4-BE49-F238E27FC236}">
                  <a16:creationId xmlns:a16="http://schemas.microsoft.com/office/drawing/2014/main" id="{328E0826-3B30-ABAF-6D6D-2EF5DA6567C3}"/>
                </a:ext>
              </a:extLst>
            </p:cNvPr>
            <p:cNvSpPr/>
            <p:nvPr/>
          </p:nvSpPr>
          <p:spPr>
            <a:xfrm>
              <a:off x="3442500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2050" y="543"/>
                  </a:moveTo>
                  <a:cubicBezTo>
                    <a:pt x="2205" y="543"/>
                    <a:pt x="2373" y="697"/>
                    <a:pt x="2373" y="865"/>
                  </a:cubicBezTo>
                  <a:lnTo>
                    <a:pt x="2373" y="1239"/>
                  </a:lnTo>
                  <a:lnTo>
                    <a:pt x="2747" y="1239"/>
                  </a:lnTo>
                  <a:cubicBezTo>
                    <a:pt x="2901" y="1239"/>
                    <a:pt x="3069" y="1406"/>
                    <a:pt x="3069" y="1561"/>
                  </a:cubicBezTo>
                  <a:lnTo>
                    <a:pt x="3069" y="1987"/>
                  </a:lnTo>
                  <a:cubicBezTo>
                    <a:pt x="3069" y="2154"/>
                    <a:pt x="2901" y="2309"/>
                    <a:pt x="2747" y="2309"/>
                  </a:cubicBezTo>
                  <a:lnTo>
                    <a:pt x="2373" y="2309"/>
                  </a:lnTo>
                  <a:lnTo>
                    <a:pt x="2373" y="2696"/>
                  </a:lnTo>
                  <a:cubicBezTo>
                    <a:pt x="2373" y="2851"/>
                    <a:pt x="2205" y="3018"/>
                    <a:pt x="2050" y="3018"/>
                  </a:cubicBezTo>
                  <a:lnTo>
                    <a:pt x="1612" y="3018"/>
                  </a:lnTo>
                  <a:cubicBezTo>
                    <a:pt x="1457" y="3018"/>
                    <a:pt x="1290" y="2851"/>
                    <a:pt x="1290" y="2696"/>
                  </a:cubicBezTo>
                  <a:lnTo>
                    <a:pt x="1290" y="2309"/>
                  </a:lnTo>
                  <a:lnTo>
                    <a:pt x="916" y="2309"/>
                  </a:lnTo>
                  <a:cubicBezTo>
                    <a:pt x="761" y="2309"/>
                    <a:pt x="593" y="2154"/>
                    <a:pt x="593" y="1987"/>
                  </a:cubicBezTo>
                  <a:lnTo>
                    <a:pt x="593" y="1561"/>
                  </a:lnTo>
                  <a:cubicBezTo>
                    <a:pt x="593" y="1406"/>
                    <a:pt x="761" y="1239"/>
                    <a:pt x="916" y="1239"/>
                  </a:cubicBezTo>
                  <a:lnTo>
                    <a:pt x="1290" y="1239"/>
                  </a:lnTo>
                  <a:lnTo>
                    <a:pt x="1290" y="865"/>
                  </a:lnTo>
                  <a:cubicBezTo>
                    <a:pt x="1290" y="697"/>
                    <a:pt x="1457" y="543"/>
                    <a:pt x="1612" y="543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95" y="3341"/>
                    <a:pt x="3018" y="3018"/>
                  </a:cubicBezTo>
                  <a:cubicBezTo>
                    <a:pt x="3340" y="2696"/>
                    <a:pt x="3546" y="2258"/>
                    <a:pt x="3546" y="1780"/>
                  </a:cubicBezTo>
                  <a:cubicBezTo>
                    <a:pt x="3546" y="1290"/>
                    <a:pt x="3340" y="813"/>
                    <a:pt x="3018" y="491"/>
                  </a:cubicBezTo>
                  <a:cubicBezTo>
                    <a:pt x="2695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24;p32">
              <a:extLst>
                <a:ext uri="{FF2B5EF4-FFF2-40B4-BE49-F238E27FC236}">
                  <a16:creationId xmlns:a16="http://schemas.microsoft.com/office/drawing/2014/main" id="{EB6648A7-13A6-6DE9-FAF5-95D382D343FA}"/>
                </a:ext>
              </a:extLst>
            </p:cNvPr>
            <p:cNvSpPr/>
            <p:nvPr/>
          </p:nvSpPr>
          <p:spPr>
            <a:xfrm>
              <a:off x="3421225" y="4360525"/>
              <a:ext cx="9375" cy="20000"/>
            </a:xfrm>
            <a:custGeom>
              <a:avLst/>
              <a:gdLst/>
              <a:ahLst/>
              <a:cxnLst/>
              <a:rect l="l" t="t" r="r" b="b"/>
              <a:pathLst>
                <a:path w="375" h="800" extrusionOk="0">
                  <a:moveTo>
                    <a:pt x="206" y="0"/>
                  </a:moveTo>
                  <a:lnTo>
                    <a:pt x="206" y="52"/>
                  </a:lnTo>
                  <a:cubicBezTo>
                    <a:pt x="155" y="103"/>
                    <a:pt x="103" y="155"/>
                    <a:pt x="103" y="206"/>
                  </a:cubicBezTo>
                  <a:lnTo>
                    <a:pt x="52" y="258"/>
                  </a:lnTo>
                  <a:lnTo>
                    <a:pt x="52" y="322"/>
                  </a:lnTo>
                  <a:cubicBezTo>
                    <a:pt x="52" y="374"/>
                    <a:pt x="0" y="426"/>
                    <a:pt x="0" y="426"/>
                  </a:cubicBezTo>
                  <a:lnTo>
                    <a:pt x="0" y="645"/>
                  </a:lnTo>
                  <a:lnTo>
                    <a:pt x="0" y="748"/>
                  </a:lnTo>
                  <a:lnTo>
                    <a:pt x="0" y="800"/>
                  </a:lnTo>
                  <a:lnTo>
                    <a:pt x="103" y="800"/>
                  </a:lnTo>
                  <a:lnTo>
                    <a:pt x="155" y="748"/>
                  </a:lnTo>
                  <a:cubicBezTo>
                    <a:pt x="206" y="696"/>
                    <a:pt x="271" y="580"/>
                    <a:pt x="323" y="477"/>
                  </a:cubicBezTo>
                  <a:cubicBezTo>
                    <a:pt x="374" y="322"/>
                    <a:pt x="374" y="206"/>
                    <a:pt x="374" y="155"/>
                  </a:cubicBezTo>
                  <a:lnTo>
                    <a:pt x="374" y="5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025;p32">
              <a:extLst>
                <a:ext uri="{FF2B5EF4-FFF2-40B4-BE49-F238E27FC236}">
                  <a16:creationId xmlns:a16="http://schemas.microsoft.com/office/drawing/2014/main" id="{425404F4-5410-4BC1-373D-9367F4706ABF}"/>
                </a:ext>
              </a:extLst>
            </p:cNvPr>
            <p:cNvSpPr/>
            <p:nvPr/>
          </p:nvSpPr>
          <p:spPr>
            <a:xfrm>
              <a:off x="3402200" y="4248975"/>
              <a:ext cx="356225" cy="217625"/>
            </a:xfrm>
            <a:custGeom>
              <a:avLst/>
              <a:gdLst/>
              <a:ahLst/>
              <a:cxnLst/>
              <a:rect l="l" t="t" r="r" b="b"/>
              <a:pathLst>
                <a:path w="14249" h="8705" extrusionOk="0">
                  <a:moveTo>
                    <a:pt x="6667" y="2257"/>
                  </a:moveTo>
                  <a:lnTo>
                    <a:pt x="6718" y="2309"/>
                  </a:lnTo>
                  <a:lnTo>
                    <a:pt x="6770" y="2360"/>
                  </a:lnTo>
                  <a:lnTo>
                    <a:pt x="6770" y="2850"/>
                  </a:lnTo>
                  <a:lnTo>
                    <a:pt x="6718" y="2902"/>
                  </a:lnTo>
                  <a:cubicBezTo>
                    <a:pt x="6718" y="2953"/>
                    <a:pt x="6667" y="2953"/>
                    <a:pt x="6667" y="2953"/>
                  </a:cubicBezTo>
                  <a:lnTo>
                    <a:pt x="5971" y="2953"/>
                  </a:lnTo>
                  <a:cubicBezTo>
                    <a:pt x="5919" y="2953"/>
                    <a:pt x="5919" y="2953"/>
                    <a:pt x="5919" y="2902"/>
                  </a:cubicBezTo>
                  <a:cubicBezTo>
                    <a:pt x="5867" y="2902"/>
                    <a:pt x="5867" y="2850"/>
                    <a:pt x="5867" y="2850"/>
                  </a:cubicBezTo>
                  <a:lnTo>
                    <a:pt x="5867" y="2360"/>
                  </a:lnTo>
                  <a:cubicBezTo>
                    <a:pt x="5867" y="2360"/>
                    <a:pt x="5867" y="2309"/>
                    <a:pt x="5919" y="2309"/>
                  </a:cubicBezTo>
                  <a:cubicBezTo>
                    <a:pt x="5919" y="2309"/>
                    <a:pt x="5919" y="2257"/>
                    <a:pt x="5971" y="2257"/>
                  </a:cubicBezTo>
                  <a:close/>
                  <a:moveTo>
                    <a:pt x="8059" y="2257"/>
                  </a:moveTo>
                  <a:cubicBezTo>
                    <a:pt x="8124" y="2257"/>
                    <a:pt x="8124" y="2309"/>
                    <a:pt x="8176" y="2309"/>
                  </a:cubicBezTo>
                  <a:lnTo>
                    <a:pt x="8176" y="2360"/>
                  </a:lnTo>
                  <a:lnTo>
                    <a:pt x="8176" y="2850"/>
                  </a:lnTo>
                  <a:lnTo>
                    <a:pt x="8176" y="2902"/>
                  </a:lnTo>
                  <a:cubicBezTo>
                    <a:pt x="8124" y="2953"/>
                    <a:pt x="8124" y="2953"/>
                    <a:pt x="8059" y="2953"/>
                  </a:cubicBezTo>
                  <a:lnTo>
                    <a:pt x="7415" y="2953"/>
                  </a:lnTo>
                  <a:cubicBezTo>
                    <a:pt x="7363" y="2953"/>
                    <a:pt x="7363" y="2953"/>
                    <a:pt x="7312" y="2902"/>
                  </a:cubicBezTo>
                  <a:lnTo>
                    <a:pt x="7312" y="2850"/>
                  </a:lnTo>
                  <a:lnTo>
                    <a:pt x="7312" y="2360"/>
                  </a:lnTo>
                  <a:lnTo>
                    <a:pt x="7312" y="2309"/>
                  </a:lnTo>
                  <a:cubicBezTo>
                    <a:pt x="7363" y="2309"/>
                    <a:pt x="7363" y="2257"/>
                    <a:pt x="7415" y="2257"/>
                  </a:cubicBezTo>
                  <a:close/>
                  <a:moveTo>
                    <a:pt x="3392" y="529"/>
                  </a:moveTo>
                  <a:cubicBezTo>
                    <a:pt x="4513" y="529"/>
                    <a:pt x="5429" y="1445"/>
                    <a:pt x="5429" y="2579"/>
                  </a:cubicBezTo>
                  <a:cubicBezTo>
                    <a:pt x="5429" y="3701"/>
                    <a:pt x="4513" y="4617"/>
                    <a:pt x="3392" y="4617"/>
                  </a:cubicBezTo>
                  <a:cubicBezTo>
                    <a:pt x="2257" y="4617"/>
                    <a:pt x="1354" y="3701"/>
                    <a:pt x="1354" y="2579"/>
                  </a:cubicBezTo>
                  <a:cubicBezTo>
                    <a:pt x="1354" y="1445"/>
                    <a:pt x="2257" y="529"/>
                    <a:pt x="3392" y="529"/>
                  </a:cubicBezTo>
                  <a:close/>
                  <a:moveTo>
                    <a:pt x="10703" y="529"/>
                  </a:moveTo>
                  <a:cubicBezTo>
                    <a:pt x="11825" y="529"/>
                    <a:pt x="12740" y="1445"/>
                    <a:pt x="12740" y="2579"/>
                  </a:cubicBezTo>
                  <a:cubicBezTo>
                    <a:pt x="12740" y="3701"/>
                    <a:pt x="11825" y="4617"/>
                    <a:pt x="10703" y="4617"/>
                  </a:cubicBezTo>
                  <a:cubicBezTo>
                    <a:pt x="9568" y="4617"/>
                    <a:pt x="8653" y="3701"/>
                    <a:pt x="8653" y="2579"/>
                  </a:cubicBezTo>
                  <a:cubicBezTo>
                    <a:pt x="8653" y="1445"/>
                    <a:pt x="9568" y="529"/>
                    <a:pt x="10703" y="529"/>
                  </a:cubicBezTo>
                  <a:close/>
                  <a:moveTo>
                    <a:pt x="1032" y="4243"/>
                  </a:moveTo>
                  <a:cubicBezTo>
                    <a:pt x="1084" y="4243"/>
                    <a:pt x="1135" y="4294"/>
                    <a:pt x="1187" y="4294"/>
                  </a:cubicBezTo>
                  <a:cubicBezTo>
                    <a:pt x="1238" y="4346"/>
                    <a:pt x="1290" y="4398"/>
                    <a:pt x="1290" y="4462"/>
                  </a:cubicBezTo>
                  <a:cubicBezTo>
                    <a:pt x="1354" y="4514"/>
                    <a:pt x="1354" y="4565"/>
                    <a:pt x="1354" y="4617"/>
                  </a:cubicBezTo>
                  <a:cubicBezTo>
                    <a:pt x="1354" y="4720"/>
                    <a:pt x="1290" y="4836"/>
                    <a:pt x="1238" y="4991"/>
                  </a:cubicBezTo>
                  <a:cubicBezTo>
                    <a:pt x="1187" y="5107"/>
                    <a:pt x="1187" y="5158"/>
                    <a:pt x="1135" y="5262"/>
                  </a:cubicBezTo>
                  <a:cubicBezTo>
                    <a:pt x="1084" y="5313"/>
                    <a:pt x="1032" y="5365"/>
                    <a:pt x="967" y="5429"/>
                  </a:cubicBezTo>
                  <a:cubicBezTo>
                    <a:pt x="916" y="5429"/>
                    <a:pt x="864" y="5481"/>
                    <a:pt x="813" y="5481"/>
                  </a:cubicBezTo>
                  <a:cubicBezTo>
                    <a:pt x="761" y="5481"/>
                    <a:pt x="710" y="5429"/>
                    <a:pt x="645" y="5429"/>
                  </a:cubicBezTo>
                  <a:cubicBezTo>
                    <a:pt x="594" y="5365"/>
                    <a:pt x="594" y="5313"/>
                    <a:pt x="594" y="5262"/>
                  </a:cubicBezTo>
                  <a:cubicBezTo>
                    <a:pt x="542" y="5210"/>
                    <a:pt x="542" y="5158"/>
                    <a:pt x="542" y="5107"/>
                  </a:cubicBezTo>
                  <a:cubicBezTo>
                    <a:pt x="542" y="4991"/>
                    <a:pt x="594" y="4836"/>
                    <a:pt x="594" y="4720"/>
                  </a:cubicBezTo>
                  <a:cubicBezTo>
                    <a:pt x="645" y="4720"/>
                    <a:pt x="645" y="4668"/>
                    <a:pt x="645" y="4668"/>
                  </a:cubicBezTo>
                  <a:cubicBezTo>
                    <a:pt x="645" y="4617"/>
                    <a:pt x="710" y="4565"/>
                    <a:pt x="710" y="4514"/>
                  </a:cubicBezTo>
                  <a:cubicBezTo>
                    <a:pt x="761" y="4462"/>
                    <a:pt x="813" y="4398"/>
                    <a:pt x="864" y="4346"/>
                  </a:cubicBezTo>
                  <a:cubicBezTo>
                    <a:pt x="916" y="4294"/>
                    <a:pt x="967" y="4243"/>
                    <a:pt x="1032" y="4243"/>
                  </a:cubicBezTo>
                  <a:close/>
                  <a:moveTo>
                    <a:pt x="645" y="5906"/>
                  </a:moveTo>
                  <a:cubicBezTo>
                    <a:pt x="710" y="5906"/>
                    <a:pt x="710" y="5906"/>
                    <a:pt x="761" y="5958"/>
                  </a:cubicBezTo>
                  <a:cubicBezTo>
                    <a:pt x="813" y="5958"/>
                    <a:pt x="864" y="6009"/>
                    <a:pt x="864" y="6074"/>
                  </a:cubicBezTo>
                  <a:cubicBezTo>
                    <a:pt x="916" y="6177"/>
                    <a:pt x="916" y="6229"/>
                    <a:pt x="916" y="6280"/>
                  </a:cubicBezTo>
                  <a:cubicBezTo>
                    <a:pt x="916" y="6396"/>
                    <a:pt x="916" y="6448"/>
                    <a:pt x="864" y="6551"/>
                  </a:cubicBezTo>
                  <a:cubicBezTo>
                    <a:pt x="864" y="6654"/>
                    <a:pt x="813" y="6770"/>
                    <a:pt x="813" y="6822"/>
                  </a:cubicBezTo>
                  <a:cubicBezTo>
                    <a:pt x="761" y="6925"/>
                    <a:pt x="710" y="6976"/>
                    <a:pt x="645" y="6976"/>
                  </a:cubicBezTo>
                  <a:cubicBezTo>
                    <a:pt x="594" y="7041"/>
                    <a:pt x="594" y="7041"/>
                    <a:pt x="542" y="7041"/>
                  </a:cubicBezTo>
                  <a:lnTo>
                    <a:pt x="387" y="7041"/>
                  </a:lnTo>
                  <a:cubicBezTo>
                    <a:pt x="323" y="6976"/>
                    <a:pt x="323" y="6925"/>
                    <a:pt x="323" y="6873"/>
                  </a:cubicBezTo>
                  <a:cubicBezTo>
                    <a:pt x="271" y="6770"/>
                    <a:pt x="271" y="6719"/>
                    <a:pt x="271" y="6654"/>
                  </a:cubicBezTo>
                  <a:lnTo>
                    <a:pt x="271" y="6448"/>
                  </a:lnTo>
                  <a:cubicBezTo>
                    <a:pt x="323" y="6396"/>
                    <a:pt x="323" y="6396"/>
                    <a:pt x="323" y="6332"/>
                  </a:cubicBezTo>
                  <a:cubicBezTo>
                    <a:pt x="323" y="6332"/>
                    <a:pt x="323" y="6229"/>
                    <a:pt x="387" y="6177"/>
                  </a:cubicBezTo>
                  <a:cubicBezTo>
                    <a:pt x="387" y="6125"/>
                    <a:pt x="439" y="6074"/>
                    <a:pt x="490" y="6009"/>
                  </a:cubicBezTo>
                  <a:cubicBezTo>
                    <a:pt x="490" y="5958"/>
                    <a:pt x="594" y="5906"/>
                    <a:pt x="645" y="5906"/>
                  </a:cubicBezTo>
                  <a:close/>
                  <a:moveTo>
                    <a:pt x="3546" y="1"/>
                  </a:moveTo>
                  <a:cubicBezTo>
                    <a:pt x="2798" y="1"/>
                    <a:pt x="2102" y="271"/>
                    <a:pt x="1612" y="800"/>
                  </a:cubicBezTo>
                  <a:cubicBezTo>
                    <a:pt x="1135" y="1290"/>
                    <a:pt x="813" y="1935"/>
                    <a:pt x="813" y="2683"/>
                  </a:cubicBezTo>
                  <a:cubicBezTo>
                    <a:pt x="813" y="2786"/>
                    <a:pt x="813" y="2902"/>
                    <a:pt x="864" y="3005"/>
                  </a:cubicBezTo>
                  <a:lnTo>
                    <a:pt x="864" y="3057"/>
                  </a:lnTo>
                  <a:cubicBezTo>
                    <a:pt x="594" y="3753"/>
                    <a:pt x="387" y="4617"/>
                    <a:pt x="168" y="5365"/>
                  </a:cubicBezTo>
                  <a:cubicBezTo>
                    <a:pt x="65" y="5855"/>
                    <a:pt x="0" y="6280"/>
                    <a:pt x="0" y="6603"/>
                  </a:cubicBezTo>
                  <a:cubicBezTo>
                    <a:pt x="0" y="7144"/>
                    <a:pt x="168" y="7570"/>
                    <a:pt x="387" y="7892"/>
                  </a:cubicBezTo>
                  <a:cubicBezTo>
                    <a:pt x="594" y="8163"/>
                    <a:pt x="916" y="8382"/>
                    <a:pt x="1290" y="8537"/>
                  </a:cubicBezTo>
                  <a:cubicBezTo>
                    <a:pt x="1509" y="8653"/>
                    <a:pt x="1728" y="8704"/>
                    <a:pt x="1883" y="8704"/>
                  </a:cubicBezTo>
                  <a:cubicBezTo>
                    <a:pt x="2051" y="8704"/>
                    <a:pt x="2154" y="8653"/>
                    <a:pt x="2321" y="8588"/>
                  </a:cubicBezTo>
                  <a:cubicBezTo>
                    <a:pt x="2425" y="8537"/>
                    <a:pt x="2579" y="8434"/>
                    <a:pt x="2747" y="8330"/>
                  </a:cubicBezTo>
                  <a:cubicBezTo>
                    <a:pt x="3018" y="8060"/>
                    <a:pt x="3392" y="7621"/>
                    <a:pt x="3869" y="7041"/>
                  </a:cubicBezTo>
                  <a:cubicBezTo>
                    <a:pt x="4462" y="6229"/>
                    <a:pt x="4900" y="5532"/>
                    <a:pt x="5158" y="4939"/>
                  </a:cubicBezTo>
                  <a:cubicBezTo>
                    <a:pt x="5223" y="4888"/>
                    <a:pt x="5274" y="4888"/>
                    <a:pt x="5274" y="4888"/>
                  </a:cubicBezTo>
                  <a:lnTo>
                    <a:pt x="8975" y="4888"/>
                  </a:lnTo>
                  <a:cubicBezTo>
                    <a:pt x="9027" y="4888"/>
                    <a:pt x="9091" y="4888"/>
                    <a:pt x="9091" y="4939"/>
                  </a:cubicBezTo>
                  <a:cubicBezTo>
                    <a:pt x="9349" y="5532"/>
                    <a:pt x="9787" y="6229"/>
                    <a:pt x="10432" y="7041"/>
                  </a:cubicBezTo>
                  <a:cubicBezTo>
                    <a:pt x="10754" y="7466"/>
                    <a:pt x="11025" y="7840"/>
                    <a:pt x="11283" y="8060"/>
                  </a:cubicBezTo>
                  <a:cubicBezTo>
                    <a:pt x="11554" y="8330"/>
                    <a:pt x="11773" y="8485"/>
                    <a:pt x="11928" y="8588"/>
                  </a:cubicBezTo>
                  <a:cubicBezTo>
                    <a:pt x="12095" y="8653"/>
                    <a:pt x="12199" y="8704"/>
                    <a:pt x="12366" y="8704"/>
                  </a:cubicBezTo>
                  <a:cubicBezTo>
                    <a:pt x="12521" y="8704"/>
                    <a:pt x="12740" y="8653"/>
                    <a:pt x="13011" y="8537"/>
                  </a:cubicBezTo>
                  <a:cubicBezTo>
                    <a:pt x="13385" y="8382"/>
                    <a:pt x="13656" y="8163"/>
                    <a:pt x="13927" y="7892"/>
                  </a:cubicBezTo>
                  <a:cubicBezTo>
                    <a:pt x="14133" y="7570"/>
                    <a:pt x="14249" y="7144"/>
                    <a:pt x="14249" y="6603"/>
                  </a:cubicBezTo>
                  <a:cubicBezTo>
                    <a:pt x="14249" y="6280"/>
                    <a:pt x="14184" y="5855"/>
                    <a:pt x="14081" y="5365"/>
                  </a:cubicBezTo>
                  <a:cubicBezTo>
                    <a:pt x="13862" y="4617"/>
                    <a:pt x="13656" y="3753"/>
                    <a:pt x="13437" y="3057"/>
                  </a:cubicBezTo>
                  <a:lnTo>
                    <a:pt x="13437" y="3005"/>
                  </a:lnTo>
                  <a:lnTo>
                    <a:pt x="13437" y="2683"/>
                  </a:lnTo>
                  <a:cubicBezTo>
                    <a:pt x="13437" y="1935"/>
                    <a:pt x="13114" y="1290"/>
                    <a:pt x="12637" y="800"/>
                  </a:cubicBezTo>
                  <a:cubicBezTo>
                    <a:pt x="12147" y="271"/>
                    <a:pt x="11451" y="1"/>
                    <a:pt x="10703" y="1"/>
                  </a:cubicBezTo>
                  <a:cubicBezTo>
                    <a:pt x="9891" y="1"/>
                    <a:pt x="9091" y="374"/>
                    <a:pt x="8601" y="1019"/>
                  </a:cubicBezTo>
                  <a:cubicBezTo>
                    <a:pt x="8601" y="1019"/>
                    <a:pt x="8549" y="1071"/>
                    <a:pt x="8498" y="1071"/>
                  </a:cubicBezTo>
                  <a:lnTo>
                    <a:pt x="5751" y="1071"/>
                  </a:lnTo>
                  <a:cubicBezTo>
                    <a:pt x="5700" y="1071"/>
                    <a:pt x="5700" y="1019"/>
                    <a:pt x="5648" y="1019"/>
                  </a:cubicBezTo>
                  <a:cubicBezTo>
                    <a:pt x="5158" y="374"/>
                    <a:pt x="4410" y="1"/>
                    <a:pt x="3546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026;p32">
              <a:extLst>
                <a:ext uri="{FF2B5EF4-FFF2-40B4-BE49-F238E27FC236}">
                  <a16:creationId xmlns:a16="http://schemas.microsoft.com/office/drawing/2014/main" id="{4A3D9D02-EFF4-BD1D-5421-4A37E0246EC1}"/>
                </a:ext>
              </a:extLst>
            </p:cNvPr>
            <p:cNvSpPr/>
            <p:nvPr/>
          </p:nvSpPr>
          <p:spPr>
            <a:xfrm>
              <a:off x="3397050" y="4242200"/>
              <a:ext cx="367825" cy="229550"/>
            </a:xfrm>
            <a:custGeom>
              <a:avLst/>
              <a:gdLst/>
              <a:ahLst/>
              <a:cxnLst/>
              <a:rect l="l" t="t" r="r" b="b"/>
              <a:pathLst>
                <a:path w="14713" h="9182" extrusionOk="0">
                  <a:moveTo>
                    <a:pt x="8059" y="645"/>
                  </a:moveTo>
                  <a:lnTo>
                    <a:pt x="8059" y="1071"/>
                  </a:lnTo>
                  <a:lnTo>
                    <a:pt x="6396" y="1071"/>
                  </a:lnTo>
                  <a:lnTo>
                    <a:pt x="6396" y="645"/>
                  </a:lnTo>
                  <a:close/>
                  <a:moveTo>
                    <a:pt x="10909" y="272"/>
                  </a:moveTo>
                  <a:cubicBezTo>
                    <a:pt x="11657" y="272"/>
                    <a:pt x="12353" y="542"/>
                    <a:pt x="12843" y="1071"/>
                  </a:cubicBezTo>
                  <a:cubicBezTo>
                    <a:pt x="13320" y="1561"/>
                    <a:pt x="13643" y="2206"/>
                    <a:pt x="13643" y="2954"/>
                  </a:cubicBezTo>
                  <a:lnTo>
                    <a:pt x="13643" y="3276"/>
                  </a:lnTo>
                  <a:lnTo>
                    <a:pt x="13643" y="3328"/>
                  </a:lnTo>
                  <a:cubicBezTo>
                    <a:pt x="13862" y="4024"/>
                    <a:pt x="14068" y="4888"/>
                    <a:pt x="14287" y="5636"/>
                  </a:cubicBezTo>
                  <a:cubicBezTo>
                    <a:pt x="14390" y="6126"/>
                    <a:pt x="14455" y="6551"/>
                    <a:pt x="14455" y="6874"/>
                  </a:cubicBezTo>
                  <a:cubicBezTo>
                    <a:pt x="14455" y="7415"/>
                    <a:pt x="14339" y="7841"/>
                    <a:pt x="14133" y="8163"/>
                  </a:cubicBezTo>
                  <a:cubicBezTo>
                    <a:pt x="13862" y="8434"/>
                    <a:pt x="13591" y="8653"/>
                    <a:pt x="13217" y="8808"/>
                  </a:cubicBezTo>
                  <a:cubicBezTo>
                    <a:pt x="12946" y="8924"/>
                    <a:pt x="12727" y="8975"/>
                    <a:pt x="12572" y="8975"/>
                  </a:cubicBezTo>
                  <a:cubicBezTo>
                    <a:pt x="12405" y="8975"/>
                    <a:pt x="12301" y="8924"/>
                    <a:pt x="12134" y="8859"/>
                  </a:cubicBezTo>
                  <a:cubicBezTo>
                    <a:pt x="11979" y="8756"/>
                    <a:pt x="11760" y="8601"/>
                    <a:pt x="11489" y="8331"/>
                  </a:cubicBezTo>
                  <a:cubicBezTo>
                    <a:pt x="11231" y="8111"/>
                    <a:pt x="10960" y="7737"/>
                    <a:pt x="10638" y="7312"/>
                  </a:cubicBezTo>
                  <a:cubicBezTo>
                    <a:pt x="9993" y="6500"/>
                    <a:pt x="9555" y="5803"/>
                    <a:pt x="9297" y="5210"/>
                  </a:cubicBezTo>
                  <a:cubicBezTo>
                    <a:pt x="9297" y="5159"/>
                    <a:pt x="9233" y="5159"/>
                    <a:pt x="9181" y="5159"/>
                  </a:cubicBezTo>
                  <a:lnTo>
                    <a:pt x="5480" y="5159"/>
                  </a:lnTo>
                  <a:cubicBezTo>
                    <a:pt x="5480" y="5159"/>
                    <a:pt x="5429" y="5159"/>
                    <a:pt x="5364" y="5210"/>
                  </a:cubicBezTo>
                  <a:cubicBezTo>
                    <a:pt x="5106" y="5803"/>
                    <a:pt x="4668" y="6500"/>
                    <a:pt x="4075" y="7312"/>
                  </a:cubicBezTo>
                  <a:cubicBezTo>
                    <a:pt x="3598" y="7892"/>
                    <a:pt x="3224" y="8331"/>
                    <a:pt x="2953" y="8601"/>
                  </a:cubicBezTo>
                  <a:cubicBezTo>
                    <a:pt x="2785" y="8705"/>
                    <a:pt x="2631" y="8808"/>
                    <a:pt x="2527" y="8859"/>
                  </a:cubicBezTo>
                  <a:cubicBezTo>
                    <a:pt x="2360" y="8924"/>
                    <a:pt x="2257" y="8975"/>
                    <a:pt x="2089" y="8975"/>
                  </a:cubicBezTo>
                  <a:cubicBezTo>
                    <a:pt x="1934" y="8975"/>
                    <a:pt x="1715" y="8924"/>
                    <a:pt x="1496" y="8808"/>
                  </a:cubicBezTo>
                  <a:cubicBezTo>
                    <a:pt x="1122" y="8653"/>
                    <a:pt x="800" y="8434"/>
                    <a:pt x="593" y="8163"/>
                  </a:cubicBezTo>
                  <a:cubicBezTo>
                    <a:pt x="374" y="7841"/>
                    <a:pt x="206" y="7415"/>
                    <a:pt x="206" y="6874"/>
                  </a:cubicBezTo>
                  <a:cubicBezTo>
                    <a:pt x="206" y="6551"/>
                    <a:pt x="271" y="6126"/>
                    <a:pt x="374" y="5636"/>
                  </a:cubicBezTo>
                  <a:cubicBezTo>
                    <a:pt x="593" y="4888"/>
                    <a:pt x="800" y="4024"/>
                    <a:pt x="1070" y="3328"/>
                  </a:cubicBezTo>
                  <a:lnTo>
                    <a:pt x="1070" y="3276"/>
                  </a:lnTo>
                  <a:cubicBezTo>
                    <a:pt x="1019" y="3173"/>
                    <a:pt x="1019" y="3057"/>
                    <a:pt x="1019" y="2954"/>
                  </a:cubicBezTo>
                  <a:cubicBezTo>
                    <a:pt x="1019" y="2206"/>
                    <a:pt x="1341" y="1561"/>
                    <a:pt x="1818" y="1071"/>
                  </a:cubicBezTo>
                  <a:cubicBezTo>
                    <a:pt x="2308" y="542"/>
                    <a:pt x="3004" y="272"/>
                    <a:pt x="3752" y="272"/>
                  </a:cubicBezTo>
                  <a:cubicBezTo>
                    <a:pt x="4616" y="272"/>
                    <a:pt x="5364" y="645"/>
                    <a:pt x="5854" y="1290"/>
                  </a:cubicBezTo>
                  <a:cubicBezTo>
                    <a:pt x="5906" y="1290"/>
                    <a:pt x="5906" y="1342"/>
                    <a:pt x="5957" y="1342"/>
                  </a:cubicBezTo>
                  <a:lnTo>
                    <a:pt x="8704" y="1342"/>
                  </a:lnTo>
                  <a:cubicBezTo>
                    <a:pt x="8755" y="1342"/>
                    <a:pt x="8807" y="1290"/>
                    <a:pt x="8807" y="1290"/>
                  </a:cubicBezTo>
                  <a:cubicBezTo>
                    <a:pt x="9297" y="645"/>
                    <a:pt x="10097" y="272"/>
                    <a:pt x="10909" y="272"/>
                  </a:cubicBezTo>
                  <a:close/>
                  <a:moveTo>
                    <a:pt x="3752" y="1"/>
                  </a:moveTo>
                  <a:cubicBezTo>
                    <a:pt x="2089" y="1"/>
                    <a:pt x="800" y="1342"/>
                    <a:pt x="800" y="2954"/>
                  </a:cubicBezTo>
                  <a:lnTo>
                    <a:pt x="800" y="3276"/>
                  </a:lnTo>
                  <a:cubicBezTo>
                    <a:pt x="593" y="3972"/>
                    <a:pt x="374" y="4836"/>
                    <a:pt x="155" y="5584"/>
                  </a:cubicBezTo>
                  <a:cubicBezTo>
                    <a:pt x="52" y="6074"/>
                    <a:pt x="0" y="6500"/>
                    <a:pt x="0" y="6874"/>
                  </a:cubicBezTo>
                  <a:cubicBezTo>
                    <a:pt x="0" y="7467"/>
                    <a:pt x="103" y="7957"/>
                    <a:pt x="374" y="8279"/>
                  </a:cubicBezTo>
                  <a:cubicBezTo>
                    <a:pt x="645" y="8653"/>
                    <a:pt x="967" y="8859"/>
                    <a:pt x="1393" y="9027"/>
                  </a:cubicBezTo>
                  <a:cubicBezTo>
                    <a:pt x="1663" y="9130"/>
                    <a:pt x="1883" y="9182"/>
                    <a:pt x="2089" y="9182"/>
                  </a:cubicBezTo>
                  <a:cubicBezTo>
                    <a:pt x="2308" y="9182"/>
                    <a:pt x="2463" y="9130"/>
                    <a:pt x="2631" y="9079"/>
                  </a:cubicBezTo>
                  <a:cubicBezTo>
                    <a:pt x="2850" y="8975"/>
                    <a:pt x="3108" y="8808"/>
                    <a:pt x="3378" y="8537"/>
                  </a:cubicBezTo>
                  <a:cubicBezTo>
                    <a:pt x="3598" y="8279"/>
                    <a:pt x="3920" y="7892"/>
                    <a:pt x="4242" y="7415"/>
                  </a:cubicBezTo>
                  <a:cubicBezTo>
                    <a:pt x="4836" y="6667"/>
                    <a:pt x="5261" y="5958"/>
                    <a:pt x="5583" y="5378"/>
                  </a:cubicBezTo>
                  <a:lnTo>
                    <a:pt x="9078" y="5378"/>
                  </a:lnTo>
                  <a:cubicBezTo>
                    <a:pt x="9400" y="5958"/>
                    <a:pt x="9826" y="6667"/>
                    <a:pt x="10419" y="7415"/>
                  </a:cubicBezTo>
                  <a:cubicBezTo>
                    <a:pt x="10909" y="8060"/>
                    <a:pt x="11231" y="8485"/>
                    <a:pt x="11554" y="8756"/>
                  </a:cubicBezTo>
                  <a:cubicBezTo>
                    <a:pt x="11708" y="8924"/>
                    <a:pt x="11876" y="9027"/>
                    <a:pt x="12031" y="9079"/>
                  </a:cubicBezTo>
                  <a:cubicBezTo>
                    <a:pt x="12198" y="9130"/>
                    <a:pt x="12405" y="9182"/>
                    <a:pt x="12572" y="9182"/>
                  </a:cubicBezTo>
                  <a:cubicBezTo>
                    <a:pt x="12779" y="9182"/>
                    <a:pt x="12998" y="9130"/>
                    <a:pt x="13269" y="9027"/>
                  </a:cubicBezTo>
                  <a:cubicBezTo>
                    <a:pt x="13694" y="8859"/>
                    <a:pt x="14068" y="8653"/>
                    <a:pt x="14287" y="8279"/>
                  </a:cubicBezTo>
                  <a:cubicBezTo>
                    <a:pt x="14558" y="7957"/>
                    <a:pt x="14713" y="7467"/>
                    <a:pt x="14713" y="6874"/>
                  </a:cubicBezTo>
                  <a:cubicBezTo>
                    <a:pt x="14713" y="6500"/>
                    <a:pt x="14661" y="6074"/>
                    <a:pt x="14506" y="5584"/>
                  </a:cubicBezTo>
                  <a:cubicBezTo>
                    <a:pt x="14287" y="4836"/>
                    <a:pt x="14133" y="3972"/>
                    <a:pt x="13862" y="3276"/>
                  </a:cubicBezTo>
                  <a:lnTo>
                    <a:pt x="13862" y="2954"/>
                  </a:lnTo>
                  <a:cubicBezTo>
                    <a:pt x="13862" y="1342"/>
                    <a:pt x="12572" y="1"/>
                    <a:pt x="10909" y="1"/>
                  </a:cubicBezTo>
                  <a:cubicBezTo>
                    <a:pt x="10045" y="1"/>
                    <a:pt x="9181" y="426"/>
                    <a:pt x="8652" y="1071"/>
                  </a:cubicBezTo>
                  <a:lnTo>
                    <a:pt x="8330" y="1071"/>
                  </a:lnTo>
                  <a:lnTo>
                    <a:pt x="8330" y="542"/>
                  </a:lnTo>
                  <a:cubicBezTo>
                    <a:pt x="8330" y="542"/>
                    <a:pt x="8330" y="478"/>
                    <a:pt x="8265" y="426"/>
                  </a:cubicBezTo>
                  <a:lnTo>
                    <a:pt x="6177" y="426"/>
                  </a:lnTo>
                  <a:cubicBezTo>
                    <a:pt x="6125" y="478"/>
                    <a:pt x="6125" y="542"/>
                    <a:pt x="6125" y="542"/>
                  </a:cubicBezTo>
                  <a:lnTo>
                    <a:pt x="6125" y="1071"/>
                  </a:lnTo>
                  <a:lnTo>
                    <a:pt x="6009" y="1071"/>
                  </a:lnTo>
                  <a:cubicBezTo>
                    <a:pt x="5480" y="426"/>
                    <a:pt x="4668" y="1"/>
                    <a:pt x="37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027;p32">
              <a:extLst>
                <a:ext uri="{FF2B5EF4-FFF2-40B4-BE49-F238E27FC236}">
                  <a16:creationId xmlns:a16="http://schemas.microsoft.com/office/drawing/2014/main" id="{F2D4C73D-EE97-9574-3CBD-2E76FF36C314}"/>
                </a:ext>
              </a:extLst>
            </p:cNvPr>
            <p:cNvSpPr/>
            <p:nvPr/>
          </p:nvSpPr>
          <p:spPr>
            <a:xfrm>
              <a:off x="3436050" y="4262200"/>
              <a:ext cx="101875" cy="102200"/>
            </a:xfrm>
            <a:custGeom>
              <a:avLst/>
              <a:gdLst/>
              <a:ahLst/>
              <a:cxnLst/>
              <a:rect l="l" t="t" r="r" b="b"/>
              <a:pathLst>
                <a:path w="4075" h="4088" extrusionOk="0">
                  <a:moveTo>
                    <a:pt x="2038" y="271"/>
                  </a:moveTo>
                  <a:cubicBezTo>
                    <a:pt x="2515" y="271"/>
                    <a:pt x="2953" y="439"/>
                    <a:pt x="3276" y="761"/>
                  </a:cubicBezTo>
                  <a:cubicBezTo>
                    <a:pt x="3598" y="1083"/>
                    <a:pt x="3804" y="1560"/>
                    <a:pt x="3804" y="2050"/>
                  </a:cubicBezTo>
                  <a:cubicBezTo>
                    <a:pt x="3804" y="2528"/>
                    <a:pt x="3598" y="2966"/>
                    <a:pt x="3276" y="3288"/>
                  </a:cubicBezTo>
                  <a:cubicBezTo>
                    <a:pt x="2953" y="3611"/>
                    <a:pt x="2515" y="3817"/>
                    <a:pt x="2038" y="3817"/>
                  </a:cubicBezTo>
                  <a:cubicBezTo>
                    <a:pt x="1548" y="3817"/>
                    <a:pt x="1071" y="3611"/>
                    <a:pt x="748" y="3288"/>
                  </a:cubicBezTo>
                  <a:cubicBezTo>
                    <a:pt x="426" y="2966"/>
                    <a:pt x="258" y="2528"/>
                    <a:pt x="258" y="2050"/>
                  </a:cubicBezTo>
                  <a:cubicBezTo>
                    <a:pt x="258" y="1560"/>
                    <a:pt x="426" y="1083"/>
                    <a:pt x="748" y="761"/>
                  </a:cubicBezTo>
                  <a:cubicBezTo>
                    <a:pt x="1071" y="439"/>
                    <a:pt x="1548" y="271"/>
                    <a:pt x="2038" y="271"/>
                  </a:cubicBezTo>
                  <a:close/>
                  <a:moveTo>
                    <a:pt x="2038" y="0"/>
                  </a:moveTo>
                  <a:cubicBezTo>
                    <a:pt x="903" y="0"/>
                    <a:pt x="0" y="916"/>
                    <a:pt x="0" y="2050"/>
                  </a:cubicBezTo>
                  <a:cubicBezTo>
                    <a:pt x="0" y="3172"/>
                    <a:pt x="903" y="4088"/>
                    <a:pt x="2038" y="4088"/>
                  </a:cubicBezTo>
                  <a:cubicBezTo>
                    <a:pt x="3159" y="4088"/>
                    <a:pt x="4075" y="3172"/>
                    <a:pt x="4075" y="2050"/>
                  </a:cubicBezTo>
                  <a:cubicBezTo>
                    <a:pt x="4075" y="916"/>
                    <a:pt x="3159" y="0"/>
                    <a:pt x="20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028;p32">
              <a:extLst>
                <a:ext uri="{FF2B5EF4-FFF2-40B4-BE49-F238E27FC236}">
                  <a16:creationId xmlns:a16="http://schemas.microsoft.com/office/drawing/2014/main" id="{14A0F20C-96E4-3A6D-683D-6537B4A652D3}"/>
                </a:ext>
              </a:extLst>
            </p:cNvPr>
            <p:cNvSpPr/>
            <p:nvPr/>
          </p:nvSpPr>
          <p:spPr>
            <a:xfrm>
              <a:off x="3618500" y="4262200"/>
              <a:ext cx="102225" cy="102200"/>
            </a:xfrm>
            <a:custGeom>
              <a:avLst/>
              <a:gdLst/>
              <a:ahLst/>
              <a:cxnLst/>
              <a:rect l="l" t="t" r="r" b="b"/>
              <a:pathLst>
                <a:path w="4089" h="4088" extrusionOk="0">
                  <a:moveTo>
                    <a:pt x="2051" y="271"/>
                  </a:moveTo>
                  <a:cubicBezTo>
                    <a:pt x="2528" y="271"/>
                    <a:pt x="2953" y="439"/>
                    <a:pt x="3276" y="761"/>
                  </a:cubicBezTo>
                  <a:cubicBezTo>
                    <a:pt x="3598" y="1083"/>
                    <a:pt x="3817" y="1560"/>
                    <a:pt x="3817" y="2050"/>
                  </a:cubicBezTo>
                  <a:cubicBezTo>
                    <a:pt x="3817" y="2528"/>
                    <a:pt x="3598" y="2966"/>
                    <a:pt x="3276" y="3288"/>
                  </a:cubicBezTo>
                  <a:cubicBezTo>
                    <a:pt x="2953" y="3611"/>
                    <a:pt x="2528" y="3817"/>
                    <a:pt x="2051" y="3817"/>
                  </a:cubicBezTo>
                  <a:cubicBezTo>
                    <a:pt x="1561" y="3817"/>
                    <a:pt x="1084" y="3611"/>
                    <a:pt x="761" y="3288"/>
                  </a:cubicBezTo>
                  <a:cubicBezTo>
                    <a:pt x="439" y="2966"/>
                    <a:pt x="271" y="2528"/>
                    <a:pt x="271" y="2050"/>
                  </a:cubicBezTo>
                  <a:cubicBezTo>
                    <a:pt x="271" y="1560"/>
                    <a:pt x="439" y="1083"/>
                    <a:pt x="761" y="761"/>
                  </a:cubicBezTo>
                  <a:cubicBezTo>
                    <a:pt x="1084" y="439"/>
                    <a:pt x="1561" y="271"/>
                    <a:pt x="2051" y="271"/>
                  </a:cubicBezTo>
                  <a:close/>
                  <a:moveTo>
                    <a:pt x="2051" y="0"/>
                  </a:moveTo>
                  <a:cubicBezTo>
                    <a:pt x="916" y="0"/>
                    <a:pt x="1" y="916"/>
                    <a:pt x="1" y="2050"/>
                  </a:cubicBezTo>
                  <a:cubicBezTo>
                    <a:pt x="1" y="3172"/>
                    <a:pt x="916" y="4088"/>
                    <a:pt x="2051" y="4088"/>
                  </a:cubicBezTo>
                  <a:cubicBezTo>
                    <a:pt x="3173" y="4088"/>
                    <a:pt x="4088" y="3172"/>
                    <a:pt x="4088" y="2050"/>
                  </a:cubicBezTo>
                  <a:cubicBezTo>
                    <a:pt x="4088" y="916"/>
                    <a:pt x="3173" y="0"/>
                    <a:pt x="20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029;p32">
              <a:extLst>
                <a:ext uri="{FF2B5EF4-FFF2-40B4-BE49-F238E27FC236}">
                  <a16:creationId xmlns:a16="http://schemas.microsoft.com/office/drawing/2014/main" id="{24F50665-EAD1-6243-6F56-601382DF078D}"/>
                </a:ext>
              </a:extLst>
            </p:cNvPr>
            <p:cNvSpPr/>
            <p:nvPr/>
          </p:nvSpPr>
          <p:spPr>
            <a:xfrm>
              <a:off x="3657500" y="427315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07"/>
                  </a:moveTo>
                  <a:cubicBezTo>
                    <a:pt x="646" y="207"/>
                    <a:pt x="749" y="323"/>
                    <a:pt x="749" y="478"/>
                  </a:cubicBezTo>
                  <a:cubicBezTo>
                    <a:pt x="749" y="645"/>
                    <a:pt x="646" y="800"/>
                    <a:pt x="491" y="800"/>
                  </a:cubicBezTo>
                  <a:cubicBezTo>
                    <a:pt x="323" y="800"/>
                    <a:pt x="168" y="645"/>
                    <a:pt x="168" y="478"/>
                  </a:cubicBezTo>
                  <a:cubicBezTo>
                    <a:pt x="168" y="323"/>
                    <a:pt x="323" y="207"/>
                    <a:pt x="491" y="207"/>
                  </a:cubicBezTo>
                  <a:close/>
                  <a:moveTo>
                    <a:pt x="491" y="1"/>
                  </a:moveTo>
                  <a:cubicBezTo>
                    <a:pt x="220" y="1"/>
                    <a:pt x="1" y="207"/>
                    <a:pt x="1" y="478"/>
                  </a:cubicBezTo>
                  <a:cubicBezTo>
                    <a:pt x="1" y="748"/>
                    <a:pt x="220" y="968"/>
                    <a:pt x="491" y="968"/>
                  </a:cubicBezTo>
                  <a:cubicBezTo>
                    <a:pt x="749" y="968"/>
                    <a:pt x="968" y="748"/>
                    <a:pt x="968" y="478"/>
                  </a:cubicBezTo>
                  <a:cubicBezTo>
                    <a:pt x="968" y="207"/>
                    <a:pt x="749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030;p32">
              <a:extLst>
                <a:ext uri="{FF2B5EF4-FFF2-40B4-BE49-F238E27FC236}">
                  <a16:creationId xmlns:a16="http://schemas.microsoft.com/office/drawing/2014/main" id="{F9491D3A-AC32-0732-F3BE-0BDA2A6E406C}"/>
                </a:ext>
              </a:extLst>
            </p:cNvPr>
            <p:cNvSpPr/>
            <p:nvPr/>
          </p:nvSpPr>
          <p:spPr>
            <a:xfrm>
              <a:off x="3657500" y="432667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19"/>
                  </a:moveTo>
                  <a:cubicBezTo>
                    <a:pt x="646" y="219"/>
                    <a:pt x="749" y="322"/>
                    <a:pt x="749" y="490"/>
                  </a:cubicBezTo>
                  <a:cubicBezTo>
                    <a:pt x="749" y="645"/>
                    <a:pt x="646" y="812"/>
                    <a:pt x="491" y="812"/>
                  </a:cubicBezTo>
                  <a:cubicBezTo>
                    <a:pt x="323" y="812"/>
                    <a:pt x="168" y="645"/>
                    <a:pt x="168" y="490"/>
                  </a:cubicBezTo>
                  <a:cubicBezTo>
                    <a:pt x="168" y="322"/>
                    <a:pt x="323" y="219"/>
                    <a:pt x="491" y="219"/>
                  </a:cubicBezTo>
                  <a:close/>
                  <a:moveTo>
                    <a:pt x="491" y="0"/>
                  </a:moveTo>
                  <a:cubicBezTo>
                    <a:pt x="220" y="0"/>
                    <a:pt x="1" y="219"/>
                    <a:pt x="1" y="490"/>
                  </a:cubicBezTo>
                  <a:cubicBezTo>
                    <a:pt x="1" y="761"/>
                    <a:pt x="220" y="967"/>
                    <a:pt x="491" y="967"/>
                  </a:cubicBezTo>
                  <a:cubicBezTo>
                    <a:pt x="749" y="967"/>
                    <a:pt x="968" y="761"/>
                    <a:pt x="968" y="490"/>
                  </a:cubicBezTo>
                  <a:cubicBezTo>
                    <a:pt x="968" y="219"/>
                    <a:pt x="749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031;p32">
              <a:extLst>
                <a:ext uri="{FF2B5EF4-FFF2-40B4-BE49-F238E27FC236}">
                  <a16:creationId xmlns:a16="http://schemas.microsoft.com/office/drawing/2014/main" id="{61A07DA3-F8B7-4C15-65CC-9DBB02F57466}"/>
                </a:ext>
              </a:extLst>
            </p:cNvPr>
            <p:cNvSpPr/>
            <p:nvPr/>
          </p:nvSpPr>
          <p:spPr>
            <a:xfrm>
              <a:off x="3684275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0" y="220"/>
                  </a:moveTo>
                  <a:cubicBezTo>
                    <a:pt x="645" y="220"/>
                    <a:pt x="761" y="323"/>
                    <a:pt x="761" y="491"/>
                  </a:cubicBezTo>
                  <a:cubicBezTo>
                    <a:pt x="761" y="646"/>
                    <a:pt x="645" y="813"/>
                    <a:pt x="490" y="813"/>
                  </a:cubicBezTo>
                  <a:cubicBezTo>
                    <a:pt x="322" y="813"/>
                    <a:pt x="168" y="646"/>
                    <a:pt x="168" y="491"/>
                  </a:cubicBezTo>
                  <a:cubicBezTo>
                    <a:pt x="168" y="323"/>
                    <a:pt x="322" y="220"/>
                    <a:pt x="490" y="220"/>
                  </a:cubicBezTo>
                  <a:close/>
                  <a:moveTo>
                    <a:pt x="490" y="1"/>
                  </a:moveTo>
                  <a:cubicBezTo>
                    <a:pt x="219" y="1"/>
                    <a:pt x="0" y="220"/>
                    <a:pt x="0" y="491"/>
                  </a:cubicBezTo>
                  <a:cubicBezTo>
                    <a:pt x="0" y="749"/>
                    <a:pt x="219" y="968"/>
                    <a:pt x="490" y="968"/>
                  </a:cubicBezTo>
                  <a:cubicBezTo>
                    <a:pt x="761" y="968"/>
                    <a:pt x="967" y="749"/>
                    <a:pt x="967" y="491"/>
                  </a:cubicBezTo>
                  <a:cubicBezTo>
                    <a:pt x="967" y="220"/>
                    <a:pt x="761" y="1"/>
                    <a:pt x="49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032;p32">
              <a:extLst>
                <a:ext uri="{FF2B5EF4-FFF2-40B4-BE49-F238E27FC236}">
                  <a16:creationId xmlns:a16="http://schemas.microsoft.com/office/drawing/2014/main" id="{BEC669A8-355B-87F4-C05B-B00CCA292F86}"/>
                </a:ext>
              </a:extLst>
            </p:cNvPr>
            <p:cNvSpPr/>
            <p:nvPr/>
          </p:nvSpPr>
          <p:spPr>
            <a:xfrm>
              <a:off x="3630750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78" y="220"/>
                  </a:moveTo>
                  <a:cubicBezTo>
                    <a:pt x="645" y="220"/>
                    <a:pt x="749" y="323"/>
                    <a:pt x="749" y="491"/>
                  </a:cubicBezTo>
                  <a:cubicBezTo>
                    <a:pt x="749" y="646"/>
                    <a:pt x="645" y="813"/>
                    <a:pt x="478" y="813"/>
                  </a:cubicBezTo>
                  <a:cubicBezTo>
                    <a:pt x="323" y="813"/>
                    <a:pt x="155" y="646"/>
                    <a:pt x="155" y="491"/>
                  </a:cubicBezTo>
                  <a:cubicBezTo>
                    <a:pt x="155" y="323"/>
                    <a:pt x="323" y="220"/>
                    <a:pt x="478" y="220"/>
                  </a:cubicBezTo>
                  <a:close/>
                  <a:moveTo>
                    <a:pt x="478" y="1"/>
                  </a:moveTo>
                  <a:cubicBezTo>
                    <a:pt x="207" y="1"/>
                    <a:pt x="1" y="220"/>
                    <a:pt x="1" y="491"/>
                  </a:cubicBezTo>
                  <a:cubicBezTo>
                    <a:pt x="1" y="749"/>
                    <a:pt x="207" y="968"/>
                    <a:pt x="478" y="968"/>
                  </a:cubicBezTo>
                  <a:cubicBezTo>
                    <a:pt x="749" y="968"/>
                    <a:pt x="968" y="749"/>
                    <a:pt x="968" y="491"/>
                  </a:cubicBezTo>
                  <a:cubicBezTo>
                    <a:pt x="968" y="220"/>
                    <a:pt x="749" y="1"/>
                    <a:pt x="47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033;p32">
              <a:extLst>
                <a:ext uri="{FF2B5EF4-FFF2-40B4-BE49-F238E27FC236}">
                  <a16:creationId xmlns:a16="http://schemas.microsoft.com/office/drawing/2014/main" id="{18AA8551-F94C-9C5E-057F-52B8A22FD9BE}"/>
                </a:ext>
              </a:extLst>
            </p:cNvPr>
            <p:cNvSpPr/>
            <p:nvPr/>
          </p:nvSpPr>
          <p:spPr>
            <a:xfrm>
              <a:off x="3457325" y="4282500"/>
              <a:ext cx="61925" cy="61925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457" y="220"/>
                  </a:moveTo>
                  <a:cubicBezTo>
                    <a:pt x="1509" y="220"/>
                    <a:pt x="1561" y="271"/>
                    <a:pt x="1561" y="323"/>
                  </a:cubicBezTo>
                  <a:lnTo>
                    <a:pt x="1561" y="800"/>
                  </a:lnTo>
                  <a:cubicBezTo>
                    <a:pt x="1561" y="800"/>
                    <a:pt x="1561" y="864"/>
                    <a:pt x="1612" y="864"/>
                  </a:cubicBezTo>
                  <a:cubicBezTo>
                    <a:pt x="1612" y="916"/>
                    <a:pt x="1664" y="916"/>
                    <a:pt x="1664" y="916"/>
                  </a:cubicBezTo>
                  <a:lnTo>
                    <a:pt x="2154" y="916"/>
                  </a:lnTo>
                  <a:cubicBezTo>
                    <a:pt x="2205" y="916"/>
                    <a:pt x="2257" y="968"/>
                    <a:pt x="2257" y="1019"/>
                  </a:cubicBezTo>
                  <a:lnTo>
                    <a:pt x="2257" y="1445"/>
                  </a:lnTo>
                  <a:cubicBezTo>
                    <a:pt x="2257" y="1509"/>
                    <a:pt x="2205" y="1561"/>
                    <a:pt x="2154" y="1561"/>
                  </a:cubicBezTo>
                  <a:lnTo>
                    <a:pt x="1664" y="1561"/>
                  </a:lnTo>
                  <a:cubicBezTo>
                    <a:pt x="1664" y="1561"/>
                    <a:pt x="1612" y="1561"/>
                    <a:pt x="1612" y="1612"/>
                  </a:cubicBezTo>
                  <a:cubicBezTo>
                    <a:pt x="1561" y="1612"/>
                    <a:pt x="1561" y="1664"/>
                    <a:pt x="1561" y="1664"/>
                  </a:cubicBezTo>
                  <a:lnTo>
                    <a:pt x="1561" y="2154"/>
                  </a:lnTo>
                  <a:cubicBezTo>
                    <a:pt x="1561" y="2206"/>
                    <a:pt x="1509" y="2257"/>
                    <a:pt x="1457" y="2257"/>
                  </a:cubicBezTo>
                  <a:lnTo>
                    <a:pt x="1019" y="2257"/>
                  </a:lnTo>
                  <a:cubicBezTo>
                    <a:pt x="967" y="2257"/>
                    <a:pt x="916" y="2206"/>
                    <a:pt x="916" y="2154"/>
                  </a:cubicBezTo>
                  <a:lnTo>
                    <a:pt x="916" y="1664"/>
                  </a:lnTo>
                  <a:lnTo>
                    <a:pt x="864" y="1612"/>
                  </a:lnTo>
                  <a:cubicBezTo>
                    <a:pt x="864" y="1561"/>
                    <a:pt x="813" y="1561"/>
                    <a:pt x="813" y="1561"/>
                  </a:cubicBezTo>
                  <a:lnTo>
                    <a:pt x="323" y="1561"/>
                  </a:lnTo>
                  <a:cubicBezTo>
                    <a:pt x="271" y="1561"/>
                    <a:pt x="220" y="1509"/>
                    <a:pt x="220" y="1445"/>
                  </a:cubicBezTo>
                  <a:lnTo>
                    <a:pt x="220" y="1019"/>
                  </a:lnTo>
                  <a:cubicBezTo>
                    <a:pt x="220" y="968"/>
                    <a:pt x="271" y="916"/>
                    <a:pt x="323" y="916"/>
                  </a:cubicBezTo>
                  <a:lnTo>
                    <a:pt x="813" y="916"/>
                  </a:lnTo>
                  <a:cubicBezTo>
                    <a:pt x="813" y="916"/>
                    <a:pt x="864" y="916"/>
                    <a:pt x="864" y="864"/>
                  </a:cubicBezTo>
                  <a:lnTo>
                    <a:pt x="916" y="800"/>
                  </a:lnTo>
                  <a:lnTo>
                    <a:pt x="916" y="323"/>
                  </a:lnTo>
                  <a:cubicBezTo>
                    <a:pt x="916" y="271"/>
                    <a:pt x="967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64" y="1"/>
                    <a:pt x="697" y="155"/>
                    <a:pt x="697" y="323"/>
                  </a:cubicBezTo>
                  <a:lnTo>
                    <a:pt x="697" y="697"/>
                  </a:lnTo>
                  <a:lnTo>
                    <a:pt x="323" y="697"/>
                  </a:lnTo>
                  <a:cubicBezTo>
                    <a:pt x="168" y="697"/>
                    <a:pt x="0" y="864"/>
                    <a:pt x="0" y="1019"/>
                  </a:cubicBezTo>
                  <a:lnTo>
                    <a:pt x="0" y="1445"/>
                  </a:lnTo>
                  <a:cubicBezTo>
                    <a:pt x="0" y="1612"/>
                    <a:pt x="168" y="1767"/>
                    <a:pt x="323" y="1767"/>
                  </a:cubicBezTo>
                  <a:lnTo>
                    <a:pt x="697" y="1767"/>
                  </a:lnTo>
                  <a:lnTo>
                    <a:pt x="697" y="2154"/>
                  </a:lnTo>
                  <a:cubicBezTo>
                    <a:pt x="697" y="2309"/>
                    <a:pt x="864" y="2476"/>
                    <a:pt x="1019" y="2476"/>
                  </a:cubicBezTo>
                  <a:lnTo>
                    <a:pt x="1457" y="2476"/>
                  </a:lnTo>
                  <a:cubicBezTo>
                    <a:pt x="1612" y="2476"/>
                    <a:pt x="1780" y="2309"/>
                    <a:pt x="1780" y="2154"/>
                  </a:cubicBezTo>
                  <a:lnTo>
                    <a:pt x="1780" y="1767"/>
                  </a:lnTo>
                  <a:lnTo>
                    <a:pt x="2154" y="1767"/>
                  </a:lnTo>
                  <a:cubicBezTo>
                    <a:pt x="2308" y="1767"/>
                    <a:pt x="2476" y="1612"/>
                    <a:pt x="2476" y="1445"/>
                  </a:cubicBezTo>
                  <a:lnTo>
                    <a:pt x="2476" y="1019"/>
                  </a:lnTo>
                  <a:cubicBezTo>
                    <a:pt x="2476" y="864"/>
                    <a:pt x="2308" y="697"/>
                    <a:pt x="2154" y="697"/>
                  </a:cubicBezTo>
                  <a:lnTo>
                    <a:pt x="1780" y="697"/>
                  </a:lnTo>
                  <a:lnTo>
                    <a:pt x="1780" y="323"/>
                  </a:lnTo>
                  <a:cubicBezTo>
                    <a:pt x="1780" y="155"/>
                    <a:pt x="1612" y="1"/>
                    <a:pt x="14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034;p32">
              <a:extLst>
                <a:ext uri="{FF2B5EF4-FFF2-40B4-BE49-F238E27FC236}">
                  <a16:creationId xmlns:a16="http://schemas.microsoft.com/office/drawing/2014/main" id="{BAD07B93-1C22-86CB-3575-2A62D159DB52}"/>
                </a:ext>
              </a:extLst>
            </p:cNvPr>
            <p:cNvSpPr/>
            <p:nvPr/>
          </p:nvSpPr>
          <p:spPr>
            <a:xfrm>
              <a:off x="3548875" y="4305400"/>
              <a:ext cx="22575" cy="17425"/>
            </a:xfrm>
            <a:custGeom>
              <a:avLst/>
              <a:gdLst/>
              <a:ahLst/>
              <a:cxnLst/>
              <a:rect l="l" t="t" r="r" b="b"/>
              <a:pathLst>
                <a:path w="903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207" y="477"/>
                  </a:lnTo>
                  <a:lnTo>
                    <a:pt x="207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52" y="52"/>
                  </a:cubicBezTo>
                  <a:cubicBezTo>
                    <a:pt x="0" y="52"/>
                    <a:pt x="0" y="103"/>
                    <a:pt x="0" y="103"/>
                  </a:cubicBezTo>
                  <a:lnTo>
                    <a:pt x="0" y="593"/>
                  </a:lnTo>
                  <a:cubicBezTo>
                    <a:pt x="0" y="593"/>
                    <a:pt x="0" y="645"/>
                    <a:pt x="52" y="645"/>
                  </a:cubicBezTo>
                  <a:cubicBezTo>
                    <a:pt x="52" y="696"/>
                    <a:pt x="52" y="696"/>
                    <a:pt x="104" y="696"/>
                  </a:cubicBezTo>
                  <a:lnTo>
                    <a:pt x="800" y="696"/>
                  </a:lnTo>
                  <a:cubicBezTo>
                    <a:pt x="800" y="696"/>
                    <a:pt x="851" y="696"/>
                    <a:pt x="851" y="645"/>
                  </a:cubicBezTo>
                  <a:lnTo>
                    <a:pt x="903" y="593"/>
                  </a:lnTo>
                  <a:lnTo>
                    <a:pt x="903" y="103"/>
                  </a:lnTo>
                  <a:lnTo>
                    <a:pt x="851" y="52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035;p32">
              <a:extLst>
                <a:ext uri="{FF2B5EF4-FFF2-40B4-BE49-F238E27FC236}">
                  <a16:creationId xmlns:a16="http://schemas.microsoft.com/office/drawing/2014/main" id="{DD0E5178-190A-8847-F9D1-5378F3A53CA1}"/>
                </a:ext>
              </a:extLst>
            </p:cNvPr>
            <p:cNvSpPr/>
            <p:nvPr/>
          </p:nvSpPr>
          <p:spPr>
            <a:xfrm>
              <a:off x="3584975" y="4305400"/>
              <a:ext cx="21625" cy="17425"/>
            </a:xfrm>
            <a:custGeom>
              <a:avLst/>
              <a:gdLst/>
              <a:ahLst/>
              <a:cxnLst/>
              <a:rect l="l" t="t" r="r" b="b"/>
              <a:pathLst>
                <a:path w="865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168" y="477"/>
                  </a:lnTo>
                  <a:lnTo>
                    <a:pt x="168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1" y="52"/>
                  </a:cubicBezTo>
                  <a:lnTo>
                    <a:pt x="1" y="103"/>
                  </a:lnTo>
                  <a:lnTo>
                    <a:pt x="1" y="593"/>
                  </a:lnTo>
                  <a:lnTo>
                    <a:pt x="1" y="645"/>
                  </a:lnTo>
                  <a:cubicBezTo>
                    <a:pt x="52" y="696"/>
                    <a:pt x="52" y="696"/>
                    <a:pt x="104" y="696"/>
                  </a:cubicBezTo>
                  <a:lnTo>
                    <a:pt x="748" y="696"/>
                  </a:lnTo>
                  <a:cubicBezTo>
                    <a:pt x="813" y="696"/>
                    <a:pt x="813" y="696"/>
                    <a:pt x="865" y="645"/>
                  </a:cubicBezTo>
                  <a:lnTo>
                    <a:pt x="865" y="593"/>
                  </a:lnTo>
                  <a:lnTo>
                    <a:pt x="865" y="103"/>
                  </a:lnTo>
                  <a:lnTo>
                    <a:pt x="865" y="52"/>
                  </a:lnTo>
                  <a:cubicBezTo>
                    <a:pt x="813" y="52"/>
                    <a:pt x="813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36;p32">
              <a:extLst>
                <a:ext uri="{FF2B5EF4-FFF2-40B4-BE49-F238E27FC236}">
                  <a16:creationId xmlns:a16="http://schemas.microsoft.com/office/drawing/2014/main" id="{8CE5B340-1636-26EC-E427-8DCC1D2DCB34}"/>
                </a:ext>
              </a:extLst>
            </p:cNvPr>
            <p:cNvSpPr/>
            <p:nvPr/>
          </p:nvSpPr>
          <p:spPr>
            <a:xfrm>
              <a:off x="3415725" y="4355025"/>
              <a:ext cx="20350" cy="30975"/>
            </a:xfrm>
            <a:custGeom>
              <a:avLst/>
              <a:gdLst/>
              <a:ahLst/>
              <a:cxnLst/>
              <a:rect l="l" t="t" r="r" b="b"/>
              <a:pathLst>
                <a:path w="814" h="1239" extrusionOk="0">
                  <a:moveTo>
                    <a:pt x="543" y="220"/>
                  </a:moveTo>
                  <a:lnTo>
                    <a:pt x="594" y="272"/>
                  </a:lnTo>
                  <a:lnTo>
                    <a:pt x="594" y="375"/>
                  </a:lnTo>
                  <a:cubicBezTo>
                    <a:pt x="594" y="426"/>
                    <a:pt x="594" y="542"/>
                    <a:pt x="543" y="697"/>
                  </a:cubicBezTo>
                  <a:cubicBezTo>
                    <a:pt x="491" y="800"/>
                    <a:pt x="426" y="916"/>
                    <a:pt x="375" y="968"/>
                  </a:cubicBezTo>
                  <a:lnTo>
                    <a:pt x="323" y="1020"/>
                  </a:lnTo>
                  <a:lnTo>
                    <a:pt x="220" y="1020"/>
                  </a:lnTo>
                  <a:lnTo>
                    <a:pt x="220" y="968"/>
                  </a:lnTo>
                  <a:lnTo>
                    <a:pt x="220" y="865"/>
                  </a:lnTo>
                  <a:lnTo>
                    <a:pt x="220" y="646"/>
                  </a:lnTo>
                  <a:cubicBezTo>
                    <a:pt x="220" y="646"/>
                    <a:pt x="272" y="594"/>
                    <a:pt x="272" y="542"/>
                  </a:cubicBezTo>
                  <a:lnTo>
                    <a:pt x="272" y="478"/>
                  </a:lnTo>
                  <a:lnTo>
                    <a:pt x="323" y="426"/>
                  </a:lnTo>
                  <a:cubicBezTo>
                    <a:pt x="323" y="375"/>
                    <a:pt x="375" y="323"/>
                    <a:pt x="426" y="272"/>
                  </a:cubicBezTo>
                  <a:lnTo>
                    <a:pt x="426" y="220"/>
                  </a:lnTo>
                  <a:close/>
                  <a:moveTo>
                    <a:pt x="491" y="1"/>
                  </a:moveTo>
                  <a:cubicBezTo>
                    <a:pt x="426" y="1"/>
                    <a:pt x="375" y="52"/>
                    <a:pt x="323" y="104"/>
                  </a:cubicBezTo>
                  <a:cubicBezTo>
                    <a:pt x="272" y="156"/>
                    <a:pt x="220" y="220"/>
                    <a:pt x="169" y="272"/>
                  </a:cubicBezTo>
                  <a:cubicBezTo>
                    <a:pt x="169" y="323"/>
                    <a:pt x="104" y="375"/>
                    <a:pt x="104" y="426"/>
                  </a:cubicBezTo>
                  <a:cubicBezTo>
                    <a:pt x="104" y="426"/>
                    <a:pt x="104" y="478"/>
                    <a:pt x="53" y="478"/>
                  </a:cubicBezTo>
                  <a:cubicBezTo>
                    <a:pt x="53" y="594"/>
                    <a:pt x="1" y="749"/>
                    <a:pt x="1" y="865"/>
                  </a:cubicBezTo>
                  <a:cubicBezTo>
                    <a:pt x="1" y="916"/>
                    <a:pt x="1" y="968"/>
                    <a:pt x="53" y="1020"/>
                  </a:cubicBezTo>
                  <a:cubicBezTo>
                    <a:pt x="53" y="1071"/>
                    <a:pt x="53" y="1123"/>
                    <a:pt x="104" y="1187"/>
                  </a:cubicBezTo>
                  <a:cubicBezTo>
                    <a:pt x="169" y="1187"/>
                    <a:pt x="220" y="1239"/>
                    <a:pt x="272" y="1239"/>
                  </a:cubicBezTo>
                  <a:cubicBezTo>
                    <a:pt x="323" y="1239"/>
                    <a:pt x="375" y="1187"/>
                    <a:pt x="426" y="1187"/>
                  </a:cubicBezTo>
                  <a:cubicBezTo>
                    <a:pt x="491" y="1123"/>
                    <a:pt x="543" y="1071"/>
                    <a:pt x="594" y="1020"/>
                  </a:cubicBezTo>
                  <a:cubicBezTo>
                    <a:pt x="646" y="916"/>
                    <a:pt x="646" y="865"/>
                    <a:pt x="697" y="749"/>
                  </a:cubicBezTo>
                  <a:cubicBezTo>
                    <a:pt x="749" y="594"/>
                    <a:pt x="813" y="478"/>
                    <a:pt x="813" y="375"/>
                  </a:cubicBezTo>
                  <a:cubicBezTo>
                    <a:pt x="813" y="323"/>
                    <a:pt x="813" y="272"/>
                    <a:pt x="749" y="220"/>
                  </a:cubicBezTo>
                  <a:cubicBezTo>
                    <a:pt x="749" y="156"/>
                    <a:pt x="697" y="104"/>
                    <a:pt x="646" y="52"/>
                  </a:cubicBezTo>
                  <a:cubicBezTo>
                    <a:pt x="594" y="52"/>
                    <a:pt x="543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37;p32">
              <a:extLst>
                <a:ext uri="{FF2B5EF4-FFF2-40B4-BE49-F238E27FC236}">
                  <a16:creationId xmlns:a16="http://schemas.microsoft.com/office/drawing/2014/main" id="{DD10984A-8CA2-7490-FB40-D346E88E6B8A}"/>
                </a:ext>
              </a:extLst>
            </p:cNvPr>
            <p:cNvSpPr/>
            <p:nvPr/>
          </p:nvSpPr>
          <p:spPr>
            <a:xfrm>
              <a:off x="3408975" y="4396625"/>
              <a:ext cx="16125" cy="28375"/>
            </a:xfrm>
            <a:custGeom>
              <a:avLst/>
              <a:gdLst/>
              <a:ahLst/>
              <a:cxnLst/>
              <a:rect l="l" t="t" r="r" b="b"/>
              <a:pathLst>
                <a:path w="645" h="1135" extrusionOk="0">
                  <a:moveTo>
                    <a:pt x="374" y="219"/>
                  </a:moveTo>
                  <a:cubicBezTo>
                    <a:pt x="439" y="219"/>
                    <a:pt x="439" y="219"/>
                    <a:pt x="439" y="271"/>
                  </a:cubicBezTo>
                  <a:lnTo>
                    <a:pt x="439" y="374"/>
                  </a:lnTo>
                  <a:lnTo>
                    <a:pt x="439" y="645"/>
                  </a:lnTo>
                  <a:cubicBezTo>
                    <a:pt x="374" y="748"/>
                    <a:pt x="374" y="813"/>
                    <a:pt x="323" y="916"/>
                  </a:cubicBezTo>
                  <a:lnTo>
                    <a:pt x="271" y="967"/>
                  </a:lnTo>
                  <a:lnTo>
                    <a:pt x="219" y="967"/>
                  </a:lnTo>
                  <a:lnTo>
                    <a:pt x="219" y="748"/>
                  </a:lnTo>
                  <a:lnTo>
                    <a:pt x="219" y="593"/>
                  </a:lnTo>
                  <a:lnTo>
                    <a:pt x="219" y="490"/>
                  </a:lnTo>
                  <a:cubicBezTo>
                    <a:pt x="219" y="490"/>
                    <a:pt x="271" y="426"/>
                    <a:pt x="271" y="374"/>
                  </a:cubicBezTo>
                  <a:cubicBezTo>
                    <a:pt x="271" y="323"/>
                    <a:pt x="271" y="271"/>
                    <a:pt x="323" y="271"/>
                  </a:cubicBezTo>
                  <a:lnTo>
                    <a:pt x="323" y="219"/>
                  </a:lnTo>
                  <a:close/>
                  <a:moveTo>
                    <a:pt x="374" y="0"/>
                  </a:moveTo>
                  <a:cubicBezTo>
                    <a:pt x="323" y="0"/>
                    <a:pt x="219" y="52"/>
                    <a:pt x="219" y="103"/>
                  </a:cubicBezTo>
                  <a:cubicBezTo>
                    <a:pt x="168" y="168"/>
                    <a:pt x="116" y="219"/>
                    <a:pt x="116" y="271"/>
                  </a:cubicBezTo>
                  <a:cubicBezTo>
                    <a:pt x="52" y="323"/>
                    <a:pt x="52" y="426"/>
                    <a:pt x="52" y="426"/>
                  </a:cubicBezTo>
                  <a:cubicBezTo>
                    <a:pt x="52" y="490"/>
                    <a:pt x="52" y="490"/>
                    <a:pt x="0" y="542"/>
                  </a:cubicBezTo>
                  <a:lnTo>
                    <a:pt x="0" y="748"/>
                  </a:lnTo>
                  <a:cubicBezTo>
                    <a:pt x="0" y="813"/>
                    <a:pt x="0" y="864"/>
                    <a:pt x="52" y="967"/>
                  </a:cubicBezTo>
                  <a:cubicBezTo>
                    <a:pt x="52" y="1019"/>
                    <a:pt x="52" y="1070"/>
                    <a:pt x="116" y="1135"/>
                  </a:cubicBezTo>
                  <a:lnTo>
                    <a:pt x="271" y="1135"/>
                  </a:lnTo>
                  <a:cubicBezTo>
                    <a:pt x="323" y="1135"/>
                    <a:pt x="323" y="1135"/>
                    <a:pt x="374" y="1070"/>
                  </a:cubicBezTo>
                  <a:cubicBezTo>
                    <a:pt x="439" y="1070"/>
                    <a:pt x="490" y="1019"/>
                    <a:pt x="542" y="916"/>
                  </a:cubicBezTo>
                  <a:cubicBezTo>
                    <a:pt x="542" y="864"/>
                    <a:pt x="593" y="748"/>
                    <a:pt x="593" y="645"/>
                  </a:cubicBezTo>
                  <a:cubicBezTo>
                    <a:pt x="645" y="542"/>
                    <a:pt x="645" y="490"/>
                    <a:pt x="645" y="374"/>
                  </a:cubicBezTo>
                  <a:cubicBezTo>
                    <a:pt x="645" y="323"/>
                    <a:pt x="645" y="271"/>
                    <a:pt x="593" y="168"/>
                  </a:cubicBezTo>
                  <a:cubicBezTo>
                    <a:pt x="593" y="103"/>
                    <a:pt x="542" y="52"/>
                    <a:pt x="490" y="52"/>
                  </a:cubicBezTo>
                  <a:cubicBezTo>
                    <a:pt x="439" y="0"/>
                    <a:pt x="439" y="0"/>
                    <a:pt x="3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038;p32">
              <a:extLst>
                <a:ext uri="{FF2B5EF4-FFF2-40B4-BE49-F238E27FC236}">
                  <a16:creationId xmlns:a16="http://schemas.microsoft.com/office/drawing/2014/main" id="{E535A8B0-B050-3618-C83E-71BD8B310ABC}"/>
                </a:ext>
              </a:extLst>
            </p:cNvPr>
            <p:cNvSpPr/>
            <p:nvPr/>
          </p:nvSpPr>
          <p:spPr>
            <a:xfrm>
              <a:off x="3814825" y="4250275"/>
              <a:ext cx="73850" cy="69975"/>
            </a:xfrm>
            <a:custGeom>
              <a:avLst/>
              <a:gdLst/>
              <a:ahLst/>
              <a:cxnLst/>
              <a:rect l="l" t="t" r="r" b="b"/>
              <a:pathLst>
                <a:path w="2954" h="2799" extrusionOk="0">
                  <a:moveTo>
                    <a:pt x="2089" y="0"/>
                  </a:moveTo>
                  <a:lnTo>
                    <a:pt x="0" y="1186"/>
                  </a:lnTo>
                  <a:lnTo>
                    <a:pt x="851" y="2798"/>
                  </a:lnTo>
                  <a:lnTo>
                    <a:pt x="2953" y="1509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039;p32">
              <a:extLst>
                <a:ext uri="{FF2B5EF4-FFF2-40B4-BE49-F238E27FC236}">
                  <a16:creationId xmlns:a16="http://schemas.microsoft.com/office/drawing/2014/main" id="{4EA8E0CE-D6D9-AE6A-D4B4-0CC88AEC85E1}"/>
                </a:ext>
              </a:extLst>
            </p:cNvPr>
            <p:cNvSpPr/>
            <p:nvPr/>
          </p:nvSpPr>
          <p:spPr>
            <a:xfrm>
              <a:off x="3802575" y="4238900"/>
              <a:ext cx="96725" cy="91975"/>
            </a:xfrm>
            <a:custGeom>
              <a:avLst/>
              <a:gdLst/>
              <a:ahLst/>
              <a:cxnLst/>
              <a:rect l="l" t="t" r="r" b="b"/>
              <a:pathLst>
                <a:path w="3869" h="3679" extrusionOk="0">
                  <a:moveTo>
                    <a:pt x="2579" y="455"/>
                  </a:moveTo>
                  <a:lnTo>
                    <a:pt x="3443" y="1964"/>
                  </a:lnTo>
                  <a:lnTo>
                    <a:pt x="1341" y="3253"/>
                  </a:lnTo>
                  <a:lnTo>
                    <a:pt x="490" y="1641"/>
                  </a:lnTo>
                  <a:lnTo>
                    <a:pt x="2579" y="455"/>
                  </a:lnTo>
                  <a:close/>
                  <a:moveTo>
                    <a:pt x="2644" y="1"/>
                  </a:moveTo>
                  <a:cubicBezTo>
                    <a:pt x="2625" y="1"/>
                    <a:pt x="2614" y="30"/>
                    <a:pt x="2579" y="30"/>
                  </a:cubicBezTo>
                  <a:lnTo>
                    <a:pt x="104" y="1422"/>
                  </a:lnTo>
                  <a:cubicBezTo>
                    <a:pt x="52" y="1474"/>
                    <a:pt x="0" y="1577"/>
                    <a:pt x="52" y="1693"/>
                  </a:cubicBezTo>
                  <a:lnTo>
                    <a:pt x="1135" y="3576"/>
                  </a:lnTo>
                  <a:cubicBezTo>
                    <a:pt x="1187" y="3627"/>
                    <a:pt x="1187" y="3679"/>
                    <a:pt x="1238" y="3679"/>
                  </a:cubicBezTo>
                  <a:lnTo>
                    <a:pt x="1393" y="3679"/>
                  </a:lnTo>
                  <a:lnTo>
                    <a:pt x="3766" y="2170"/>
                  </a:lnTo>
                  <a:cubicBezTo>
                    <a:pt x="3869" y="2118"/>
                    <a:pt x="3869" y="2015"/>
                    <a:pt x="3817" y="1964"/>
                  </a:cubicBezTo>
                  <a:lnTo>
                    <a:pt x="2799" y="81"/>
                  </a:lnTo>
                  <a:cubicBezTo>
                    <a:pt x="2799" y="81"/>
                    <a:pt x="2747" y="30"/>
                    <a:pt x="2683" y="30"/>
                  </a:cubicBezTo>
                  <a:cubicBezTo>
                    <a:pt x="2665" y="8"/>
                    <a:pt x="2654" y="1"/>
                    <a:pt x="264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040;p32">
              <a:extLst>
                <a:ext uri="{FF2B5EF4-FFF2-40B4-BE49-F238E27FC236}">
                  <a16:creationId xmlns:a16="http://schemas.microsoft.com/office/drawing/2014/main" id="{5B91F13B-EB09-4B9F-F0F6-A0772B02EE3F}"/>
                </a:ext>
              </a:extLst>
            </p:cNvPr>
            <p:cNvSpPr/>
            <p:nvPr/>
          </p:nvSpPr>
          <p:spPr>
            <a:xfrm>
              <a:off x="3875100" y="4007200"/>
              <a:ext cx="64500" cy="72550"/>
            </a:xfrm>
            <a:custGeom>
              <a:avLst/>
              <a:gdLst/>
              <a:ahLst/>
              <a:cxnLst/>
              <a:rect l="l" t="t" r="r" b="b"/>
              <a:pathLst>
                <a:path w="2580" h="2902" extrusionOk="0">
                  <a:moveTo>
                    <a:pt x="749" y="1"/>
                  </a:moveTo>
                  <a:lnTo>
                    <a:pt x="491" y="207"/>
                  </a:lnTo>
                  <a:lnTo>
                    <a:pt x="1071" y="1238"/>
                  </a:lnTo>
                  <a:lnTo>
                    <a:pt x="1" y="2141"/>
                  </a:lnTo>
                  <a:lnTo>
                    <a:pt x="375" y="2412"/>
                  </a:lnTo>
                  <a:lnTo>
                    <a:pt x="1290" y="1561"/>
                  </a:lnTo>
                  <a:lnTo>
                    <a:pt x="2103" y="2902"/>
                  </a:lnTo>
                  <a:lnTo>
                    <a:pt x="2580" y="2631"/>
                  </a:lnTo>
                  <a:lnTo>
                    <a:pt x="1613" y="1290"/>
                  </a:lnTo>
                  <a:lnTo>
                    <a:pt x="2580" y="426"/>
                  </a:lnTo>
                  <a:lnTo>
                    <a:pt x="2309" y="207"/>
                  </a:lnTo>
                  <a:lnTo>
                    <a:pt x="1393" y="968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041;p32">
              <a:extLst>
                <a:ext uri="{FF2B5EF4-FFF2-40B4-BE49-F238E27FC236}">
                  <a16:creationId xmlns:a16="http://schemas.microsoft.com/office/drawing/2014/main" id="{5C722753-CD64-3965-D732-9BC93F34F98A}"/>
                </a:ext>
              </a:extLst>
            </p:cNvPr>
            <p:cNvSpPr/>
            <p:nvPr/>
          </p:nvSpPr>
          <p:spPr>
            <a:xfrm>
              <a:off x="4033700" y="4123900"/>
              <a:ext cx="84500" cy="83525"/>
            </a:xfrm>
            <a:custGeom>
              <a:avLst/>
              <a:gdLst/>
              <a:ahLst/>
              <a:cxnLst/>
              <a:rect l="l" t="t" r="r" b="b"/>
              <a:pathLst>
                <a:path w="3380" h="3341" extrusionOk="0">
                  <a:moveTo>
                    <a:pt x="1561" y="0"/>
                  </a:moveTo>
                  <a:lnTo>
                    <a:pt x="1" y="1831"/>
                  </a:lnTo>
                  <a:lnTo>
                    <a:pt x="1819" y="3340"/>
                  </a:lnTo>
                  <a:lnTo>
                    <a:pt x="3379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042;p32">
              <a:extLst>
                <a:ext uri="{FF2B5EF4-FFF2-40B4-BE49-F238E27FC236}">
                  <a16:creationId xmlns:a16="http://schemas.microsoft.com/office/drawing/2014/main" id="{1682ADA1-821D-D62E-03E7-507CE8858C8A}"/>
                </a:ext>
              </a:extLst>
            </p:cNvPr>
            <p:cNvSpPr/>
            <p:nvPr/>
          </p:nvSpPr>
          <p:spPr>
            <a:xfrm>
              <a:off x="4026950" y="4017850"/>
              <a:ext cx="83175" cy="83175"/>
            </a:xfrm>
            <a:custGeom>
              <a:avLst/>
              <a:gdLst/>
              <a:ahLst/>
              <a:cxnLst/>
              <a:rect l="l" t="t" r="r" b="b"/>
              <a:pathLst>
                <a:path w="3327" h="3327" extrusionOk="0">
                  <a:moveTo>
                    <a:pt x="1560" y="0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043;p32">
              <a:extLst>
                <a:ext uri="{FF2B5EF4-FFF2-40B4-BE49-F238E27FC236}">
                  <a16:creationId xmlns:a16="http://schemas.microsoft.com/office/drawing/2014/main" id="{7DB87DD9-1986-C35C-972D-5C4831F58D95}"/>
                </a:ext>
              </a:extLst>
            </p:cNvPr>
            <p:cNvSpPr/>
            <p:nvPr/>
          </p:nvSpPr>
          <p:spPr>
            <a:xfrm>
              <a:off x="3977300" y="4074250"/>
              <a:ext cx="83200" cy="83200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561" y="1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044;p32">
              <a:extLst>
                <a:ext uri="{FF2B5EF4-FFF2-40B4-BE49-F238E27FC236}">
                  <a16:creationId xmlns:a16="http://schemas.microsoft.com/office/drawing/2014/main" id="{A6612A7C-B915-89C1-E239-E671F99AF50C}"/>
                </a:ext>
              </a:extLst>
            </p:cNvPr>
            <p:cNvSpPr/>
            <p:nvPr/>
          </p:nvSpPr>
          <p:spPr>
            <a:xfrm>
              <a:off x="3927650" y="4130675"/>
              <a:ext cx="83200" cy="84800"/>
            </a:xfrm>
            <a:custGeom>
              <a:avLst/>
              <a:gdLst/>
              <a:ahLst/>
              <a:cxnLst/>
              <a:rect l="l" t="t" r="r" b="b"/>
              <a:pathLst>
                <a:path w="3328" h="3392" extrusionOk="0">
                  <a:moveTo>
                    <a:pt x="1548" y="0"/>
                  </a:moveTo>
                  <a:lnTo>
                    <a:pt x="1" y="1831"/>
                  </a:lnTo>
                  <a:lnTo>
                    <a:pt x="1767" y="3391"/>
                  </a:lnTo>
                  <a:lnTo>
                    <a:pt x="3327" y="156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045;p32">
              <a:extLst>
                <a:ext uri="{FF2B5EF4-FFF2-40B4-BE49-F238E27FC236}">
                  <a16:creationId xmlns:a16="http://schemas.microsoft.com/office/drawing/2014/main" id="{EB760900-E959-3FA8-B07A-8BEBAE891741}"/>
                </a:ext>
              </a:extLst>
            </p:cNvPr>
            <p:cNvSpPr/>
            <p:nvPr/>
          </p:nvSpPr>
          <p:spPr>
            <a:xfrm>
              <a:off x="4018875" y="4010100"/>
              <a:ext cx="98025" cy="98675"/>
            </a:xfrm>
            <a:custGeom>
              <a:avLst/>
              <a:gdLst/>
              <a:ahLst/>
              <a:cxnLst/>
              <a:rect l="l" t="t" r="r" b="b"/>
              <a:pathLst>
                <a:path w="3921" h="3947" extrusionOk="0">
                  <a:moveTo>
                    <a:pt x="1883" y="310"/>
                  </a:moveTo>
                  <a:lnTo>
                    <a:pt x="3650" y="1870"/>
                  </a:lnTo>
                  <a:lnTo>
                    <a:pt x="2090" y="3637"/>
                  </a:lnTo>
                  <a:lnTo>
                    <a:pt x="323" y="2090"/>
                  </a:lnTo>
                  <a:lnTo>
                    <a:pt x="1883" y="310"/>
                  </a:lnTo>
                  <a:close/>
                  <a:moveTo>
                    <a:pt x="1832" y="1"/>
                  </a:moveTo>
                  <a:cubicBezTo>
                    <a:pt x="1796" y="1"/>
                    <a:pt x="1767" y="14"/>
                    <a:pt x="1767" y="39"/>
                  </a:cubicBezTo>
                  <a:lnTo>
                    <a:pt x="52" y="2025"/>
                  </a:lnTo>
                  <a:cubicBezTo>
                    <a:pt x="1" y="2090"/>
                    <a:pt x="1" y="2141"/>
                    <a:pt x="52" y="2193"/>
                  </a:cubicBezTo>
                  <a:lnTo>
                    <a:pt x="2038" y="3908"/>
                  </a:lnTo>
                  <a:cubicBezTo>
                    <a:pt x="2064" y="3933"/>
                    <a:pt x="2093" y="3946"/>
                    <a:pt x="2122" y="3946"/>
                  </a:cubicBezTo>
                  <a:cubicBezTo>
                    <a:pt x="2151" y="3946"/>
                    <a:pt x="2180" y="3933"/>
                    <a:pt x="2206" y="3908"/>
                  </a:cubicBezTo>
                  <a:lnTo>
                    <a:pt x="3921" y="1922"/>
                  </a:lnTo>
                  <a:lnTo>
                    <a:pt x="3921" y="1870"/>
                  </a:lnTo>
                  <a:lnTo>
                    <a:pt x="3921" y="1767"/>
                  </a:lnTo>
                  <a:lnTo>
                    <a:pt x="1935" y="39"/>
                  </a:lnTo>
                  <a:cubicBezTo>
                    <a:pt x="1909" y="14"/>
                    <a:pt x="1867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046;p32">
              <a:extLst>
                <a:ext uri="{FF2B5EF4-FFF2-40B4-BE49-F238E27FC236}">
                  <a16:creationId xmlns:a16="http://schemas.microsoft.com/office/drawing/2014/main" id="{310F95BD-9F51-AC08-8A7A-14DFDC8CAD4F}"/>
                </a:ext>
              </a:extLst>
            </p:cNvPr>
            <p:cNvSpPr/>
            <p:nvPr/>
          </p:nvSpPr>
          <p:spPr>
            <a:xfrm>
              <a:off x="3969225" y="4067475"/>
              <a:ext cx="99325" cy="97700"/>
            </a:xfrm>
            <a:custGeom>
              <a:avLst/>
              <a:gdLst/>
              <a:ahLst/>
              <a:cxnLst/>
              <a:rect l="l" t="t" r="r" b="b"/>
              <a:pathLst>
                <a:path w="3973" h="3908" extrusionOk="0">
                  <a:moveTo>
                    <a:pt x="1884" y="272"/>
                  </a:moveTo>
                  <a:lnTo>
                    <a:pt x="3650" y="1832"/>
                  </a:lnTo>
                  <a:lnTo>
                    <a:pt x="2090" y="3598"/>
                  </a:lnTo>
                  <a:lnTo>
                    <a:pt x="323" y="2051"/>
                  </a:lnTo>
                  <a:lnTo>
                    <a:pt x="1884" y="272"/>
                  </a:lnTo>
                  <a:close/>
                  <a:moveTo>
                    <a:pt x="1935" y="1"/>
                  </a:moveTo>
                  <a:cubicBezTo>
                    <a:pt x="1884" y="1"/>
                    <a:pt x="1819" y="1"/>
                    <a:pt x="1767" y="52"/>
                  </a:cubicBezTo>
                  <a:lnTo>
                    <a:pt x="53" y="1987"/>
                  </a:lnTo>
                  <a:cubicBezTo>
                    <a:pt x="53" y="2051"/>
                    <a:pt x="1" y="2051"/>
                    <a:pt x="1" y="2103"/>
                  </a:cubicBezTo>
                  <a:lnTo>
                    <a:pt x="53" y="2154"/>
                  </a:lnTo>
                  <a:lnTo>
                    <a:pt x="2038" y="3869"/>
                  </a:lnTo>
                  <a:cubicBezTo>
                    <a:pt x="2064" y="3895"/>
                    <a:pt x="2090" y="3908"/>
                    <a:pt x="2117" y="3908"/>
                  </a:cubicBezTo>
                  <a:cubicBezTo>
                    <a:pt x="2145" y="3908"/>
                    <a:pt x="2174" y="3895"/>
                    <a:pt x="2206" y="3869"/>
                  </a:cubicBezTo>
                  <a:lnTo>
                    <a:pt x="3921" y="1935"/>
                  </a:lnTo>
                  <a:cubicBezTo>
                    <a:pt x="3972" y="1883"/>
                    <a:pt x="3972" y="1780"/>
                    <a:pt x="3921" y="1729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047;p32">
              <a:extLst>
                <a:ext uri="{FF2B5EF4-FFF2-40B4-BE49-F238E27FC236}">
                  <a16:creationId xmlns:a16="http://schemas.microsoft.com/office/drawing/2014/main" id="{FAECF6E9-AE31-EF1E-1112-2761EB2F3BBF}"/>
                </a:ext>
              </a:extLst>
            </p:cNvPr>
            <p:cNvSpPr/>
            <p:nvPr/>
          </p:nvSpPr>
          <p:spPr>
            <a:xfrm>
              <a:off x="4026950" y="4117125"/>
              <a:ext cx="98025" cy="98350"/>
            </a:xfrm>
            <a:custGeom>
              <a:avLst/>
              <a:gdLst/>
              <a:ahLst/>
              <a:cxnLst/>
              <a:rect l="l" t="t" r="r" b="b"/>
              <a:pathLst>
                <a:path w="3921" h="3934" extrusionOk="0">
                  <a:moveTo>
                    <a:pt x="1831" y="271"/>
                  </a:moveTo>
                  <a:lnTo>
                    <a:pt x="3649" y="1832"/>
                  </a:lnTo>
                  <a:lnTo>
                    <a:pt x="2089" y="3611"/>
                  </a:lnTo>
                  <a:lnTo>
                    <a:pt x="271" y="2102"/>
                  </a:lnTo>
                  <a:lnTo>
                    <a:pt x="1831" y="271"/>
                  </a:lnTo>
                  <a:close/>
                  <a:moveTo>
                    <a:pt x="1934" y="1"/>
                  </a:moveTo>
                  <a:cubicBezTo>
                    <a:pt x="1883" y="1"/>
                    <a:pt x="1767" y="1"/>
                    <a:pt x="1715" y="65"/>
                  </a:cubicBezTo>
                  <a:lnTo>
                    <a:pt x="52" y="1999"/>
                  </a:lnTo>
                  <a:cubicBezTo>
                    <a:pt x="0" y="2051"/>
                    <a:pt x="0" y="2154"/>
                    <a:pt x="52" y="2206"/>
                  </a:cubicBezTo>
                  <a:lnTo>
                    <a:pt x="1986" y="3869"/>
                  </a:lnTo>
                  <a:cubicBezTo>
                    <a:pt x="2037" y="3933"/>
                    <a:pt x="2037" y="3933"/>
                    <a:pt x="2089" y="3933"/>
                  </a:cubicBezTo>
                  <a:cubicBezTo>
                    <a:pt x="2153" y="3933"/>
                    <a:pt x="2153" y="3933"/>
                    <a:pt x="2205" y="3869"/>
                  </a:cubicBezTo>
                  <a:lnTo>
                    <a:pt x="3920" y="1935"/>
                  </a:lnTo>
                  <a:lnTo>
                    <a:pt x="3920" y="1832"/>
                  </a:lnTo>
                  <a:cubicBezTo>
                    <a:pt x="3920" y="1780"/>
                    <a:pt x="3920" y="1780"/>
                    <a:pt x="3868" y="1728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048;p32">
              <a:extLst>
                <a:ext uri="{FF2B5EF4-FFF2-40B4-BE49-F238E27FC236}">
                  <a16:creationId xmlns:a16="http://schemas.microsoft.com/office/drawing/2014/main" id="{91595BD4-0847-0524-020C-3AF363B603D4}"/>
                </a:ext>
              </a:extLst>
            </p:cNvPr>
            <p:cNvSpPr/>
            <p:nvPr/>
          </p:nvSpPr>
          <p:spPr>
            <a:xfrm>
              <a:off x="3919600" y="4123900"/>
              <a:ext cx="99300" cy="98025"/>
            </a:xfrm>
            <a:custGeom>
              <a:avLst/>
              <a:gdLst/>
              <a:ahLst/>
              <a:cxnLst/>
              <a:rect l="l" t="t" r="r" b="b"/>
              <a:pathLst>
                <a:path w="3972" h="3921" extrusionOk="0">
                  <a:moveTo>
                    <a:pt x="1870" y="271"/>
                  </a:moveTo>
                  <a:lnTo>
                    <a:pt x="3649" y="1831"/>
                  </a:lnTo>
                  <a:lnTo>
                    <a:pt x="2089" y="3662"/>
                  </a:lnTo>
                  <a:lnTo>
                    <a:pt x="323" y="2102"/>
                  </a:lnTo>
                  <a:lnTo>
                    <a:pt x="1870" y="271"/>
                  </a:lnTo>
                  <a:close/>
                  <a:moveTo>
                    <a:pt x="1934" y="0"/>
                  </a:moveTo>
                  <a:cubicBezTo>
                    <a:pt x="1870" y="0"/>
                    <a:pt x="1818" y="0"/>
                    <a:pt x="1767" y="52"/>
                  </a:cubicBezTo>
                  <a:lnTo>
                    <a:pt x="52" y="1986"/>
                  </a:lnTo>
                  <a:cubicBezTo>
                    <a:pt x="0" y="2051"/>
                    <a:pt x="52" y="2154"/>
                    <a:pt x="103" y="2205"/>
                  </a:cubicBezTo>
                  <a:lnTo>
                    <a:pt x="2038" y="3869"/>
                  </a:lnTo>
                  <a:cubicBezTo>
                    <a:pt x="2089" y="3920"/>
                    <a:pt x="2089" y="3920"/>
                    <a:pt x="2141" y="3920"/>
                  </a:cubicBezTo>
                  <a:cubicBezTo>
                    <a:pt x="2141" y="3920"/>
                    <a:pt x="2192" y="3920"/>
                    <a:pt x="2192" y="3869"/>
                  </a:cubicBezTo>
                  <a:lnTo>
                    <a:pt x="3920" y="1935"/>
                  </a:lnTo>
                  <a:cubicBezTo>
                    <a:pt x="3972" y="1883"/>
                    <a:pt x="3972" y="1883"/>
                    <a:pt x="3972" y="1831"/>
                  </a:cubicBezTo>
                  <a:cubicBezTo>
                    <a:pt x="3972" y="1780"/>
                    <a:pt x="3972" y="1780"/>
                    <a:pt x="3920" y="1728"/>
                  </a:cubicBezTo>
                  <a:lnTo>
                    <a:pt x="1934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049;p32">
              <a:extLst>
                <a:ext uri="{FF2B5EF4-FFF2-40B4-BE49-F238E27FC236}">
                  <a16:creationId xmlns:a16="http://schemas.microsoft.com/office/drawing/2014/main" id="{B2CB9438-E378-D0AB-CFF2-9301A9B7BAB6}"/>
                </a:ext>
              </a:extLst>
            </p:cNvPr>
            <p:cNvSpPr/>
            <p:nvPr/>
          </p:nvSpPr>
          <p:spPr>
            <a:xfrm>
              <a:off x="4107525" y="4221900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0"/>
                  </a:moveTo>
                  <a:lnTo>
                    <a:pt x="1" y="1780"/>
                  </a:lnTo>
                  <a:lnTo>
                    <a:pt x="1767" y="3340"/>
                  </a:lnTo>
                  <a:lnTo>
                    <a:pt x="3328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050;p32">
              <a:extLst>
                <a:ext uri="{FF2B5EF4-FFF2-40B4-BE49-F238E27FC236}">
                  <a16:creationId xmlns:a16="http://schemas.microsoft.com/office/drawing/2014/main" id="{A57E6C1A-4704-23C5-CB5F-431E567CAF92}"/>
                </a:ext>
              </a:extLst>
            </p:cNvPr>
            <p:cNvSpPr/>
            <p:nvPr/>
          </p:nvSpPr>
          <p:spPr>
            <a:xfrm>
              <a:off x="4157175" y="4165475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1"/>
                  </a:moveTo>
                  <a:lnTo>
                    <a:pt x="0" y="1780"/>
                  </a:lnTo>
                  <a:lnTo>
                    <a:pt x="1780" y="3341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051;p32">
              <a:extLst>
                <a:ext uri="{FF2B5EF4-FFF2-40B4-BE49-F238E27FC236}">
                  <a16:creationId xmlns:a16="http://schemas.microsoft.com/office/drawing/2014/main" id="{182915AC-3494-95E4-BE04-CDCE0F817CB3}"/>
                </a:ext>
              </a:extLst>
            </p:cNvPr>
            <p:cNvSpPr/>
            <p:nvPr/>
          </p:nvSpPr>
          <p:spPr>
            <a:xfrm>
              <a:off x="4263225" y="4159025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1"/>
                  </a:moveTo>
                  <a:lnTo>
                    <a:pt x="1" y="1767"/>
                  </a:lnTo>
                  <a:lnTo>
                    <a:pt x="1780" y="3328"/>
                  </a:lnTo>
                  <a:lnTo>
                    <a:pt x="3340" y="1548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052;p32">
              <a:extLst>
                <a:ext uri="{FF2B5EF4-FFF2-40B4-BE49-F238E27FC236}">
                  <a16:creationId xmlns:a16="http://schemas.microsoft.com/office/drawing/2014/main" id="{7294E4D1-55CC-F5CE-FA3D-6B7B83652684}"/>
                </a:ext>
              </a:extLst>
            </p:cNvPr>
            <p:cNvSpPr/>
            <p:nvPr/>
          </p:nvSpPr>
          <p:spPr>
            <a:xfrm>
              <a:off x="4213600" y="4215450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831" y="3327"/>
                  </a:lnTo>
                  <a:lnTo>
                    <a:pt x="3391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053;p32">
              <a:extLst>
                <a:ext uri="{FF2B5EF4-FFF2-40B4-BE49-F238E27FC236}">
                  <a16:creationId xmlns:a16="http://schemas.microsoft.com/office/drawing/2014/main" id="{42873F14-366E-E01D-5B41-3C164118971E}"/>
                </a:ext>
              </a:extLst>
            </p:cNvPr>
            <p:cNvSpPr/>
            <p:nvPr/>
          </p:nvSpPr>
          <p:spPr>
            <a:xfrm>
              <a:off x="4149125" y="4157825"/>
              <a:ext cx="99300" cy="98900"/>
            </a:xfrm>
            <a:custGeom>
              <a:avLst/>
              <a:gdLst/>
              <a:ahLst/>
              <a:cxnLst/>
              <a:rect l="l" t="t" r="r" b="b"/>
              <a:pathLst>
                <a:path w="3972" h="3956" extrusionOk="0">
                  <a:moveTo>
                    <a:pt x="1883" y="307"/>
                  </a:moveTo>
                  <a:lnTo>
                    <a:pt x="3649" y="1867"/>
                  </a:lnTo>
                  <a:lnTo>
                    <a:pt x="2102" y="3647"/>
                  </a:lnTo>
                  <a:lnTo>
                    <a:pt x="322" y="2086"/>
                  </a:lnTo>
                  <a:lnTo>
                    <a:pt x="1883" y="307"/>
                  </a:lnTo>
                  <a:close/>
                  <a:moveTo>
                    <a:pt x="1857" y="1"/>
                  </a:moveTo>
                  <a:cubicBezTo>
                    <a:pt x="1831" y="1"/>
                    <a:pt x="1805" y="17"/>
                    <a:pt x="1780" y="49"/>
                  </a:cubicBezTo>
                  <a:lnTo>
                    <a:pt x="52" y="2035"/>
                  </a:lnTo>
                  <a:cubicBezTo>
                    <a:pt x="0" y="2086"/>
                    <a:pt x="0" y="2138"/>
                    <a:pt x="52" y="2189"/>
                  </a:cubicBezTo>
                  <a:lnTo>
                    <a:pt x="2037" y="3917"/>
                  </a:lnTo>
                  <a:cubicBezTo>
                    <a:pt x="2070" y="3943"/>
                    <a:pt x="2099" y="3956"/>
                    <a:pt x="2126" y="3956"/>
                  </a:cubicBezTo>
                  <a:cubicBezTo>
                    <a:pt x="2154" y="3956"/>
                    <a:pt x="2179" y="3943"/>
                    <a:pt x="2205" y="3917"/>
                  </a:cubicBezTo>
                  <a:lnTo>
                    <a:pt x="3920" y="1919"/>
                  </a:lnTo>
                  <a:cubicBezTo>
                    <a:pt x="3920" y="1919"/>
                    <a:pt x="3972" y="1867"/>
                    <a:pt x="3972" y="1815"/>
                  </a:cubicBezTo>
                  <a:lnTo>
                    <a:pt x="3920" y="1764"/>
                  </a:lnTo>
                  <a:lnTo>
                    <a:pt x="1934" y="49"/>
                  </a:lnTo>
                  <a:cubicBezTo>
                    <a:pt x="1909" y="17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054;p32">
              <a:extLst>
                <a:ext uri="{FF2B5EF4-FFF2-40B4-BE49-F238E27FC236}">
                  <a16:creationId xmlns:a16="http://schemas.microsoft.com/office/drawing/2014/main" id="{BB373892-F558-8836-2333-F9B60E92183A}"/>
                </a:ext>
              </a:extLst>
            </p:cNvPr>
            <p:cNvSpPr/>
            <p:nvPr/>
          </p:nvSpPr>
          <p:spPr>
            <a:xfrm>
              <a:off x="4206825" y="4207725"/>
              <a:ext cx="98025" cy="98650"/>
            </a:xfrm>
            <a:custGeom>
              <a:avLst/>
              <a:gdLst/>
              <a:ahLst/>
              <a:cxnLst/>
              <a:rect l="l" t="t" r="r" b="b"/>
              <a:pathLst>
                <a:path w="3921" h="3946" extrusionOk="0">
                  <a:moveTo>
                    <a:pt x="1831" y="309"/>
                  </a:moveTo>
                  <a:lnTo>
                    <a:pt x="3662" y="1857"/>
                  </a:lnTo>
                  <a:lnTo>
                    <a:pt x="2102" y="3636"/>
                  </a:lnTo>
                  <a:lnTo>
                    <a:pt x="271" y="2076"/>
                  </a:lnTo>
                  <a:lnTo>
                    <a:pt x="1831" y="309"/>
                  </a:lnTo>
                  <a:close/>
                  <a:moveTo>
                    <a:pt x="1831" y="0"/>
                  </a:moveTo>
                  <a:cubicBezTo>
                    <a:pt x="1793" y="0"/>
                    <a:pt x="1754" y="13"/>
                    <a:pt x="1728" y="39"/>
                  </a:cubicBezTo>
                  <a:lnTo>
                    <a:pt x="52" y="2024"/>
                  </a:lnTo>
                  <a:cubicBezTo>
                    <a:pt x="0" y="2076"/>
                    <a:pt x="0" y="2128"/>
                    <a:pt x="52" y="2179"/>
                  </a:cubicBezTo>
                  <a:lnTo>
                    <a:pt x="1986" y="3907"/>
                  </a:lnTo>
                  <a:cubicBezTo>
                    <a:pt x="2018" y="3933"/>
                    <a:pt x="2060" y="3946"/>
                    <a:pt x="2100" y="3946"/>
                  </a:cubicBezTo>
                  <a:cubicBezTo>
                    <a:pt x="2141" y="3946"/>
                    <a:pt x="2179" y="3933"/>
                    <a:pt x="2205" y="3907"/>
                  </a:cubicBezTo>
                  <a:lnTo>
                    <a:pt x="3920" y="1921"/>
                  </a:lnTo>
                  <a:lnTo>
                    <a:pt x="3920" y="1805"/>
                  </a:lnTo>
                  <a:cubicBezTo>
                    <a:pt x="3920" y="1805"/>
                    <a:pt x="3920" y="1754"/>
                    <a:pt x="3869" y="1754"/>
                  </a:cubicBezTo>
                  <a:lnTo>
                    <a:pt x="1934" y="39"/>
                  </a:lnTo>
                  <a:cubicBezTo>
                    <a:pt x="1909" y="13"/>
                    <a:pt x="1870" y="0"/>
                    <a:pt x="183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055;p32">
              <a:extLst>
                <a:ext uri="{FF2B5EF4-FFF2-40B4-BE49-F238E27FC236}">
                  <a16:creationId xmlns:a16="http://schemas.microsoft.com/office/drawing/2014/main" id="{6C02CDDE-1B5C-1EA1-F713-BA1E91E506EE}"/>
                </a:ext>
              </a:extLst>
            </p:cNvPr>
            <p:cNvSpPr/>
            <p:nvPr/>
          </p:nvSpPr>
          <p:spPr>
            <a:xfrm>
              <a:off x="4255175" y="4152275"/>
              <a:ext cx="99625" cy="98025"/>
            </a:xfrm>
            <a:custGeom>
              <a:avLst/>
              <a:gdLst/>
              <a:ahLst/>
              <a:cxnLst/>
              <a:rect l="l" t="t" r="r" b="b"/>
              <a:pathLst>
                <a:path w="3985" h="3921" extrusionOk="0">
                  <a:moveTo>
                    <a:pt x="1883" y="271"/>
                  </a:moveTo>
                  <a:lnTo>
                    <a:pt x="3662" y="1818"/>
                  </a:lnTo>
                  <a:lnTo>
                    <a:pt x="2102" y="3598"/>
                  </a:lnTo>
                  <a:lnTo>
                    <a:pt x="323" y="2037"/>
                  </a:lnTo>
                  <a:lnTo>
                    <a:pt x="1883" y="271"/>
                  </a:lnTo>
                  <a:close/>
                  <a:moveTo>
                    <a:pt x="1780" y="0"/>
                  </a:moveTo>
                  <a:lnTo>
                    <a:pt x="52" y="1986"/>
                  </a:lnTo>
                  <a:cubicBezTo>
                    <a:pt x="0" y="2037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51" y="3920"/>
                    <a:pt x="2102" y="3920"/>
                    <a:pt x="2102" y="3920"/>
                  </a:cubicBezTo>
                  <a:cubicBezTo>
                    <a:pt x="2154" y="3920"/>
                    <a:pt x="2205" y="3869"/>
                    <a:pt x="2205" y="3869"/>
                  </a:cubicBezTo>
                  <a:lnTo>
                    <a:pt x="3920" y="1883"/>
                  </a:lnTo>
                  <a:cubicBezTo>
                    <a:pt x="3985" y="1818"/>
                    <a:pt x="3985" y="1767"/>
                    <a:pt x="3920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56;p32">
              <a:extLst>
                <a:ext uri="{FF2B5EF4-FFF2-40B4-BE49-F238E27FC236}">
                  <a16:creationId xmlns:a16="http://schemas.microsoft.com/office/drawing/2014/main" id="{B52AF1B2-F6F8-EDFD-86AE-0A6DFDF18CF7}"/>
                </a:ext>
              </a:extLst>
            </p:cNvPr>
            <p:cNvSpPr/>
            <p:nvPr/>
          </p:nvSpPr>
          <p:spPr>
            <a:xfrm>
              <a:off x="4099475" y="4214250"/>
              <a:ext cx="99300" cy="99225"/>
            </a:xfrm>
            <a:custGeom>
              <a:avLst/>
              <a:gdLst/>
              <a:ahLst/>
              <a:cxnLst/>
              <a:rect l="l" t="t" r="r" b="b"/>
              <a:pathLst>
                <a:path w="3972" h="3969" extrusionOk="0">
                  <a:moveTo>
                    <a:pt x="1883" y="306"/>
                  </a:moveTo>
                  <a:lnTo>
                    <a:pt x="3650" y="1867"/>
                  </a:lnTo>
                  <a:lnTo>
                    <a:pt x="2089" y="3646"/>
                  </a:lnTo>
                  <a:lnTo>
                    <a:pt x="323" y="2086"/>
                  </a:lnTo>
                  <a:lnTo>
                    <a:pt x="1883" y="306"/>
                  </a:lnTo>
                  <a:close/>
                  <a:moveTo>
                    <a:pt x="1856" y="0"/>
                  </a:moveTo>
                  <a:cubicBezTo>
                    <a:pt x="1828" y="0"/>
                    <a:pt x="1799" y="16"/>
                    <a:pt x="1767" y="48"/>
                  </a:cubicBezTo>
                  <a:lnTo>
                    <a:pt x="52" y="2034"/>
                  </a:lnTo>
                  <a:cubicBezTo>
                    <a:pt x="0" y="2086"/>
                    <a:pt x="52" y="2137"/>
                    <a:pt x="52" y="2189"/>
                  </a:cubicBezTo>
                  <a:lnTo>
                    <a:pt x="2038" y="3917"/>
                  </a:lnTo>
                  <a:cubicBezTo>
                    <a:pt x="2089" y="3917"/>
                    <a:pt x="2089" y="3968"/>
                    <a:pt x="2154" y="3968"/>
                  </a:cubicBezTo>
                  <a:lnTo>
                    <a:pt x="2205" y="3917"/>
                  </a:lnTo>
                  <a:lnTo>
                    <a:pt x="3920" y="1918"/>
                  </a:lnTo>
                  <a:cubicBezTo>
                    <a:pt x="3972" y="1918"/>
                    <a:pt x="3972" y="1867"/>
                    <a:pt x="3972" y="1867"/>
                  </a:cubicBezTo>
                  <a:cubicBezTo>
                    <a:pt x="3972" y="1815"/>
                    <a:pt x="3972" y="1763"/>
                    <a:pt x="3920" y="1763"/>
                  </a:cubicBezTo>
                  <a:lnTo>
                    <a:pt x="1935" y="48"/>
                  </a:lnTo>
                  <a:cubicBezTo>
                    <a:pt x="1909" y="16"/>
                    <a:pt x="1883" y="0"/>
                    <a:pt x="185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057;p32">
              <a:extLst>
                <a:ext uri="{FF2B5EF4-FFF2-40B4-BE49-F238E27FC236}">
                  <a16:creationId xmlns:a16="http://schemas.microsoft.com/office/drawing/2014/main" id="{6A8B3450-316C-9C3E-AC25-238117A4B828}"/>
                </a:ext>
              </a:extLst>
            </p:cNvPr>
            <p:cNvSpPr/>
            <p:nvPr/>
          </p:nvSpPr>
          <p:spPr>
            <a:xfrm>
              <a:off x="4029525" y="4304100"/>
              <a:ext cx="83500" cy="83200"/>
            </a:xfrm>
            <a:custGeom>
              <a:avLst/>
              <a:gdLst/>
              <a:ahLst/>
              <a:cxnLst/>
              <a:rect l="l" t="t" r="r" b="b"/>
              <a:pathLst>
                <a:path w="3340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780" y="3327"/>
                  </a:lnTo>
                  <a:lnTo>
                    <a:pt x="3340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058;p32">
              <a:extLst>
                <a:ext uri="{FF2B5EF4-FFF2-40B4-BE49-F238E27FC236}">
                  <a16:creationId xmlns:a16="http://schemas.microsoft.com/office/drawing/2014/main" id="{C48B73EC-7730-F563-65AE-021DAB2C7EAB}"/>
                </a:ext>
              </a:extLst>
            </p:cNvPr>
            <p:cNvSpPr/>
            <p:nvPr/>
          </p:nvSpPr>
          <p:spPr>
            <a:xfrm>
              <a:off x="3973100" y="4254125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1509" y="1"/>
                  </a:moveTo>
                  <a:lnTo>
                    <a:pt x="1" y="1832"/>
                  </a:lnTo>
                  <a:lnTo>
                    <a:pt x="1780" y="3341"/>
                  </a:lnTo>
                  <a:lnTo>
                    <a:pt x="3340" y="1561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059;p32">
              <a:extLst>
                <a:ext uri="{FF2B5EF4-FFF2-40B4-BE49-F238E27FC236}">
                  <a16:creationId xmlns:a16="http://schemas.microsoft.com/office/drawing/2014/main" id="{3D983344-5217-78CB-C53E-3C2333D158C2}"/>
                </a:ext>
              </a:extLst>
            </p:cNvPr>
            <p:cNvSpPr/>
            <p:nvPr/>
          </p:nvSpPr>
          <p:spPr>
            <a:xfrm>
              <a:off x="4085925" y="4353750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780" y="3327"/>
                  </a:lnTo>
                  <a:lnTo>
                    <a:pt x="3340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60;p32">
              <a:extLst>
                <a:ext uri="{FF2B5EF4-FFF2-40B4-BE49-F238E27FC236}">
                  <a16:creationId xmlns:a16="http://schemas.microsoft.com/office/drawing/2014/main" id="{6FB947CC-4152-E968-5BDC-32DE4AFAAEE5}"/>
                </a:ext>
              </a:extLst>
            </p:cNvPr>
            <p:cNvSpPr/>
            <p:nvPr/>
          </p:nvSpPr>
          <p:spPr>
            <a:xfrm>
              <a:off x="4037575" y="4408875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832" y="3327"/>
                  </a:lnTo>
                  <a:lnTo>
                    <a:pt x="3392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61;p32">
              <a:extLst>
                <a:ext uri="{FF2B5EF4-FFF2-40B4-BE49-F238E27FC236}">
                  <a16:creationId xmlns:a16="http://schemas.microsoft.com/office/drawing/2014/main" id="{C0AE46BD-CFC4-4FDE-65A4-95EE1345CC1A}"/>
                </a:ext>
              </a:extLst>
            </p:cNvPr>
            <p:cNvSpPr/>
            <p:nvPr/>
          </p:nvSpPr>
          <p:spPr>
            <a:xfrm>
              <a:off x="3965050" y="4247675"/>
              <a:ext cx="98025" cy="97700"/>
            </a:xfrm>
            <a:custGeom>
              <a:avLst/>
              <a:gdLst/>
              <a:ahLst/>
              <a:cxnLst/>
              <a:rect l="l" t="t" r="r" b="b"/>
              <a:pathLst>
                <a:path w="3921" h="3908" extrusionOk="0">
                  <a:moveTo>
                    <a:pt x="1831" y="259"/>
                  </a:moveTo>
                  <a:lnTo>
                    <a:pt x="3662" y="1819"/>
                  </a:lnTo>
                  <a:lnTo>
                    <a:pt x="2102" y="3599"/>
                  </a:lnTo>
                  <a:lnTo>
                    <a:pt x="323" y="2090"/>
                  </a:lnTo>
                  <a:lnTo>
                    <a:pt x="1831" y="259"/>
                  </a:lnTo>
                  <a:close/>
                  <a:moveTo>
                    <a:pt x="1831" y="1"/>
                  </a:moveTo>
                  <a:cubicBezTo>
                    <a:pt x="1780" y="1"/>
                    <a:pt x="1780" y="1"/>
                    <a:pt x="1780" y="53"/>
                  </a:cubicBezTo>
                  <a:lnTo>
                    <a:pt x="52" y="1987"/>
                  </a:lnTo>
                  <a:cubicBezTo>
                    <a:pt x="0" y="2038"/>
                    <a:pt x="0" y="2038"/>
                    <a:pt x="0" y="2090"/>
                  </a:cubicBezTo>
                  <a:cubicBezTo>
                    <a:pt x="0" y="2141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76" y="3895"/>
                    <a:pt x="2102" y="3908"/>
                    <a:pt x="2128" y="3908"/>
                  </a:cubicBezTo>
                  <a:cubicBezTo>
                    <a:pt x="2154" y="3908"/>
                    <a:pt x="2179" y="3895"/>
                    <a:pt x="2205" y="3869"/>
                  </a:cubicBezTo>
                  <a:lnTo>
                    <a:pt x="3920" y="1871"/>
                  </a:lnTo>
                  <a:lnTo>
                    <a:pt x="3920" y="1819"/>
                  </a:lnTo>
                  <a:cubicBezTo>
                    <a:pt x="3920" y="1767"/>
                    <a:pt x="3920" y="1767"/>
                    <a:pt x="3869" y="1716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62;p32">
              <a:extLst>
                <a:ext uri="{FF2B5EF4-FFF2-40B4-BE49-F238E27FC236}">
                  <a16:creationId xmlns:a16="http://schemas.microsoft.com/office/drawing/2014/main" id="{6FB2D06C-1D47-51F7-E4E8-4F6DA9D69579}"/>
                </a:ext>
              </a:extLst>
            </p:cNvPr>
            <p:cNvSpPr/>
            <p:nvPr/>
          </p:nvSpPr>
          <p:spPr>
            <a:xfrm>
              <a:off x="4021450" y="4296050"/>
              <a:ext cx="99650" cy="99300"/>
            </a:xfrm>
            <a:custGeom>
              <a:avLst/>
              <a:gdLst/>
              <a:ahLst/>
              <a:cxnLst/>
              <a:rect l="l" t="t" r="r" b="b"/>
              <a:pathLst>
                <a:path w="3986" h="3972" extrusionOk="0">
                  <a:moveTo>
                    <a:pt x="1883" y="322"/>
                  </a:moveTo>
                  <a:lnTo>
                    <a:pt x="3663" y="1870"/>
                  </a:lnTo>
                  <a:lnTo>
                    <a:pt x="2103" y="3649"/>
                  </a:lnTo>
                  <a:lnTo>
                    <a:pt x="323" y="2089"/>
                  </a:lnTo>
                  <a:lnTo>
                    <a:pt x="1883" y="322"/>
                  </a:lnTo>
                  <a:close/>
                  <a:moveTo>
                    <a:pt x="1832" y="0"/>
                  </a:moveTo>
                  <a:lnTo>
                    <a:pt x="1780" y="52"/>
                  </a:lnTo>
                  <a:lnTo>
                    <a:pt x="52" y="2037"/>
                  </a:lnTo>
                  <a:cubicBezTo>
                    <a:pt x="1" y="2089"/>
                    <a:pt x="1" y="2141"/>
                    <a:pt x="52" y="2192"/>
                  </a:cubicBezTo>
                  <a:lnTo>
                    <a:pt x="2051" y="3920"/>
                  </a:lnTo>
                  <a:lnTo>
                    <a:pt x="2103" y="3972"/>
                  </a:lnTo>
                  <a:cubicBezTo>
                    <a:pt x="2154" y="3920"/>
                    <a:pt x="2206" y="3920"/>
                    <a:pt x="2206" y="3920"/>
                  </a:cubicBezTo>
                  <a:lnTo>
                    <a:pt x="3921" y="1934"/>
                  </a:lnTo>
                  <a:cubicBezTo>
                    <a:pt x="3985" y="1870"/>
                    <a:pt x="3985" y="1818"/>
                    <a:pt x="3921" y="1767"/>
                  </a:cubicBezTo>
                  <a:lnTo>
                    <a:pt x="1935" y="52"/>
                  </a:lnTo>
                  <a:cubicBezTo>
                    <a:pt x="1883" y="52"/>
                    <a:pt x="1883" y="0"/>
                    <a:pt x="183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63;p32">
              <a:extLst>
                <a:ext uri="{FF2B5EF4-FFF2-40B4-BE49-F238E27FC236}">
                  <a16:creationId xmlns:a16="http://schemas.microsoft.com/office/drawing/2014/main" id="{5F61B3CF-39EC-E6DE-CCBE-EA4988F4141C}"/>
                </a:ext>
              </a:extLst>
            </p:cNvPr>
            <p:cNvSpPr/>
            <p:nvPr/>
          </p:nvSpPr>
          <p:spPr>
            <a:xfrm>
              <a:off x="4077875" y="4346000"/>
              <a:ext cx="99625" cy="97700"/>
            </a:xfrm>
            <a:custGeom>
              <a:avLst/>
              <a:gdLst/>
              <a:ahLst/>
              <a:cxnLst/>
              <a:rect l="l" t="t" r="r" b="b"/>
              <a:pathLst>
                <a:path w="3985" h="3908" extrusionOk="0">
                  <a:moveTo>
                    <a:pt x="1883" y="310"/>
                  </a:moveTo>
                  <a:lnTo>
                    <a:pt x="3662" y="1806"/>
                  </a:lnTo>
                  <a:lnTo>
                    <a:pt x="2102" y="3637"/>
                  </a:lnTo>
                  <a:lnTo>
                    <a:pt x="323" y="2077"/>
                  </a:lnTo>
                  <a:lnTo>
                    <a:pt x="1883" y="310"/>
                  </a:lnTo>
                  <a:close/>
                  <a:moveTo>
                    <a:pt x="1857" y="1"/>
                  </a:moveTo>
                  <a:cubicBezTo>
                    <a:pt x="1831" y="1"/>
                    <a:pt x="1806" y="14"/>
                    <a:pt x="1780" y="39"/>
                  </a:cubicBezTo>
                  <a:lnTo>
                    <a:pt x="52" y="2025"/>
                  </a:lnTo>
                  <a:cubicBezTo>
                    <a:pt x="0" y="2025"/>
                    <a:pt x="0" y="2128"/>
                    <a:pt x="52" y="2193"/>
                  </a:cubicBezTo>
                  <a:lnTo>
                    <a:pt x="2051" y="3908"/>
                  </a:lnTo>
                  <a:lnTo>
                    <a:pt x="2154" y="3908"/>
                  </a:lnTo>
                  <a:cubicBezTo>
                    <a:pt x="2154" y="3908"/>
                    <a:pt x="2205" y="3908"/>
                    <a:pt x="2205" y="3856"/>
                  </a:cubicBezTo>
                  <a:lnTo>
                    <a:pt x="3920" y="1922"/>
                  </a:lnTo>
                  <a:cubicBezTo>
                    <a:pt x="3920" y="1870"/>
                    <a:pt x="3985" y="1870"/>
                    <a:pt x="3985" y="1806"/>
                  </a:cubicBezTo>
                  <a:cubicBezTo>
                    <a:pt x="3985" y="1754"/>
                    <a:pt x="3920" y="1754"/>
                    <a:pt x="3920" y="1703"/>
                  </a:cubicBezTo>
                  <a:lnTo>
                    <a:pt x="1935" y="39"/>
                  </a:lnTo>
                  <a:cubicBezTo>
                    <a:pt x="1909" y="14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64;p32">
              <a:extLst>
                <a:ext uri="{FF2B5EF4-FFF2-40B4-BE49-F238E27FC236}">
                  <a16:creationId xmlns:a16="http://schemas.microsoft.com/office/drawing/2014/main" id="{D6985EA3-8E66-3817-2312-A7B5A7ED256A}"/>
                </a:ext>
              </a:extLst>
            </p:cNvPr>
            <p:cNvSpPr/>
            <p:nvPr/>
          </p:nvSpPr>
          <p:spPr>
            <a:xfrm>
              <a:off x="4030800" y="4401125"/>
              <a:ext cx="98350" cy="97700"/>
            </a:xfrm>
            <a:custGeom>
              <a:avLst/>
              <a:gdLst/>
              <a:ahLst/>
              <a:cxnLst/>
              <a:rect l="l" t="t" r="r" b="b"/>
              <a:pathLst>
                <a:path w="3934" h="3908" extrusionOk="0">
                  <a:moveTo>
                    <a:pt x="1832" y="310"/>
                  </a:moveTo>
                  <a:lnTo>
                    <a:pt x="3663" y="1806"/>
                  </a:lnTo>
                  <a:lnTo>
                    <a:pt x="2103" y="3637"/>
                  </a:lnTo>
                  <a:lnTo>
                    <a:pt x="272" y="2077"/>
                  </a:lnTo>
                  <a:lnTo>
                    <a:pt x="1832" y="310"/>
                  </a:lnTo>
                  <a:close/>
                  <a:moveTo>
                    <a:pt x="1832" y="1"/>
                  </a:moveTo>
                  <a:cubicBezTo>
                    <a:pt x="1793" y="1"/>
                    <a:pt x="1754" y="14"/>
                    <a:pt x="1729" y="39"/>
                  </a:cubicBezTo>
                  <a:lnTo>
                    <a:pt x="1" y="1974"/>
                  </a:lnTo>
                  <a:cubicBezTo>
                    <a:pt x="1" y="2025"/>
                    <a:pt x="1" y="2128"/>
                    <a:pt x="65" y="2180"/>
                  </a:cubicBezTo>
                  <a:lnTo>
                    <a:pt x="1999" y="3908"/>
                  </a:lnTo>
                  <a:lnTo>
                    <a:pt x="2103" y="3908"/>
                  </a:lnTo>
                  <a:cubicBezTo>
                    <a:pt x="2154" y="3908"/>
                    <a:pt x="2154" y="3908"/>
                    <a:pt x="2206" y="3856"/>
                  </a:cubicBezTo>
                  <a:lnTo>
                    <a:pt x="3934" y="1922"/>
                  </a:lnTo>
                  <a:lnTo>
                    <a:pt x="3934" y="1806"/>
                  </a:lnTo>
                  <a:cubicBezTo>
                    <a:pt x="3934" y="1754"/>
                    <a:pt x="3934" y="1754"/>
                    <a:pt x="3869" y="1703"/>
                  </a:cubicBezTo>
                  <a:lnTo>
                    <a:pt x="1935" y="39"/>
                  </a:lnTo>
                  <a:cubicBezTo>
                    <a:pt x="1909" y="14"/>
                    <a:pt x="1871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65;p32">
              <a:extLst>
                <a:ext uri="{FF2B5EF4-FFF2-40B4-BE49-F238E27FC236}">
                  <a16:creationId xmlns:a16="http://schemas.microsoft.com/office/drawing/2014/main" id="{8AA29FAF-8865-DA8F-9BE8-61A37B346B3A}"/>
                </a:ext>
              </a:extLst>
            </p:cNvPr>
            <p:cNvSpPr/>
            <p:nvPr/>
          </p:nvSpPr>
          <p:spPr>
            <a:xfrm>
              <a:off x="4174575" y="4497525"/>
              <a:ext cx="172175" cy="171850"/>
            </a:xfrm>
            <a:custGeom>
              <a:avLst/>
              <a:gdLst/>
              <a:ahLst/>
              <a:cxnLst/>
              <a:rect l="l" t="t" r="r" b="b"/>
              <a:pathLst>
                <a:path w="6887" h="6874" extrusionOk="0">
                  <a:moveTo>
                    <a:pt x="2477" y="1174"/>
                  </a:moveTo>
                  <a:cubicBezTo>
                    <a:pt x="2747" y="1174"/>
                    <a:pt x="3018" y="1393"/>
                    <a:pt x="3018" y="1715"/>
                  </a:cubicBezTo>
                  <a:cubicBezTo>
                    <a:pt x="3018" y="1986"/>
                    <a:pt x="2747" y="2257"/>
                    <a:pt x="2477" y="2257"/>
                  </a:cubicBezTo>
                  <a:cubicBezTo>
                    <a:pt x="2154" y="2257"/>
                    <a:pt x="1935" y="1986"/>
                    <a:pt x="1935" y="1715"/>
                  </a:cubicBezTo>
                  <a:cubicBezTo>
                    <a:pt x="1935" y="1393"/>
                    <a:pt x="2154" y="1174"/>
                    <a:pt x="2477" y="1174"/>
                  </a:cubicBezTo>
                  <a:close/>
                  <a:moveTo>
                    <a:pt x="5210" y="2192"/>
                  </a:moveTo>
                  <a:cubicBezTo>
                    <a:pt x="5481" y="2192"/>
                    <a:pt x="5752" y="2412"/>
                    <a:pt x="5752" y="2734"/>
                  </a:cubicBezTo>
                  <a:cubicBezTo>
                    <a:pt x="5752" y="3005"/>
                    <a:pt x="5481" y="3224"/>
                    <a:pt x="5210" y="3224"/>
                  </a:cubicBezTo>
                  <a:cubicBezTo>
                    <a:pt x="4888" y="3224"/>
                    <a:pt x="4682" y="3005"/>
                    <a:pt x="4682" y="2734"/>
                  </a:cubicBezTo>
                  <a:cubicBezTo>
                    <a:pt x="4682" y="2412"/>
                    <a:pt x="4888" y="2192"/>
                    <a:pt x="5210" y="2192"/>
                  </a:cubicBezTo>
                  <a:close/>
                  <a:moveTo>
                    <a:pt x="1509" y="3804"/>
                  </a:moveTo>
                  <a:cubicBezTo>
                    <a:pt x="1780" y="3804"/>
                    <a:pt x="1987" y="4075"/>
                    <a:pt x="1987" y="4346"/>
                  </a:cubicBezTo>
                  <a:cubicBezTo>
                    <a:pt x="1987" y="4617"/>
                    <a:pt x="1780" y="4887"/>
                    <a:pt x="1509" y="4887"/>
                  </a:cubicBezTo>
                  <a:cubicBezTo>
                    <a:pt x="1187" y="4887"/>
                    <a:pt x="968" y="4617"/>
                    <a:pt x="968" y="4346"/>
                  </a:cubicBezTo>
                  <a:cubicBezTo>
                    <a:pt x="968" y="4075"/>
                    <a:pt x="1187" y="3804"/>
                    <a:pt x="1509" y="3804"/>
                  </a:cubicBezTo>
                  <a:close/>
                  <a:moveTo>
                    <a:pt x="4192" y="4836"/>
                  </a:moveTo>
                  <a:cubicBezTo>
                    <a:pt x="4514" y="4836"/>
                    <a:pt x="4733" y="5094"/>
                    <a:pt x="4733" y="5364"/>
                  </a:cubicBezTo>
                  <a:cubicBezTo>
                    <a:pt x="4733" y="5635"/>
                    <a:pt x="4514" y="5906"/>
                    <a:pt x="4192" y="5906"/>
                  </a:cubicBezTo>
                  <a:cubicBezTo>
                    <a:pt x="3921" y="5906"/>
                    <a:pt x="3714" y="5635"/>
                    <a:pt x="3714" y="5364"/>
                  </a:cubicBezTo>
                  <a:cubicBezTo>
                    <a:pt x="3714" y="5094"/>
                    <a:pt x="3921" y="4836"/>
                    <a:pt x="4192" y="4836"/>
                  </a:cubicBezTo>
                  <a:close/>
                  <a:moveTo>
                    <a:pt x="1883" y="0"/>
                  </a:moveTo>
                  <a:cubicBezTo>
                    <a:pt x="1780" y="0"/>
                    <a:pt x="1729" y="52"/>
                    <a:pt x="1729" y="103"/>
                  </a:cubicBezTo>
                  <a:lnTo>
                    <a:pt x="1" y="4939"/>
                  </a:lnTo>
                  <a:lnTo>
                    <a:pt x="1" y="4990"/>
                  </a:lnTo>
                  <a:cubicBezTo>
                    <a:pt x="1" y="5042"/>
                    <a:pt x="52" y="5158"/>
                    <a:pt x="117" y="5158"/>
                  </a:cubicBezTo>
                  <a:lnTo>
                    <a:pt x="4888" y="6873"/>
                  </a:lnTo>
                  <a:lnTo>
                    <a:pt x="4952" y="6873"/>
                  </a:lnTo>
                  <a:cubicBezTo>
                    <a:pt x="5055" y="6873"/>
                    <a:pt x="5107" y="6821"/>
                    <a:pt x="5159" y="6705"/>
                  </a:cubicBezTo>
                  <a:lnTo>
                    <a:pt x="6822" y="1934"/>
                  </a:lnTo>
                  <a:cubicBezTo>
                    <a:pt x="6822" y="1934"/>
                    <a:pt x="6886" y="1934"/>
                    <a:pt x="6886" y="1870"/>
                  </a:cubicBezTo>
                  <a:cubicBezTo>
                    <a:pt x="6886" y="1818"/>
                    <a:pt x="6822" y="1715"/>
                    <a:pt x="6719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6;p32">
              <a:extLst>
                <a:ext uri="{FF2B5EF4-FFF2-40B4-BE49-F238E27FC236}">
                  <a16:creationId xmlns:a16="http://schemas.microsoft.com/office/drawing/2014/main" id="{6688AB56-DEA6-B09A-9B44-FEE8760AA67E}"/>
                </a:ext>
              </a:extLst>
            </p:cNvPr>
            <p:cNvSpPr/>
            <p:nvPr/>
          </p:nvSpPr>
          <p:spPr>
            <a:xfrm>
              <a:off x="4167800" y="4490750"/>
              <a:ext cx="184100" cy="184100"/>
            </a:xfrm>
            <a:custGeom>
              <a:avLst/>
              <a:gdLst/>
              <a:ahLst/>
              <a:cxnLst/>
              <a:rect l="l" t="t" r="r" b="b"/>
              <a:pathLst>
                <a:path w="7364" h="7364" extrusionOk="0">
                  <a:moveTo>
                    <a:pt x="2206" y="271"/>
                  </a:moveTo>
                  <a:lnTo>
                    <a:pt x="6990" y="1986"/>
                  </a:lnTo>
                  <a:cubicBezTo>
                    <a:pt x="7093" y="1986"/>
                    <a:pt x="7157" y="2089"/>
                    <a:pt x="7157" y="2141"/>
                  </a:cubicBezTo>
                  <a:cubicBezTo>
                    <a:pt x="7157" y="2205"/>
                    <a:pt x="7093" y="2205"/>
                    <a:pt x="7093" y="2205"/>
                  </a:cubicBezTo>
                  <a:lnTo>
                    <a:pt x="5430" y="6976"/>
                  </a:lnTo>
                  <a:cubicBezTo>
                    <a:pt x="5378" y="7092"/>
                    <a:pt x="5326" y="7144"/>
                    <a:pt x="5223" y="7144"/>
                  </a:cubicBezTo>
                  <a:lnTo>
                    <a:pt x="5159" y="7144"/>
                  </a:lnTo>
                  <a:lnTo>
                    <a:pt x="388" y="5429"/>
                  </a:lnTo>
                  <a:cubicBezTo>
                    <a:pt x="323" y="5429"/>
                    <a:pt x="272" y="5313"/>
                    <a:pt x="272" y="5261"/>
                  </a:cubicBezTo>
                  <a:lnTo>
                    <a:pt x="272" y="5210"/>
                  </a:lnTo>
                  <a:lnTo>
                    <a:pt x="2000" y="374"/>
                  </a:lnTo>
                  <a:cubicBezTo>
                    <a:pt x="2000" y="323"/>
                    <a:pt x="2051" y="271"/>
                    <a:pt x="2154" y="271"/>
                  </a:cubicBezTo>
                  <a:close/>
                  <a:moveTo>
                    <a:pt x="2154" y="0"/>
                  </a:moveTo>
                  <a:cubicBezTo>
                    <a:pt x="2000" y="0"/>
                    <a:pt x="1780" y="155"/>
                    <a:pt x="1729" y="323"/>
                  </a:cubicBezTo>
                  <a:lnTo>
                    <a:pt x="65" y="5107"/>
                  </a:lnTo>
                  <a:cubicBezTo>
                    <a:pt x="1" y="5158"/>
                    <a:pt x="1" y="5210"/>
                    <a:pt x="1" y="5261"/>
                  </a:cubicBezTo>
                  <a:cubicBezTo>
                    <a:pt x="1" y="5429"/>
                    <a:pt x="117" y="5584"/>
                    <a:pt x="323" y="5635"/>
                  </a:cubicBezTo>
                  <a:lnTo>
                    <a:pt x="5107" y="7363"/>
                  </a:lnTo>
                  <a:lnTo>
                    <a:pt x="5223" y="7363"/>
                  </a:lnTo>
                  <a:cubicBezTo>
                    <a:pt x="5430" y="7363"/>
                    <a:pt x="5597" y="7247"/>
                    <a:pt x="5649" y="7092"/>
                  </a:cubicBezTo>
                  <a:lnTo>
                    <a:pt x="7364" y="2309"/>
                  </a:lnTo>
                  <a:lnTo>
                    <a:pt x="7364" y="2141"/>
                  </a:lnTo>
                  <a:cubicBezTo>
                    <a:pt x="7364" y="1986"/>
                    <a:pt x="7261" y="1819"/>
                    <a:pt x="7093" y="1767"/>
                  </a:cubicBezTo>
                  <a:lnTo>
                    <a:pt x="2322" y="52"/>
                  </a:lnTo>
                  <a:cubicBezTo>
                    <a:pt x="2258" y="52"/>
                    <a:pt x="2206" y="0"/>
                    <a:pt x="21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67;p32">
              <a:extLst>
                <a:ext uri="{FF2B5EF4-FFF2-40B4-BE49-F238E27FC236}">
                  <a16:creationId xmlns:a16="http://schemas.microsoft.com/office/drawing/2014/main" id="{9F8F2A5F-2A57-9F60-E8DA-2FF57A97A351}"/>
                </a:ext>
              </a:extLst>
            </p:cNvPr>
            <p:cNvSpPr/>
            <p:nvPr/>
          </p:nvSpPr>
          <p:spPr>
            <a:xfrm>
              <a:off x="4222925" y="4526850"/>
              <a:ext cx="27125" cy="27100"/>
            </a:xfrm>
            <a:custGeom>
              <a:avLst/>
              <a:gdLst/>
              <a:ahLst/>
              <a:cxnLst/>
              <a:rect l="l" t="t" r="r" b="b"/>
              <a:pathLst>
                <a:path w="1085" h="1084" extrusionOk="0">
                  <a:moveTo>
                    <a:pt x="543" y="1"/>
                  </a:moveTo>
                  <a:cubicBezTo>
                    <a:pt x="220" y="1"/>
                    <a:pt x="1" y="220"/>
                    <a:pt x="1" y="542"/>
                  </a:cubicBezTo>
                  <a:cubicBezTo>
                    <a:pt x="1" y="813"/>
                    <a:pt x="220" y="1084"/>
                    <a:pt x="543" y="1084"/>
                  </a:cubicBezTo>
                  <a:cubicBezTo>
                    <a:pt x="813" y="1084"/>
                    <a:pt x="1084" y="813"/>
                    <a:pt x="1084" y="542"/>
                  </a:cubicBezTo>
                  <a:cubicBezTo>
                    <a:pt x="1084" y="220"/>
                    <a:pt x="813" y="1"/>
                    <a:pt x="543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68;p32">
              <a:extLst>
                <a:ext uri="{FF2B5EF4-FFF2-40B4-BE49-F238E27FC236}">
                  <a16:creationId xmlns:a16="http://schemas.microsoft.com/office/drawing/2014/main" id="{FC03B763-0B06-C300-FD02-76FD2241984F}"/>
                </a:ext>
              </a:extLst>
            </p:cNvPr>
            <p:cNvSpPr/>
            <p:nvPr/>
          </p:nvSpPr>
          <p:spPr>
            <a:xfrm>
              <a:off x="4291600" y="4552325"/>
              <a:ext cx="26775" cy="25800"/>
            </a:xfrm>
            <a:custGeom>
              <a:avLst/>
              <a:gdLst/>
              <a:ahLst/>
              <a:cxnLst/>
              <a:rect l="l" t="t" r="r" b="b"/>
              <a:pathLst>
                <a:path w="1071" h="1032" extrusionOk="0">
                  <a:moveTo>
                    <a:pt x="529" y="0"/>
                  </a:moveTo>
                  <a:cubicBezTo>
                    <a:pt x="207" y="0"/>
                    <a:pt x="1" y="220"/>
                    <a:pt x="1" y="542"/>
                  </a:cubicBezTo>
                  <a:cubicBezTo>
                    <a:pt x="1" y="813"/>
                    <a:pt x="207" y="1032"/>
                    <a:pt x="529" y="1032"/>
                  </a:cubicBezTo>
                  <a:cubicBezTo>
                    <a:pt x="800" y="1032"/>
                    <a:pt x="1071" y="813"/>
                    <a:pt x="1071" y="542"/>
                  </a:cubicBezTo>
                  <a:cubicBezTo>
                    <a:pt x="1071" y="220"/>
                    <a:pt x="800" y="0"/>
                    <a:pt x="52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69;p32">
              <a:extLst>
                <a:ext uri="{FF2B5EF4-FFF2-40B4-BE49-F238E27FC236}">
                  <a16:creationId xmlns:a16="http://schemas.microsoft.com/office/drawing/2014/main" id="{416B6519-FD63-9884-CD17-33822285C41E}"/>
                </a:ext>
              </a:extLst>
            </p:cNvPr>
            <p:cNvSpPr/>
            <p:nvPr/>
          </p:nvSpPr>
          <p:spPr>
            <a:xfrm>
              <a:off x="4198750" y="4592625"/>
              <a:ext cx="25500" cy="27100"/>
            </a:xfrm>
            <a:custGeom>
              <a:avLst/>
              <a:gdLst/>
              <a:ahLst/>
              <a:cxnLst/>
              <a:rect l="l" t="t" r="r" b="b"/>
              <a:pathLst>
                <a:path w="1020" h="1084" extrusionOk="0">
                  <a:moveTo>
                    <a:pt x="542" y="0"/>
                  </a:moveTo>
                  <a:cubicBezTo>
                    <a:pt x="220" y="0"/>
                    <a:pt x="1" y="271"/>
                    <a:pt x="1" y="542"/>
                  </a:cubicBezTo>
                  <a:cubicBezTo>
                    <a:pt x="1" y="813"/>
                    <a:pt x="220" y="1083"/>
                    <a:pt x="542" y="1083"/>
                  </a:cubicBezTo>
                  <a:cubicBezTo>
                    <a:pt x="813" y="1083"/>
                    <a:pt x="1020" y="813"/>
                    <a:pt x="1020" y="542"/>
                  </a:cubicBezTo>
                  <a:cubicBezTo>
                    <a:pt x="1020" y="271"/>
                    <a:pt x="813" y="0"/>
                    <a:pt x="54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070;p32">
              <a:extLst>
                <a:ext uri="{FF2B5EF4-FFF2-40B4-BE49-F238E27FC236}">
                  <a16:creationId xmlns:a16="http://schemas.microsoft.com/office/drawing/2014/main" id="{4AF26673-14B0-5DC7-F2FD-2A772D39B538}"/>
                </a:ext>
              </a:extLst>
            </p:cNvPr>
            <p:cNvSpPr/>
            <p:nvPr/>
          </p:nvSpPr>
          <p:spPr>
            <a:xfrm>
              <a:off x="4267425" y="4618400"/>
              <a:ext cx="25500" cy="26775"/>
            </a:xfrm>
            <a:custGeom>
              <a:avLst/>
              <a:gdLst/>
              <a:ahLst/>
              <a:cxnLst/>
              <a:rect l="l" t="t" r="r" b="b"/>
              <a:pathLst>
                <a:path w="1020" h="1071" extrusionOk="0">
                  <a:moveTo>
                    <a:pt x="478" y="1"/>
                  </a:moveTo>
                  <a:cubicBezTo>
                    <a:pt x="207" y="1"/>
                    <a:pt x="0" y="259"/>
                    <a:pt x="0" y="529"/>
                  </a:cubicBezTo>
                  <a:cubicBezTo>
                    <a:pt x="0" y="800"/>
                    <a:pt x="207" y="1071"/>
                    <a:pt x="478" y="1071"/>
                  </a:cubicBezTo>
                  <a:cubicBezTo>
                    <a:pt x="800" y="1071"/>
                    <a:pt x="1019" y="800"/>
                    <a:pt x="1019" y="529"/>
                  </a:cubicBezTo>
                  <a:cubicBezTo>
                    <a:pt x="1019" y="259"/>
                    <a:pt x="800" y="1"/>
                    <a:pt x="47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071;p32">
              <a:extLst>
                <a:ext uri="{FF2B5EF4-FFF2-40B4-BE49-F238E27FC236}">
                  <a16:creationId xmlns:a16="http://schemas.microsoft.com/office/drawing/2014/main" id="{1D76D4B8-789D-7262-1759-C2312CC0293A}"/>
                </a:ext>
              </a:extLst>
            </p:cNvPr>
            <p:cNvSpPr/>
            <p:nvPr/>
          </p:nvSpPr>
          <p:spPr>
            <a:xfrm>
              <a:off x="4400225" y="4580700"/>
              <a:ext cx="61925" cy="60300"/>
            </a:xfrm>
            <a:custGeom>
              <a:avLst/>
              <a:gdLst/>
              <a:ahLst/>
              <a:cxnLst/>
              <a:rect l="l" t="t" r="r" b="b"/>
              <a:pathLst>
                <a:path w="2477" h="2412" extrusionOk="0">
                  <a:moveTo>
                    <a:pt x="1239" y="0"/>
                  </a:moveTo>
                  <a:cubicBezTo>
                    <a:pt x="917" y="0"/>
                    <a:pt x="594" y="155"/>
                    <a:pt x="375" y="374"/>
                  </a:cubicBezTo>
                  <a:cubicBezTo>
                    <a:pt x="169" y="593"/>
                    <a:pt x="1" y="916"/>
                    <a:pt x="1" y="1238"/>
                  </a:cubicBezTo>
                  <a:cubicBezTo>
                    <a:pt x="1" y="1560"/>
                    <a:pt x="169" y="1883"/>
                    <a:pt x="375" y="2089"/>
                  </a:cubicBezTo>
                  <a:cubicBezTo>
                    <a:pt x="594" y="2308"/>
                    <a:pt x="917" y="2411"/>
                    <a:pt x="1239" y="2411"/>
                  </a:cubicBezTo>
                  <a:cubicBezTo>
                    <a:pt x="1561" y="2411"/>
                    <a:pt x="1884" y="2308"/>
                    <a:pt x="2103" y="2089"/>
                  </a:cubicBezTo>
                  <a:cubicBezTo>
                    <a:pt x="2309" y="1883"/>
                    <a:pt x="2477" y="1560"/>
                    <a:pt x="2477" y="1238"/>
                  </a:cubicBezTo>
                  <a:cubicBezTo>
                    <a:pt x="2477" y="916"/>
                    <a:pt x="2309" y="593"/>
                    <a:pt x="2103" y="374"/>
                  </a:cubicBezTo>
                  <a:cubicBezTo>
                    <a:pt x="1884" y="155"/>
                    <a:pt x="1561" y="0"/>
                    <a:pt x="12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072;p32">
              <a:extLst>
                <a:ext uri="{FF2B5EF4-FFF2-40B4-BE49-F238E27FC236}">
                  <a16:creationId xmlns:a16="http://schemas.microsoft.com/office/drawing/2014/main" id="{CAEC3534-19D1-A649-CE69-00224F39AE6E}"/>
                </a:ext>
              </a:extLst>
            </p:cNvPr>
            <p:cNvSpPr/>
            <p:nvPr/>
          </p:nvSpPr>
          <p:spPr>
            <a:xfrm>
              <a:off x="4392175" y="4571350"/>
              <a:ext cx="79325" cy="79325"/>
            </a:xfrm>
            <a:custGeom>
              <a:avLst/>
              <a:gdLst/>
              <a:ahLst/>
              <a:cxnLst/>
              <a:rect l="l" t="t" r="r" b="b"/>
              <a:pathLst>
                <a:path w="3173" h="3173" extrusionOk="0">
                  <a:moveTo>
                    <a:pt x="1561" y="374"/>
                  </a:moveTo>
                  <a:cubicBezTo>
                    <a:pt x="1883" y="374"/>
                    <a:pt x="2206" y="529"/>
                    <a:pt x="2425" y="748"/>
                  </a:cubicBezTo>
                  <a:cubicBezTo>
                    <a:pt x="2631" y="967"/>
                    <a:pt x="2799" y="1290"/>
                    <a:pt x="2799" y="1612"/>
                  </a:cubicBezTo>
                  <a:cubicBezTo>
                    <a:pt x="2799" y="1934"/>
                    <a:pt x="2631" y="2257"/>
                    <a:pt x="2425" y="2463"/>
                  </a:cubicBezTo>
                  <a:cubicBezTo>
                    <a:pt x="2206" y="2682"/>
                    <a:pt x="1883" y="2785"/>
                    <a:pt x="1561" y="2785"/>
                  </a:cubicBezTo>
                  <a:cubicBezTo>
                    <a:pt x="1239" y="2785"/>
                    <a:pt x="916" y="2682"/>
                    <a:pt x="697" y="2463"/>
                  </a:cubicBezTo>
                  <a:cubicBezTo>
                    <a:pt x="491" y="2257"/>
                    <a:pt x="323" y="1934"/>
                    <a:pt x="323" y="1612"/>
                  </a:cubicBezTo>
                  <a:cubicBezTo>
                    <a:pt x="323" y="1290"/>
                    <a:pt x="491" y="967"/>
                    <a:pt x="697" y="748"/>
                  </a:cubicBezTo>
                  <a:cubicBezTo>
                    <a:pt x="916" y="529"/>
                    <a:pt x="1239" y="374"/>
                    <a:pt x="1561" y="374"/>
                  </a:cubicBezTo>
                  <a:close/>
                  <a:moveTo>
                    <a:pt x="1561" y="0"/>
                  </a:moveTo>
                  <a:cubicBezTo>
                    <a:pt x="697" y="0"/>
                    <a:pt x="1" y="696"/>
                    <a:pt x="1" y="1612"/>
                  </a:cubicBezTo>
                  <a:cubicBezTo>
                    <a:pt x="1" y="2463"/>
                    <a:pt x="697" y="3172"/>
                    <a:pt x="1561" y="3172"/>
                  </a:cubicBezTo>
                  <a:cubicBezTo>
                    <a:pt x="2425" y="3172"/>
                    <a:pt x="3173" y="2463"/>
                    <a:pt x="3173" y="1612"/>
                  </a:cubicBezTo>
                  <a:cubicBezTo>
                    <a:pt x="3173" y="696"/>
                    <a:pt x="2425" y="0"/>
                    <a:pt x="156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073;p32">
              <a:extLst>
                <a:ext uri="{FF2B5EF4-FFF2-40B4-BE49-F238E27FC236}">
                  <a16:creationId xmlns:a16="http://schemas.microsoft.com/office/drawing/2014/main" id="{18765B08-3660-A113-75E7-258E768F4C8A}"/>
                </a:ext>
              </a:extLst>
            </p:cNvPr>
            <p:cNvSpPr/>
            <p:nvPr/>
          </p:nvSpPr>
          <p:spPr>
            <a:xfrm>
              <a:off x="4299650" y="4704150"/>
              <a:ext cx="225700" cy="225675"/>
            </a:xfrm>
            <a:custGeom>
              <a:avLst/>
              <a:gdLst/>
              <a:ahLst/>
              <a:cxnLst/>
              <a:rect l="l" t="t" r="r" b="b"/>
              <a:pathLst>
                <a:path w="9028" h="9027" extrusionOk="0">
                  <a:moveTo>
                    <a:pt x="2141" y="2902"/>
                  </a:moveTo>
                  <a:cubicBezTo>
                    <a:pt x="2528" y="2902"/>
                    <a:pt x="2786" y="3173"/>
                    <a:pt x="2786" y="3547"/>
                  </a:cubicBezTo>
                  <a:cubicBezTo>
                    <a:pt x="2786" y="3869"/>
                    <a:pt x="2528" y="4140"/>
                    <a:pt x="2141" y="4140"/>
                  </a:cubicBezTo>
                  <a:cubicBezTo>
                    <a:pt x="1819" y="4140"/>
                    <a:pt x="1561" y="3869"/>
                    <a:pt x="1561" y="3547"/>
                  </a:cubicBezTo>
                  <a:cubicBezTo>
                    <a:pt x="1561" y="3173"/>
                    <a:pt x="1819" y="2902"/>
                    <a:pt x="2141" y="2902"/>
                  </a:cubicBezTo>
                  <a:close/>
                  <a:moveTo>
                    <a:pt x="4514" y="3869"/>
                  </a:moveTo>
                  <a:cubicBezTo>
                    <a:pt x="4836" y="3869"/>
                    <a:pt x="5107" y="4140"/>
                    <a:pt x="5107" y="4462"/>
                  </a:cubicBezTo>
                  <a:cubicBezTo>
                    <a:pt x="5107" y="4836"/>
                    <a:pt x="4836" y="5107"/>
                    <a:pt x="4514" y="5107"/>
                  </a:cubicBezTo>
                  <a:cubicBezTo>
                    <a:pt x="4192" y="5107"/>
                    <a:pt x="3921" y="4836"/>
                    <a:pt x="3921" y="4462"/>
                  </a:cubicBezTo>
                  <a:cubicBezTo>
                    <a:pt x="3921" y="4140"/>
                    <a:pt x="4192" y="3869"/>
                    <a:pt x="4514" y="3869"/>
                  </a:cubicBezTo>
                  <a:close/>
                  <a:moveTo>
                    <a:pt x="6874" y="4785"/>
                  </a:moveTo>
                  <a:cubicBezTo>
                    <a:pt x="7196" y="4785"/>
                    <a:pt x="7518" y="5055"/>
                    <a:pt x="7518" y="5429"/>
                  </a:cubicBezTo>
                  <a:cubicBezTo>
                    <a:pt x="7518" y="5752"/>
                    <a:pt x="7196" y="6022"/>
                    <a:pt x="6874" y="6022"/>
                  </a:cubicBezTo>
                  <a:cubicBezTo>
                    <a:pt x="6551" y="6022"/>
                    <a:pt x="6281" y="5752"/>
                    <a:pt x="6281" y="5429"/>
                  </a:cubicBezTo>
                  <a:cubicBezTo>
                    <a:pt x="6281" y="5055"/>
                    <a:pt x="6551" y="4785"/>
                    <a:pt x="6874" y="4785"/>
                  </a:cubicBezTo>
                  <a:close/>
                  <a:moveTo>
                    <a:pt x="6126" y="1"/>
                  </a:moveTo>
                  <a:lnTo>
                    <a:pt x="104" y="2580"/>
                  </a:lnTo>
                  <a:cubicBezTo>
                    <a:pt x="1" y="2631"/>
                    <a:pt x="1" y="2696"/>
                    <a:pt x="1" y="2799"/>
                  </a:cubicBezTo>
                  <a:lnTo>
                    <a:pt x="1" y="2850"/>
                  </a:lnTo>
                  <a:lnTo>
                    <a:pt x="2580" y="8924"/>
                  </a:lnTo>
                  <a:cubicBezTo>
                    <a:pt x="2631" y="8975"/>
                    <a:pt x="2683" y="9027"/>
                    <a:pt x="2735" y="9027"/>
                  </a:cubicBezTo>
                  <a:lnTo>
                    <a:pt x="2851" y="9027"/>
                  </a:lnTo>
                  <a:lnTo>
                    <a:pt x="8859" y="6396"/>
                  </a:lnTo>
                  <a:cubicBezTo>
                    <a:pt x="8976" y="6396"/>
                    <a:pt x="9027" y="6345"/>
                    <a:pt x="9027" y="6242"/>
                  </a:cubicBezTo>
                  <a:lnTo>
                    <a:pt x="8976" y="6177"/>
                  </a:lnTo>
                  <a:lnTo>
                    <a:pt x="6397" y="117"/>
                  </a:lnTo>
                  <a:cubicBezTo>
                    <a:pt x="6332" y="52"/>
                    <a:pt x="6281" y="1"/>
                    <a:pt x="622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074;p32">
              <a:extLst>
                <a:ext uri="{FF2B5EF4-FFF2-40B4-BE49-F238E27FC236}">
                  <a16:creationId xmlns:a16="http://schemas.microsoft.com/office/drawing/2014/main" id="{C115735E-D4F7-6A1D-3B44-6CB70B49859D}"/>
                </a:ext>
              </a:extLst>
            </p:cNvPr>
            <p:cNvSpPr/>
            <p:nvPr/>
          </p:nvSpPr>
          <p:spPr>
            <a:xfrm>
              <a:off x="4292900" y="4697375"/>
              <a:ext cx="237600" cy="237950"/>
            </a:xfrm>
            <a:custGeom>
              <a:avLst/>
              <a:gdLst/>
              <a:ahLst/>
              <a:cxnLst/>
              <a:rect l="l" t="t" r="r" b="b"/>
              <a:pathLst>
                <a:path w="9504" h="9518" extrusionOk="0">
                  <a:moveTo>
                    <a:pt x="6499" y="272"/>
                  </a:moveTo>
                  <a:cubicBezTo>
                    <a:pt x="6551" y="272"/>
                    <a:pt x="6602" y="323"/>
                    <a:pt x="6667" y="388"/>
                  </a:cubicBezTo>
                  <a:lnTo>
                    <a:pt x="9246" y="6448"/>
                  </a:lnTo>
                  <a:lnTo>
                    <a:pt x="9297" y="6513"/>
                  </a:lnTo>
                  <a:cubicBezTo>
                    <a:pt x="9297" y="6616"/>
                    <a:pt x="9246" y="6667"/>
                    <a:pt x="9129" y="6667"/>
                  </a:cubicBezTo>
                  <a:lnTo>
                    <a:pt x="3121" y="9298"/>
                  </a:lnTo>
                  <a:lnTo>
                    <a:pt x="3005" y="9298"/>
                  </a:lnTo>
                  <a:cubicBezTo>
                    <a:pt x="2953" y="9298"/>
                    <a:pt x="2901" y="9246"/>
                    <a:pt x="2850" y="9195"/>
                  </a:cubicBezTo>
                  <a:lnTo>
                    <a:pt x="271" y="3121"/>
                  </a:lnTo>
                  <a:lnTo>
                    <a:pt x="271" y="3070"/>
                  </a:lnTo>
                  <a:cubicBezTo>
                    <a:pt x="271" y="2967"/>
                    <a:pt x="271" y="2902"/>
                    <a:pt x="374" y="2851"/>
                  </a:cubicBezTo>
                  <a:lnTo>
                    <a:pt x="6396" y="272"/>
                  </a:lnTo>
                  <a:close/>
                  <a:moveTo>
                    <a:pt x="6499" y="1"/>
                  </a:moveTo>
                  <a:cubicBezTo>
                    <a:pt x="6447" y="1"/>
                    <a:pt x="6396" y="65"/>
                    <a:pt x="6344" y="65"/>
                  </a:cubicBezTo>
                  <a:lnTo>
                    <a:pt x="271" y="2644"/>
                  </a:lnTo>
                  <a:cubicBezTo>
                    <a:pt x="103" y="2747"/>
                    <a:pt x="0" y="2851"/>
                    <a:pt x="0" y="3070"/>
                  </a:cubicBezTo>
                  <a:cubicBezTo>
                    <a:pt x="0" y="3121"/>
                    <a:pt x="0" y="3173"/>
                    <a:pt x="52" y="3225"/>
                  </a:cubicBezTo>
                  <a:lnTo>
                    <a:pt x="2631" y="9298"/>
                  </a:lnTo>
                  <a:cubicBezTo>
                    <a:pt x="2682" y="9466"/>
                    <a:pt x="2850" y="9517"/>
                    <a:pt x="3005" y="9517"/>
                  </a:cubicBezTo>
                  <a:lnTo>
                    <a:pt x="3172" y="9517"/>
                  </a:lnTo>
                  <a:lnTo>
                    <a:pt x="9246" y="6938"/>
                  </a:lnTo>
                  <a:cubicBezTo>
                    <a:pt x="9400" y="6835"/>
                    <a:pt x="9503" y="6667"/>
                    <a:pt x="9503" y="6513"/>
                  </a:cubicBezTo>
                  <a:cubicBezTo>
                    <a:pt x="9503" y="6448"/>
                    <a:pt x="9503" y="6397"/>
                    <a:pt x="9452" y="6345"/>
                  </a:cubicBezTo>
                  <a:lnTo>
                    <a:pt x="6873" y="272"/>
                  </a:lnTo>
                  <a:cubicBezTo>
                    <a:pt x="6821" y="117"/>
                    <a:pt x="6667" y="1"/>
                    <a:pt x="649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075;p32">
              <a:extLst>
                <a:ext uri="{FF2B5EF4-FFF2-40B4-BE49-F238E27FC236}">
                  <a16:creationId xmlns:a16="http://schemas.microsoft.com/office/drawing/2014/main" id="{ADFFB94C-8381-21BB-0F0F-7C9066F7CAD1}"/>
                </a:ext>
              </a:extLst>
            </p:cNvPr>
            <p:cNvSpPr/>
            <p:nvPr/>
          </p:nvSpPr>
          <p:spPr>
            <a:xfrm>
              <a:off x="4338675" y="4776675"/>
              <a:ext cx="30650" cy="30975"/>
            </a:xfrm>
            <a:custGeom>
              <a:avLst/>
              <a:gdLst/>
              <a:ahLst/>
              <a:cxnLst/>
              <a:rect l="l" t="t" r="r" b="b"/>
              <a:pathLst>
                <a:path w="1226" h="1239" extrusionOk="0">
                  <a:moveTo>
                    <a:pt x="580" y="1"/>
                  </a:moveTo>
                  <a:cubicBezTo>
                    <a:pt x="258" y="1"/>
                    <a:pt x="0" y="272"/>
                    <a:pt x="0" y="646"/>
                  </a:cubicBezTo>
                  <a:cubicBezTo>
                    <a:pt x="0" y="968"/>
                    <a:pt x="258" y="1239"/>
                    <a:pt x="580" y="1239"/>
                  </a:cubicBezTo>
                  <a:cubicBezTo>
                    <a:pt x="967" y="1239"/>
                    <a:pt x="1225" y="968"/>
                    <a:pt x="1225" y="646"/>
                  </a:cubicBezTo>
                  <a:cubicBezTo>
                    <a:pt x="1225" y="272"/>
                    <a:pt x="967" y="1"/>
                    <a:pt x="5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076;p32">
              <a:extLst>
                <a:ext uri="{FF2B5EF4-FFF2-40B4-BE49-F238E27FC236}">
                  <a16:creationId xmlns:a16="http://schemas.microsoft.com/office/drawing/2014/main" id="{D8711D1A-FACF-67B5-7BB9-4345BD19CD66}"/>
                </a:ext>
              </a:extLst>
            </p:cNvPr>
            <p:cNvSpPr/>
            <p:nvPr/>
          </p:nvSpPr>
          <p:spPr>
            <a:xfrm>
              <a:off x="4397650" y="4800875"/>
              <a:ext cx="29700" cy="30950"/>
            </a:xfrm>
            <a:custGeom>
              <a:avLst/>
              <a:gdLst/>
              <a:ahLst/>
              <a:cxnLst/>
              <a:rect l="l" t="t" r="r" b="b"/>
              <a:pathLst>
                <a:path w="1188" h="1238" extrusionOk="0">
                  <a:moveTo>
                    <a:pt x="594" y="0"/>
                  </a:moveTo>
                  <a:cubicBezTo>
                    <a:pt x="272" y="0"/>
                    <a:pt x="1" y="271"/>
                    <a:pt x="1" y="593"/>
                  </a:cubicBezTo>
                  <a:cubicBezTo>
                    <a:pt x="1" y="967"/>
                    <a:pt x="272" y="1238"/>
                    <a:pt x="594" y="1238"/>
                  </a:cubicBezTo>
                  <a:cubicBezTo>
                    <a:pt x="916" y="1238"/>
                    <a:pt x="1187" y="967"/>
                    <a:pt x="1187" y="593"/>
                  </a:cubicBezTo>
                  <a:cubicBezTo>
                    <a:pt x="1187" y="271"/>
                    <a:pt x="916" y="0"/>
                    <a:pt x="59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077;p32">
              <a:extLst>
                <a:ext uri="{FF2B5EF4-FFF2-40B4-BE49-F238E27FC236}">
                  <a16:creationId xmlns:a16="http://schemas.microsoft.com/office/drawing/2014/main" id="{5A439549-2139-A0A8-65F1-DB7E7B24AE88}"/>
                </a:ext>
              </a:extLst>
            </p:cNvPr>
            <p:cNvSpPr/>
            <p:nvPr/>
          </p:nvSpPr>
          <p:spPr>
            <a:xfrm>
              <a:off x="4456650" y="4823750"/>
              <a:ext cx="30975" cy="30975"/>
            </a:xfrm>
            <a:custGeom>
              <a:avLst/>
              <a:gdLst/>
              <a:ahLst/>
              <a:cxnLst/>
              <a:rect l="l" t="t" r="r" b="b"/>
              <a:pathLst>
                <a:path w="1239" h="1239" extrusionOk="0">
                  <a:moveTo>
                    <a:pt x="594" y="1"/>
                  </a:moveTo>
                  <a:cubicBezTo>
                    <a:pt x="271" y="1"/>
                    <a:pt x="1" y="271"/>
                    <a:pt x="1" y="645"/>
                  </a:cubicBezTo>
                  <a:cubicBezTo>
                    <a:pt x="1" y="968"/>
                    <a:pt x="271" y="1238"/>
                    <a:pt x="594" y="1238"/>
                  </a:cubicBezTo>
                  <a:cubicBezTo>
                    <a:pt x="916" y="1238"/>
                    <a:pt x="1238" y="968"/>
                    <a:pt x="1238" y="645"/>
                  </a:cubicBezTo>
                  <a:cubicBezTo>
                    <a:pt x="1238" y="271"/>
                    <a:pt x="916" y="1"/>
                    <a:pt x="594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078;p32">
              <a:extLst>
                <a:ext uri="{FF2B5EF4-FFF2-40B4-BE49-F238E27FC236}">
                  <a16:creationId xmlns:a16="http://schemas.microsoft.com/office/drawing/2014/main" id="{4821EF2F-6354-281C-9122-BBDE163E8975}"/>
                </a:ext>
              </a:extLst>
            </p:cNvPr>
            <p:cNvSpPr/>
            <p:nvPr/>
          </p:nvSpPr>
          <p:spPr>
            <a:xfrm>
              <a:off x="4342525" y="4342775"/>
              <a:ext cx="159925" cy="159925"/>
            </a:xfrm>
            <a:custGeom>
              <a:avLst/>
              <a:gdLst/>
              <a:ahLst/>
              <a:cxnLst/>
              <a:rect l="l" t="t" r="r" b="b"/>
              <a:pathLst>
                <a:path w="6397" h="6397" extrusionOk="0">
                  <a:moveTo>
                    <a:pt x="3276" y="1510"/>
                  </a:moveTo>
                  <a:cubicBezTo>
                    <a:pt x="3598" y="1510"/>
                    <a:pt x="3818" y="1729"/>
                    <a:pt x="3818" y="1999"/>
                  </a:cubicBezTo>
                  <a:cubicBezTo>
                    <a:pt x="3818" y="2322"/>
                    <a:pt x="3598" y="2528"/>
                    <a:pt x="3276" y="2528"/>
                  </a:cubicBezTo>
                  <a:cubicBezTo>
                    <a:pt x="3005" y="2528"/>
                    <a:pt x="2747" y="2322"/>
                    <a:pt x="2747" y="1999"/>
                  </a:cubicBezTo>
                  <a:cubicBezTo>
                    <a:pt x="2747" y="1729"/>
                    <a:pt x="3005" y="1510"/>
                    <a:pt x="3276" y="1510"/>
                  </a:cubicBezTo>
                  <a:close/>
                  <a:moveTo>
                    <a:pt x="3005" y="3547"/>
                  </a:moveTo>
                  <a:cubicBezTo>
                    <a:pt x="3276" y="3547"/>
                    <a:pt x="3547" y="3766"/>
                    <a:pt x="3547" y="4088"/>
                  </a:cubicBezTo>
                  <a:cubicBezTo>
                    <a:pt x="3547" y="4359"/>
                    <a:pt x="3276" y="4630"/>
                    <a:pt x="3005" y="4630"/>
                  </a:cubicBezTo>
                  <a:cubicBezTo>
                    <a:pt x="2747" y="4630"/>
                    <a:pt x="2477" y="4359"/>
                    <a:pt x="2477" y="4088"/>
                  </a:cubicBezTo>
                  <a:cubicBezTo>
                    <a:pt x="2477" y="3766"/>
                    <a:pt x="2747" y="3547"/>
                    <a:pt x="3005" y="3547"/>
                  </a:cubicBezTo>
                  <a:close/>
                  <a:moveTo>
                    <a:pt x="3766" y="1"/>
                  </a:moveTo>
                  <a:cubicBezTo>
                    <a:pt x="3766" y="1"/>
                    <a:pt x="3715" y="65"/>
                    <a:pt x="3650" y="65"/>
                  </a:cubicBezTo>
                  <a:lnTo>
                    <a:pt x="52" y="2477"/>
                  </a:lnTo>
                  <a:cubicBezTo>
                    <a:pt x="1" y="2477"/>
                    <a:pt x="1" y="2528"/>
                    <a:pt x="1" y="2580"/>
                  </a:cubicBezTo>
                  <a:lnTo>
                    <a:pt x="1" y="2696"/>
                  </a:lnTo>
                  <a:lnTo>
                    <a:pt x="2425" y="6293"/>
                  </a:lnTo>
                  <a:cubicBezTo>
                    <a:pt x="2477" y="6345"/>
                    <a:pt x="2528" y="6397"/>
                    <a:pt x="2580" y="6397"/>
                  </a:cubicBezTo>
                  <a:cubicBezTo>
                    <a:pt x="2631" y="6397"/>
                    <a:pt x="2631" y="6397"/>
                    <a:pt x="2683" y="6345"/>
                  </a:cubicBezTo>
                  <a:lnTo>
                    <a:pt x="6293" y="3985"/>
                  </a:lnTo>
                  <a:cubicBezTo>
                    <a:pt x="6345" y="3934"/>
                    <a:pt x="6397" y="3869"/>
                    <a:pt x="6397" y="3818"/>
                  </a:cubicBezTo>
                  <a:cubicBezTo>
                    <a:pt x="6397" y="3766"/>
                    <a:pt x="6345" y="3714"/>
                    <a:pt x="6345" y="3714"/>
                  </a:cubicBezTo>
                  <a:lnTo>
                    <a:pt x="3921" y="117"/>
                  </a:lnTo>
                  <a:cubicBezTo>
                    <a:pt x="3921" y="65"/>
                    <a:pt x="3818" y="1"/>
                    <a:pt x="376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079;p32">
              <a:extLst>
                <a:ext uri="{FF2B5EF4-FFF2-40B4-BE49-F238E27FC236}">
                  <a16:creationId xmlns:a16="http://schemas.microsoft.com/office/drawing/2014/main" id="{2C48DF2F-53CF-688E-0467-5DC0D770C8DD}"/>
                </a:ext>
              </a:extLst>
            </p:cNvPr>
            <p:cNvSpPr/>
            <p:nvPr/>
          </p:nvSpPr>
          <p:spPr>
            <a:xfrm>
              <a:off x="4335775" y="4337625"/>
              <a:ext cx="172150" cy="171850"/>
            </a:xfrm>
            <a:custGeom>
              <a:avLst/>
              <a:gdLst/>
              <a:ahLst/>
              <a:cxnLst/>
              <a:rect l="l" t="t" r="r" b="b"/>
              <a:pathLst>
                <a:path w="6886" h="6874" extrusionOk="0">
                  <a:moveTo>
                    <a:pt x="4036" y="207"/>
                  </a:moveTo>
                  <a:cubicBezTo>
                    <a:pt x="4088" y="207"/>
                    <a:pt x="4191" y="271"/>
                    <a:pt x="4191" y="323"/>
                  </a:cubicBezTo>
                  <a:lnTo>
                    <a:pt x="6615" y="3920"/>
                  </a:lnTo>
                  <a:cubicBezTo>
                    <a:pt x="6615" y="3920"/>
                    <a:pt x="6667" y="3972"/>
                    <a:pt x="6667" y="4024"/>
                  </a:cubicBezTo>
                  <a:cubicBezTo>
                    <a:pt x="6667" y="4075"/>
                    <a:pt x="6615" y="4140"/>
                    <a:pt x="6563" y="4191"/>
                  </a:cubicBezTo>
                  <a:lnTo>
                    <a:pt x="2953" y="6551"/>
                  </a:lnTo>
                  <a:cubicBezTo>
                    <a:pt x="2901" y="6603"/>
                    <a:pt x="2901" y="6603"/>
                    <a:pt x="2850" y="6603"/>
                  </a:cubicBezTo>
                  <a:cubicBezTo>
                    <a:pt x="2798" y="6603"/>
                    <a:pt x="2747" y="6551"/>
                    <a:pt x="2695" y="6499"/>
                  </a:cubicBezTo>
                  <a:lnTo>
                    <a:pt x="271" y="2902"/>
                  </a:lnTo>
                  <a:lnTo>
                    <a:pt x="271" y="2786"/>
                  </a:lnTo>
                  <a:cubicBezTo>
                    <a:pt x="271" y="2734"/>
                    <a:pt x="271" y="2683"/>
                    <a:pt x="322" y="2683"/>
                  </a:cubicBezTo>
                  <a:lnTo>
                    <a:pt x="3920" y="271"/>
                  </a:lnTo>
                  <a:cubicBezTo>
                    <a:pt x="3985" y="271"/>
                    <a:pt x="4036" y="207"/>
                    <a:pt x="4036" y="207"/>
                  </a:cubicBezTo>
                  <a:close/>
                  <a:moveTo>
                    <a:pt x="4036" y="1"/>
                  </a:moveTo>
                  <a:cubicBezTo>
                    <a:pt x="3985" y="1"/>
                    <a:pt x="3868" y="1"/>
                    <a:pt x="3817" y="52"/>
                  </a:cubicBezTo>
                  <a:lnTo>
                    <a:pt x="219" y="2463"/>
                  </a:lnTo>
                  <a:cubicBezTo>
                    <a:pt x="116" y="2528"/>
                    <a:pt x="0" y="2683"/>
                    <a:pt x="0" y="2786"/>
                  </a:cubicBezTo>
                  <a:cubicBezTo>
                    <a:pt x="0" y="2902"/>
                    <a:pt x="52" y="3005"/>
                    <a:pt x="116" y="3057"/>
                  </a:cubicBezTo>
                  <a:lnTo>
                    <a:pt x="2476" y="6654"/>
                  </a:lnTo>
                  <a:cubicBezTo>
                    <a:pt x="2579" y="6770"/>
                    <a:pt x="2695" y="6873"/>
                    <a:pt x="2850" y="6873"/>
                  </a:cubicBezTo>
                  <a:cubicBezTo>
                    <a:pt x="2953" y="6873"/>
                    <a:pt x="3017" y="6822"/>
                    <a:pt x="3121" y="6770"/>
                  </a:cubicBezTo>
                  <a:lnTo>
                    <a:pt x="6718" y="4398"/>
                  </a:lnTo>
                  <a:cubicBezTo>
                    <a:pt x="6821" y="4294"/>
                    <a:pt x="6886" y="4140"/>
                    <a:pt x="6886" y="4024"/>
                  </a:cubicBezTo>
                  <a:cubicBezTo>
                    <a:pt x="6886" y="3920"/>
                    <a:pt x="6886" y="3869"/>
                    <a:pt x="6821" y="3753"/>
                  </a:cubicBezTo>
                  <a:lnTo>
                    <a:pt x="4410" y="155"/>
                  </a:lnTo>
                  <a:cubicBezTo>
                    <a:pt x="4358" y="52"/>
                    <a:pt x="4191" y="1"/>
                    <a:pt x="403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080;p32">
              <a:extLst>
                <a:ext uri="{FF2B5EF4-FFF2-40B4-BE49-F238E27FC236}">
                  <a16:creationId xmlns:a16="http://schemas.microsoft.com/office/drawing/2014/main" id="{DA9CD33A-4694-FD81-8807-5ACD2B5B86A7}"/>
                </a:ext>
              </a:extLst>
            </p:cNvPr>
            <p:cNvSpPr/>
            <p:nvPr/>
          </p:nvSpPr>
          <p:spPr>
            <a:xfrm>
              <a:off x="4411200" y="4380500"/>
              <a:ext cx="26775" cy="25500"/>
            </a:xfrm>
            <a:custGeom>
              <a:avLst/>
              <a:gdLst/>
              <a:ahLst/>
              <a:cxnLst/>
              <a:rect l="l" t="t" r="r" b="b"/>
              <a:pathLst>
                <a:path w="1071" h="1020" extrusionOk="0">
                  <a:moveTo>
                    <a:pt x="529" y="1"/>
                  </a:moveTo>
                  <a:cubicBezTo>
                    <a:pt x="258" y="1"/>
                    <a:pt x="0" y="220"/>
                    <a:pt x="0" y="490"/>
                  </a:cubicBezTo>
                  <a:cubicBezTo>
                    <a:pt x="0" y="813"/>
                    <a:pt x="258" y="1019"/>
                    <a:pt x="529" y="1019"/>
                  </a:cubicBezTo>
                  <a:cubicBezTo>
                    <a:pt x="851" y="1019"/>
                    <a:pt x="1071" y="813"/>
                    <a:pt x="1071" y="490"/>
                  </a:cubicBezTo>
                  <a:cubicBezTo>
                    <a:pt x="1071" y="220"/>
                    <a:pt x="851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081;p32">
              <a:extLst>
                <a:ext uri="{FF2B5EF4-FFF2-40B4-BE49-F238E27FC236}">
                  <a16:creationId xmlns:a16="http://schemas.microsoft.com/office/drawing/2014/main" id="{DB3A2B41-C550-D094-9A9B-FEEC1A737E5F}"/>
                </a:ext>
              </a:extLst>
            </p:cNvPr>
            <p:cNvSpPr/>
            <p:nvPr/>
          </p:nvSpPr>
          <p:spPr>
            <a:xfrm>
              <a:off x="4404425" y="4431425"/>
              <a:ext cx="26775" cy="27100"/>
            </a:xfrm>
            <a:custGeom>
              <a:avLst/>
              <a:gdLst/>
              <a:ahLst/>
              <a:cxnLst/>
              <a:rect l="l" t="t" r="r" b="b"/>
              <a:pathLst>
                <a:path w="1071" h="1084" extrusionOk="0">
                  <a:moveTo>
                    <a:pt x="529" y="1"/>
                  </a:moveTo>
                  <a:cubicBezTo>
                    <a:pt x="271" y="1"/>
                    <a:pt x="1" y="220"/>
                    <a:pt x="1" y="542"/>
                  </a:cubicBezTo>
                  <a:cubicBezTo>
                    <a:pt x="1" y="813"/>
                    <a:pt x="271" y="1084"/>
                    <a:pt x="529" y="1084"/>
                  </a:cubicBezTo>
                  <a:cubicBezTo>
                    <a:pt x="800" y="1084"/>
                    <a:pt x="1071" y="813"/>
                    <a:pt x="1071" y="542"/>
                  </a:cubicBezTo>
                  <a:cubicBezTo>
                    <a:pt x="1071" y="220"/>
                    <a:pt x="800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082;p32">
              <a:extLst>
                <a:ext uri="{FF2B5EF4-FFF2-40B4-BE49-F238E27FC236}">
                  <a16:creationId xmlns:a16="http://schemas.microsoft.com/office/drawing/2014/main" id="{20B6AB40-01C2-851D-5F65-2E5E3F128627}"/>
                </a:ext>
              </a:extLst>
            </p:cNvPr>
            <p:cNvSpPr/>
            <p:nvPr/>
          </p:nvSpPr>
          <p:spPr>
            <a:xfrm>
              <a:off x="3819975" y="4383075"/>
              <a:ext cx="126400" cy="72550"/>
            </a:xfrm>
            <a:custGeom>
              <a:avLst/>
              <a:gdLst/>
              <a:ahLst/>
              <a:cxnLst/>
              <a:rect l="l" t="t" r="r" b="b"/>
              <a:pathLst>
                <a:path w="5056" h="2902" extrusionOk="0">
                  <a:moveTo>
                    <a:pt x="2954" y="168"/>
                  </a:moveTo>
                  <a:cubicBezTo>
                    <a:pt x="3224" y="168"/>
                    <a:pt x="3495" y="220"/>
                    <a:pt x="3766" y="271"/>
                  </a:cubicBezTo>
                  <a:cubicBezTo>
                    <a:pt x="3985" y="387"/>
                    <a:pt x="4191" y="491"/>
                    <a:pt x="4308" y="645"/>
                  </a:cubicBezTo>
                  <a:cubicBezTo>
                    <a:pt x="4411" y="761"/>
                    <a:pt x="4462" y="865"/>
                    <a:pt x="4514" y="1032"/>
                  </a:cubicBezTo>
                  <a:lnTo>
                    <a:pt x="4514" y="1187"/>
                  </a:lnTo>
                  <a:cubicBezTo>
                    <a:pt x="4514" y="1355"/>
                    <a:pt x="4462" y="1509"/>
                    <a:pt x="4359" y="1677"/>
                  </a:cubicBezTo>
                  <a:cubicBezTo>
                    <a:pt x="4308" y="1832"/>
                    <a:pt x="4140" y="1935"/>
                    <a:pt x="4037" y="2102"/>
                  </a:cubicBezTo>
                  <a:cubicBezTo>
                    <a:pt x="3714" y="2322"/>
                    <a:pt x="3276" y="2528"/>
                    <a:pt x="2799" y="2644"/>
                  </a:cubicBezTo>
                  <a:cubicBezTo>
                    <a:pt x="2580" y="2696"/>
                    <a:pt x="2309" y="2747"/>
                    <a:pt x="2103" y="2747"/>
                  </a:cubicBezTo>
                  <a:cubicBezTo>
                    <a:pt x="1832" y="2747"/>
                    <a:pt x="1561" y="2696"/>
                    <a:pt x="1290" y="2580"/>
                  </a:cubicBezTo>
                  <a:cubicBezTo>
                    <a:pt x="1084" y="2528"/>
                    <a:pt x="865" y="2373"/>
                    <a:pt x="762" y="2257"/>
                  </a:cubicBezTo>
                  <a:cubicBezTo>
                    <a:pt x="645" y="2154"/>
                    <a:pt x="594" y="1999"/>
                    <a:pt x="542" y="1883"/>
                  </a:cubicBezTo>
                  <a:lnTo>
                    <a:pt x="542" y="1677"/>
                  </a:lnTo>
                  <a:cubicBezTo>
                    <a:pt x="542" y="1509"/>
                    <a:pt x="594" y="1355"/>
                    <a:pt x="697" y="1239"/>
                  </a:cubicBezTo>
                  <a:cubicBezTo>
                    <a:pt x="762" y="1084"/>
                    <a:pt x="916" y="916"/>
                    <a:pt x="1019" y="813"/>
                  </a:cubicBezTo>
                  <a:cubicBezTo>
                    <a:pt x="1342" y="542"/>
                    <a:pt x="1780" y="323"/>
                    <a:pt x="2257" y="220"/>
                  </a:cubicBezTo>
                  <a:cubicBezTo>
                    <a:pt x="2477" y="168"/>
                    <a:pt x="2747" y="168"/>
                    <a:pt x="2954" y="168"/>
                  </a:cubicBezTo>
                  <a:close/>
                  <a:moveTo>
                    <a:pt x="3070" y="1"/>
                  </a:moveTo>
                  <a:cubicBezTo>
                    <a:pt x="2850" y="1"/>
                    <a:pt x="2528" y="65"/>
                    <a:pt x="2257" y="117"/>
                  </a:cubicBezTo>
                  <a:cubicBezTo>
                    <a:pt x="1780" y="168"/>
                    <a:pt x="1342" y="323"/>
                    <a:pt x="968" y="542"/>
                  </a:cubicBezTo>
                  <a:cubicBezTo>
                    <a:pt x="594" y="761"/>
                    <a:pt x="323" y="1032"/>
                    <a:pt x="168" y="1290"/>
                  </a:cubicBezTo>
                  <a:cubicBezTo>
                    <a:pt x="52" y="1458"/>
                    <a:pt x="1" y="1612"/>
                    <a:pt x="1" y="1780"/>
                  </a:cubicBezTo>
                  <a:cubicBezTo>
                    <a:pt x="1" y="1832"/>
                    <a:pt x="1" y="1883"/>
                    <a:pt x="52" y="1935"/>
                  </a:cubicBezTo>
                  <a:cubicBezTo>
                    <a:pt x="52" y="2102"/>
                    <a:pt x="117" y="2206"/>
                    <a:pt x="220" y="2322"/>
                  </a:cubicBezTo>
                  <a:cubicBezTo>
                    <a:pt x="323" y="2425"/>
                    <a:pt x="491" y="2528"/>
                    <a:pt x="645" y="2644"/>
                  </a:cubicBezTo>
                  <a:cubicBezTo>
                    <a:pt x="968" y="2799"/>
                    <a:pt x="1458" y="2902"/>
                    <a:pt x="1987" y="2902"/>
                  </a:cubicBezTo>
                  <a:cubicBezTo>
                    <a:pt x="2257" y="2902"/>
                    <a:pt x="2528" y="2902"/>
                    <a:pt x="2799" y="2850"/>
                  </a:cubicBezTo>
                  <a:cubicBezTo>
                    <a:pt x="3276" y="2747"/>
                    <a:pt x="3714" y="2580"/>
                    <a:pt x="4088" y="2373"/>
                  </a:cubicBezTo>
                  <a:cubicBezTo>
                    <a:pt x="4462" y="2154"/>
                    <a:pt x="4733" y="1883"/>
                    <a:pt x="4888" y="1612"/>
                  </a:cubicBezTo>
                  <a:cubicBezTo>
                    <a:pt x="5004" y="1458"/>
                    <a:pt x="5055" y="1290"/>
                    <a:pt x="5055" y="1135"/>
                  </a:cubicBezTo>
                  <a:lnTo>
                    <a:pt x="5055" y="968"/>
                  </a:lnTo>
                  <a:cubicBezTo>
                    <a:pt x="5004" y="865"/>
                    <a:pt x="4952" y="710"/>
                    <a:pt x="4836" y="594"/>
                  </a:cubicBezTo>
                  <a:cubicBezTo>
                    <a:pt x="4733" y="491"/>
                    <a:pt x="4565" y="387"/>
                    <a:pt x="4411" y="271"/>
                  </a:cubicBezTo>
                  <a:cubicBezTo>
                    <a:pt x="4088" y="117"/>
                    <a:pt x="3598" y="1"/>
                    <a:pt x="3070" y="1"/>
                  </a:cubicBez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083;p32">
              <a:extLst>
                <a:ext uri="{FF2B5EF4-FFF2-40B4-BE49-F238E27FC236}">
                  <a16:creationId xmlns:a16="http://schemas.microsoft.com/office/drawing/2014/main" id="{CF226D4C-EC88-3F3D-61DB-1AF8D154A1C3}"/>
                </a:ext>
              </a:extLst>
            </p:cNvPr>
            <p:cNvSpPr/>
            <p:nvPr/>
          </p:nvSpPr>
          <p:spPr>
            <a:xfrm>
              <a:off x="3825450" y="4430150"/>
              <a:ext cx="119625" cy="36450"/>
            </a:xfrm>
            <a:custGeom>
              <a:avLst/>
              <a:gdLst/>
              <a:ahLst/>
              <a:cxnLst/>
              <a:rect l="l" t="t" r="r" b="b"/>
              <a:pathLst>
                <a:path w="4785" h="1458" extrusionOk="0">
                  <a:moveTo>
                    <a:pt x="4785" y="0"/>
                  </a:moveTo>
                  <a:lnTo>
                    <a:pt x="4785" y="0"/>
                  </a:lnTo>
                  <a:cubicBezTo>
                    <a:pt x="4669" y="168"/>
                    <a:pt x="4514" y="323"/>
                    <a:pt x="4346" y="439"/>
                  </a:cubicBezTo>
                  <a:cubicBezTo>
                    <a:pt x="3921" y="813"/>
                    <a:pt x="3328" y="1083"/>
                    <a:pt x="2631" y="1187"/>
                  </a:cubicBezTo>
                  <a:cubicBezTo>
                    <a:pt x="2309" y="1238"/>
                    <a:pt x="2038" y="1290"/>
                    <a:pt x="1768" y="1290"/>
                  </a:cubicBezTo>
                  <a:cubicBezTo>
                    <a:pt x="1342" y="1290"/>
                    <a:pt x="968" y="1238"/>
                    <a:pt x="646" y="1135"/>
                  </a:cubicBezTo>
                  <a:cubicBezTo>
                    <a:pt x="375" y="1019"/>
                    <a:pt x="156" y="916"/>
                    <a:pt x="1" y="813"/>
                  </a:cubicBezTo>
                  <a:lnTo>
                    <a:pt x="1" y="813"/>
                  </a:lnTo>
                  <a:cubicBezTo>
                    <a:pt x="104" y="916"/>
                    <a:pt x="220" y="1019"/>
                    <a:pt x="375" y="1135"/>
                  </a:cubicBezTo>
                  <a:cubicBezTo>
                    <a:pt x="749" y="1341"/>
                    <a:pt x="1239" y="1457"/>
                    <a:pt x="1832" y="1457"/>
                  </a:cubicBezTo>
                  <a:cubicBezTo>
                    <a:pt x="2090" y="1457"/>
                    <a:pt x="2361" y="1457"/>
                    <a:pt x="2683" y="1406"/>
                  </a:cubicBezTo>
                  <a:cubicBezTo>
                    <a:pt x="3121" y="1290"/>
                    <a:pt x="3599" y="1135"/>
                    <a:pt x="3921" y="916"/>
                  </a:cubicBezTo>
                  <a:cubicBezTo>
                    <a:pt x="4295" y="697"/>
                    <a:pt x="4566" y="439"/>
                    <a:pt x="4733" y="116"/>
                  </a:cubicBezTo>
                  <a:cubicBezTo>
                    <a:pt x="4733" y="116"/>
                    <a:pt x="4785" y="52"/>
                    <a:pt x="4785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084;p32">
              <a:extLst>
                <a:ext uri="{FF2B5EF4-FFF2-40B4-BE49-F238E27FC236}">
                  <a16:creationId xmlns:a16="http://schemas.microsoft.com/office/drawing/2014/main" id="{CC819925-C4BC-978A-0CA9-73A6E0ADF9C9}"/>
                </a:ext>
              </a:extLst>
            </p:cNvPr>
            <p:cNvSpPr/>
            <p:nvPr/>
          </p:nvSpPr>
          <p:spPr>
            <a:xfrm>
              <a:off x="3840300" y="4392750"/>
              <a:ext cx="85775" cy="52250"/>
            </a:xfrm>
            <a:custGeom>
              <a:avLst/>
              <a:gdLst/>
              <a:ahLst/>
              <a:cxnLst/>
              <a:rect l="l" t="t" r="r" b="b"/>
              <a:pathLst>
                <a:path w="3431" h="2090" extrusionOk="0">
                  <a:moveTo>
                    <a:pt x="2455" y="152"/>
                  </a:moveTo>
                  <a:cubicBezTo>
                    <a:pt x="2458" y="152"/>
                    <a:pt x="2461" y="153"/>
                    <a:pt x="2463" y="155"/>
                  </a:cubicBezTo>
                  <a:cubicBezTo>
                    <a:pt x="2527" y="155"/>
                    <a:pt x="2360" y="697"/>
                    <a:pt x="2141" y="1225"/>
                  </a:cubicBezTo>
                  <a:cubicBezTo>
                    <a:pt x="1934" y="1715"/>
                    <a:pt x="1934" y="1715"/>
                    <a:pt x="1883" y="1715"/>
                  </a:cubicBezTo>
                  <a:cubicBezTo>
                    <a:pt x="1818" y="1715"/>
                    <a:pt x="1818" y="1664"/>
                    <a:pt x="1986" y="1174"/>
                  </a:cubicBezTo>
                  <a:cubicBezTo>
                    <a:pt x="2195" y="669"/>
                    <a:pt x="2393" y="152"/>
                    <a:pt x="2455" y="152"/>
                  </a:cubicBezTo>
                  <a:close/>
                  <a:moveTo>
                    <a:pt x="2141" y="0"/>
                  </a:moveTo>
                  <a:cubicBezTo>
                    <a:pt x="1934" y="0"/>
                    <a:pt x="1715" y="52"/>
                    <a:pt x="1496" y="104"/>
                  </a:cubicBezTo>
                  <a:cubicBezTo>
                    <a:pt x="1444" y="104"/>
                    <a:pt x="1341" y="104"/>
                    <a:pt x="1290" y="155"/>
                  </a:cubicBezTo>
                  <a:cubicBezTo>
                    <a:pt x="1290" y="258"/>
                    <a:pt x="1122" y="748"/>
                    <a:pt x="967" y="1174"/>
                  </a:cubicBezTo>
                  <a:cubicBezTo>
                    <a:pt x="800" y="1715"/>
                    <a:pt x="748" y="1715"/>
                    <a:pt x="696" y="1715"/>
                  </a:cubicBezTo>
                  <a:cubicBezTo>
                    <a:pt x="645" y="1664"/>
                    <a:pt x="645" y="1664"/>
                    <a:pt x="800" y="1122"/>
                  </a:cubicBezTo>
                  <a:cubicBezTo>
                    <a:pt x="967" y="697"/>
                    <a:pt x="1122" y="323"/>
                    <a:pt x="1238" y="155"/>
                  </a:cubicBezTo>
                  <a:lnTo>
                    <a:pt x="1238" y="155"/>
                  </a:lnTo>
                  <a:cubicBezTo>
                    <a:pt x="1019" y="207"/>
                    <a:pt x="800" y="323"/>
                    <a:pt x="645" y="426"/>
                  </a:cubicBezTo>
                  <a:cubicBezTo>
                    <a:pt x="374" y="581"/>
                    <a:pt x="206" y="748"/>
                    <a:pt x="103" y="968"/>
                  </a:cubicBezTo>
                  <a:cubicBezTo>
                    <a:pt x="0" y="1071"/>
                    <a:pt x="0" y="1174"/>
                    <a:pt x="0" y="1290"/>
                  </a:cubicBezTo>
                  <a:lnTo>
                    <a:pt x="0" y="1445"/>
                  </a:lnTo>
                  <a:cubicBezTo>
                    <a:pt x="0" y="1496"/>
                    <a:pt x="52" y="1612"/>
                    <a:pt x="103" y="1664"/>
                  </a:cubicBezTo>
                  <a:cubicBezTo>
                    <a:pt x="206" y="1767"/>
                    <a:pt x="271" y="1819"/>
                    <a:pt x="374" y="1870"/>
                  </a:cubicBezTo>
                  <a:cubicBezTo>
                    <a:pt x="645" y="2038"/>
                    <a:pt x="967" y="2089"/>
                    <a:pt x="1290" y="2089"/>
                  </a:cubicBezTo>
                  <a:cubicBezTo>
                    <a:pt x="1496" y="2089"/>
                    <a:pt x="1715" y="2089"/>
                    <a:pt x="1934" y="2038"/>
                  </a:cubicBezTo>
                  <a:cubicBezTo>
                    <a:pt x="2257" y="1935"/>
                    <a:pt x="2579" y="1819"/>
                    <a:pt x="2785" y="1664"/>
                  </a:cubicBezTo>
                  <a:cubicBezTo>
                    <a:pt x="3056" y="1496"/>
                    <a:pt x="3275" y="1342"/>
                    <a:pt x="3327" y="1122"/>
                  </a:cubicBezTo>
                  <a:cubicBezTo>
                    <a:pt x="3430" y="1019"/>
                    <a:pt x="3430" y="903"/>
                    <a:pt x="3430" y="800"/>
                  </a:cubicBezTo>
                  <a:lnTo>
                    <a:pt x="3430" y="697"/>
                  </a:lnTo>
                  <a:cubicBezTo>
                    <a:pt x="3430" y="581"/>
                    <a:pt x="3378" y="478"/>
                    <a:pt x="3327" y="426"/>
                  </a:cubicBezTo>
                  <a:cubicBezTo>
                    <a:pt x="3224" y="323"/>
                    <a:pt x="3172" y="258"/>
                    <a:pt x="3056" y="207"/>
                  </a:cubicBezTo>
                  <a:cubicBezTo>
                    <a:pt x="2785" y="104"/>
                    <a:pt x="2463" y="0"/>
                    <a:pt x="2141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085;p32">
              <a:extLst>
                <a:ext uri="{FF2B5EF4-FFF2-40B4-BE49-F238E27FC236}">
                  <a16:creationId xmlns:a16="http://schemas.microsoft.com/office/drawing/2014/main" id="{8985A6A7-6C11-7197-5D28-4C442EAF9E28}"/>
                </a:ext>
              </a:extLst>
            </p:cNvPr>
            <p:cNvSpPr/>
            <p:nvPr/>
          </p:nvSpPr>
          <p:spPr>
            <a:xfrm>
              <a:off x="3814825" y="4376625"/>
              <a:ext cx="139600" cy="96750"/>
            </a:xfrm>
            <a:custGeom>
              <a:avLst/>
              <a:gdLst/>
              <a:ahLst/>
              <a:cxnLst/>
              <a:rect l="l" t="t" r="r" b="b"/>
              <a:pathLst>
                <a:path w="5584" h="3870" extrusionOk="0">
                  <a:moveTo>
                    <a:pt x="3276" y="259"/>
                  </a:moveTo>
                  <a:cubicBezTo>
                    <a:pt x="3804" y="259"/>
                    <a:pt x="4294" y="375"/>
                    <a:pt x="4617" y="529"/>
                  </a:cubicBezTo>
                  <a:cubicBezTo>
                    <a:pt x="4771" y="645"/>
                    <a:pt x="4939" y="749"/>
                    <a:pt x="5042" y="852"/>
                  </a:cubicBezTo>
                  <a:cubicBezTo>
                    <a:pt x="5158" y="968"/>
                    <a:pt x="5210" y="1123"/>
                    <a:pt x="5261" y="1226"/>
                  </a:cubicBezTo>
                  <a:lnTo>
                    <a:pt x="5261" y="1393"/>
                  </a:lnTo>
                  <a:cubicBezTo>
                    <a:pt x="5261" y="1548"/>
                    <a:pt x="5210" y="1716"/>
                    <a:pt x="5094" y="1870"/>
                  </a:cubicBezTo>
                  <a:cubicBezTo>
                    <a:pt x="4939" y="2141"/>
                    <a:pt x="4668" y="2412"/>
                    <a:pt x="4294" y="2631"/>
                  </a:cubicBezTo>
                  <a:cubicBezTo>
                    <a:pt x="3920" y="2838"/>
                    <a:pt x="3482" y="3005"/>
                    <a:pt x="3005" y="3108"/>
                  </a:cubicBezTo>
                  <a:cubicBezTo>
                    <a:pt x="2734" y="3160"/>
                    <a:pt x="2463" y="3160"/>
                    <a:pt x="2193" y="3160"/>
                  </a:cubicBezTo>
                  <a:cubicBezTo>
                    <a:pt x="1664" y="3160"/>
                    <a:pt x="1174" y="3057"/>
                    <a:pt x="851" y="2902"/>
                  </a:cubicBezTo>
                  <a:cubicBezTo>
                    <a:pt x="697" y="2786"/>
                    <a:pt x="529" y="2683"/>
                    <a:pt x="426" y="2580"/>
                  </a:cubicBezTo>
                  <a:cubicBezTo>
                    <a:pt x="323" y="2464"/>
                    <a:pt x="258" y="2360"/>
                    <a:pt x="258" y="2193"/>
                  </a:cubicBezTo>
                  <a:cubicBezTo>
                    <a:pt x="207" y="2141"/>
                    <a:pt x="207" y="2090"/>
                    <a:pt x="207" y="2038"/>
                  </a:cubicBezTo>
                  <a:cubicBezTo>
                    <a:pt x="207" y="1870"/>
                    <a:pt x="258" y="1716"/>
                    <a:pt x="374" y="1548"/>
                  </a:cubicBezTo>
                  <a:cubicBezTo>
                    <a:pt x="529" y="1290"/>
                    <a:pt x="800" y="1019"/>
                    <a:pt x="1174" y="800"/>
                  </a:cubicBezTo>
                  <a:cubicBezTo>
                    <a:pt x="1548" y="581"/>
                    <a:pt x="1986" y="426"/>
                    <a:pt x="2463" y="375"/>
                  </a:cubicBezTo>
                  <a:cubicBezTo>
                    <a:pt x="2734" y="323"/>
                    <a:pt x="3056" y="259"/>
                    <a:pt x="3276" y="259"/>
                  </a:cubicBezTo>
                  <a:close/>
                  <a:moveTo>
                    <a:pt x="5210" y="2141"/>
                  </a:moveTo>
                  <a:cubicBezTo>
                    <a:pt x="5210" y="2193"/>
                    <a:pt x="5158" y="2257"/>
                    <a:pt x="5158" y="2257"/>
                  </a:cubicBezTo>
                  <a:cubicBezTo>
                    <a:pt x="4991" y="2580"/>
                    <a:pt x="4720" y="2838"/>
                    <a:pt x="4346" y="3057"/>
                  </a:cubicBezTo>
                  <a:cubicBezTo>
                    <a:pt x="4024" y="3276"/>
                    <a:pt x="3546" y="3431"/>
                    <a:pt x="3108" y="3547"/>
                  </a:cubicBezTo>
                  <a:cubicBezTo>
                    <a:pt x="2786" y="3598"/>
                    <a:pt x="2515" y="3598"/>
                    <a:pt x="2257" y="3598"/>
                  </a:cubicBezTo>
                  <a:cubicBezTo>
                    <a:pt x="1664" y="3598"/>
                    <a:pt x="1174" y="3482"/>
                    <a:pt x="800" y="3276"/>
                  </a:cubicBezTo>
                  <a:cubicBezTo>
                    <a:pt x="645" y="3160"/>
                    <a:pt x="529" y="3057"/>
                    <a:pt x="426" y="2954"/>
                  </a:cubicBezTo>
                  <a:lnTo>
                    <a:pt x="426" y="2954"/>
                  </a:lnTo>
                  <a:cubicBezTo>
                    <a:pt x="581" y="3057"/>
                    <a:pt x="800" y="3160"/>
                    <a:pt x="1071" y="3276"/>
                  </a:cubicBezTo>
                  <a:cubicBezTo>
                    <a:pt x="1393" y="3379"/>
                    <a:pt x="1767" y="3431"/>
                    <a:pt x="2193" y="3431"/>
                  </a:cubicBezTo>
                  <a:cubicBezTo>
                    <a:pt x="2463" y="3431"/>
                    <a:pt x="2734" y="3379"/>
                    <a:pt x="3056" y="3328"/>
                  </a:cubicBezTo>
                  <a:cubicBezTo>
                    <a:pt x="3753" y="3224"/>
                    <a:pt x="4346" y="2954"/>
                    <a:pt x="4771" y="2580"/>
                  </a:cubicBezTo>
                  <a:cubicBezTo>
                    <a:pt x="4939" y="2464"/>
                    <a:pt x="5094" y="2309"/>
                    <a:pt x="5210" y="2141"/>
                  </a:cubicBezTo>
                  <a:close/>
                  <a:moveTo>
                    <a:pt x="3276" y="1"/>
                  </a:moveTo>
                  <a:cubicBezTo>
                    <a:pt x="3005" y="1"/>
                    <a:pt x="2734" y="52"/>
                    <a:pt x="2412" y="104"/>
                  </a:cubicBezTo>
                  <a:cubicBezTo>
                    <a:pt x="1935" y="207"/>
                    <a:pt x="1496" y="375"/>
                    <a:pt x="1122" y="581"/>
                  </a:cubicBezTo>
                  <a:cubicBezTo>
                    <a:pt x="968" y="645"/>
                    <a:pt x="800" y="749"/>
                    <a:pt x="697" y="852"/>
                  </a:cubicBezTo>
                  <a:cubicBezTo>
                    <a:pt x="478" y="1019"/>
                    <a:pt x="323" y="1226"/>
                    <a:pt x="155" y="1393"/>
                  </a:cubicBezTo>
                  <a:cubicBezTo>
                    <a:pt x="52" y="1613"/>
                    <a:pt x="0" y="1819"/>
                    <a:pt x="0" y="2038"/>
                  </a:cubicBezTo>
                  <a:lnTo>
                    <a:pt x="0" y="2257"/>
                  </a:lnTo>
                  <a:cubicBezTo>
                    <a:pt x="0" y="2515"/>
                    <a:pt x="52" y="2786"/>
                    <a:pt x="207" y="3005"/>
                  </a:cubicBezTo>
                  <a:cubicBezTo>
                    <a:pt x="374" y="3276"/>
                    <a:pt x="645" y="3547"/>
                    <a:pt x="1019" y="3650"/>
                  </a:cubicBezTo>
                  <a:cubicBezTo>
                    <a:pt x="1393" y="3805"/>
                    <a:pt x="1767" y="3869"/>
                    <a:pt x="2257" y="3869"/>
                  </a:cubicBezTo>
                  <a:cubicBezTo>
                    <a:pt x="2515" y="3869"/>
                    <a:pt x="2837" y="3805"/>
                    <a:pt x="3108" y="3753"/>
                  </a:cubicBezTo>
                  <a:cubicBezTo>
                    <a:pt x="3804" y="3650"/>
                    <a:pt x="4397" y="3379"/>
                    <a:pt x="4836" y="3005"/>
                  </a:cubicBezTo>
                  <a:cubicBezTo>
                    <a:pt x="5042" y="2838"/>
                    <a:pt x="5261" y="2631"/>
                    <a:pt x="5365" y="2412"/>
                  </a:cubicBezTo>
                  <a:cubicBezTo>
                    <a:pt x="5481" y="2141"/>
                    <a:pt x="5584" y="1935"/>
                    <a:pt x="5584" y="1664"/>
                  </a:cubicBezTo>
                  <a:cubicBezTo>
                    <a:pt x="5584" y="1548"/>
                    <a:pt x="5584" y="1393"/>
                    <a:pt x="5532" y="1290"/>
                  </a:cubicBezTo>
                  <a:cubicBezTo>
                    <a:pt x="5481" y="1123"/>
                    <a:pt x="5416" y="1019"/>
                    <a:pt x="5365" y="852"/>
                  </a:cubicBezTo>
                  <a:cubicBezTo>
                    <a:pt x="5313" y="800"/>
                    <a:pt x="5261" y="749"/>
                    <a:pt x="5210" y="697"/>
                  </a:cubicBezTo>
                  <a:cubicBezTo>
                    <a:pt x="5042" y="478"/>
                    <a:pt x="4771" y="323"/>
                    <a:pt x="4449" y="207"/>
                  </a:cubicBezTo>
                  <a:cubicBezTo>
                    <a:pt x="4346" y="156"/>
                    <a:pt x="4243" y="104"/>
                    <a:pt x="4075" y="104"/>
                  </a:cubicBezTo>
                  <a:lnTo>
                    <a:pt x="4024" y="104"/>
                  </a:lnTo>
                  <a:cubicBezTo>
                    <a:pt x="3972" y="52"/>
                    <a:pt x="3920" y="52"/>
                    <a:pt x="3869" y="52"/>
                  </a:cubicBezTo>
                  <a:lnTo>
                    <a:pt x="3598" y="52"/>
                  </a:lnTo>
                  <a:cubicBezTo>
                    <a:pt x="3482" y="52"/>
                    <a:pt x="3379" y="1"/>
                    <a:pt x="327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086;p32">
              <a:extLst>
                <a:ext uri="{FF2B5EF4-FFF2-40B4-BE49-F238E27FC236}">
                  <a16:creationId xmlns:a16="http://schemas.microsoft.com/office/drawing/2014/main" id="{8C220254-4DC6-B6B9-29DE-B513833CFE5A}"/>
                </a:ext>
              </a:extLst>
            </p:cNvPr>
            <p:cNvSpPr/>
            <p:nvPr/>
          </p:nvSpPr>
          <p:spPr>
            <a:xfrm>
              <a:off x="3833525" y="4387275"/>
              <a:ext cx="99300" cy="64500"/>
            </a:xfrm>
            <a:custGeom>
              <a:avLst/>
              <a:gdLst/>
              <a:ahLst/>
              <a:cxnLst/>
              <a:rect l="l" t="t" r="r" b="b"/>
              <a:pathLst>
                <a:path w="3972" h="2580" extrusionOk="0">
                  <a:moveTo>
                    <a:pt x="2412" y="219"/>
                  </a:moveTo>
                  <a:cubicBezTo>
                    <a:pt x="2734" y="219"/>
                    <a:pt x="3056" y="323"/>
                    <a:pt x="3327" y="426"/>
                  </a:cubicBezTo>
                  <a:cubicBezTo>
                    <a:pt x="3443" y="477"/>
                    <a:pt x="3495" y="542"/>
                    <a:pt x="3598" y="645"/>
                  </a:cubicBezTo>
                  <a:cubicBezTo>
                    <a:pt x="3649" y="697"/>
                    <a:pt x="3701" y="800"/>
                    <a:pt x="3701" y="916"/>
                  </a:cubicBezTo>
                  <a:lnTo>
                    <a:pt x="3701" y="1019"/>
                  </a:lnTo>
                  <a:cubicBezTo>
                    <a:pt x="3701" y="1122"/>
                    <a:pt x="3701" y="1238"/>
                    <a:pt x="3598" y="1341"/>
                  </a:cubicBezTo>
                  <a:cubicBezTo>
                    <a:pt x="3546" y="1561"/>
                    <a:pt x="3327" y="1715"/>
                    <a:pt x="3056" y="1883"/>
                  </a:cubicBezTo>
                  <a:cubicBezTo>
                    <a:pt x="2850" y="2038"/>
                    <a:pt x="2528" y="2154"/>
                    <a:pt x="2205" y="2257"/>
                  </a:cubicBezTo>
                  <a:cubicBezTo>
                    <a:pt x="1986" y="2308"/>
                    <a:pt x="1767" y="2308"/>
                    <a:pt x="1561" y="2308"/>
                  </a:cubicBezTo>
                  <a:cubicBezTo>
                    <a:pt x="1238" y="2308"/>
                    <a:pt x="916" y="2257"/>
                    <a:pt x="645" y="2089"/>
                  </a:cubicBezTo>
                  <a:cubicBezTo>
                    <a:pt x="542" y="2038"/>
                    <a:pt x="477" y="1986"/>
                    <a:pt x="374" y="1883"/>
                  </a:cubicBezTo>
                  <a:cubicBezTo>
                    <a:pt x="323" y="1831"/>
                    <a:pt x="271" y="1715"/>
                    <a:pt x="271" y="1664"/>
                  </a:cubicBezTo>
                  <a:lnTo>
                    <a:pt x="271" y="1509"/>
                  </a:lnTo>
                  <a:cubicBezTo>
                    <a:pt x="271" y="1393"/>
                    <a:pt x="271" y="1290"/>
                    <a:pt x="374" y="1187"/>
                  </a:cubicBezTo>
                  <a:cubicBezTo>
                    <a:pt x="477" y="967"/>
                    <a:pt x="645" y="800"/>
                    <a:pt x="916" y="645"/>
                  </a:cubicBezTo>
                  <a:cubicBezTo>
                    <a:pt x="1122" y="477"/>
                    <a:pt x="1445" y="374"/>
                    <a:pt x="1767" y="323"/>
                  </a:cubicBezTo>
                  <a:cubicBezTo>
                    <a:pt x="1986" y="271"/>
                    <a:pt x="2205" y="219"/>
                    <a:pt x="2412" y="219"/>
                  </a:cubicBezTo>
                  <a:close/>
                  <a:moveTo>
                    <a:pt x="2412" y="0"/>
                  </a:moveTo>
                  <a:cubicBezTo>
                    <a:pt x="2205" y="0"/>
                    <a:pt x="1935" y="0"/>
                    <a:pt x="1715" y="52"/>
                  </a:cubicBezTo>
                  <a:cubicBezTo>
                    <a:pt x="1238" y="155"/>
                    <a:pt x="800" y="374"/>
                    <a:pt x="477" y="645"/>
                  </a:cubicBezTo>
                  <a:cubicBezTo>
                    <a:pt x="374" y="748"/>
                    <a:pt x="220" y="916"/>
                    <a:pt x="155" y="1071"/>
                  </a:cubicBezTo>
                  <a:cubicBezTo>
                    <a:pt x="52" y="1187"/>
                    <a:pt x="0" y="1341"/>
                    <a:pt x="0" y="1509"/>
                  </a:cubicBezTo>
                  <a:lnTo>
                    <a:pt x="0" y="1715"/>
                  </a:lnTo>
                  <a:cubicBezTo>
                    <a:pt x="52" y="1831"/>
                    <a:pt x="103" y="1986"/>
                    <a:pt x="220" y="2089"/>
                  </a:cubicBezTo>
                  <a:cubicBezTo>
                    <a:pt x="323" y="2205"/>
                    <a:pt x="542" y="2360"/>
                    <a:pt x="748" y="2412"/>
                  </a:cubicBezTo>
                  <a:cubicBezTo>
                    <a:pt x="1019" y="2528"/>
                    <a:pt x="1290" y="2579"/>
                    <a:pt x="1561" y="2579"/>
                  </a:cubicBezTo>
                  <a:cubicBezTo>
                    <a:pt x="1767" y="2579"/>
                    <a:pt x="2038" y="2528"/>
                    <a:pt x="2257" y="2476"/>
                  </a:cubicBezTo>
                  <a:cubicBezTo>
                    <a:pt x="2734" y="2360"/>
                    <a:pt x="3172" y="2154"/>
                    <a:pt x="3495" y="1934"/>
                  </a:cubicBezTo>
                  <a:cubicBezTo>
                    <a:pt x="3598" y="1767"/>
                    <a:pt x="3766" y="1664"/>
                    <a:pt x="3817" y="1509"/>
                  </a:cubicBezTo>
                  <a:cubicBezTo>
                    <a:pt x="3920" y="1341"/>
                    <a:pt x="3972" y="1187"/>
                    <a:pt x="3972" y="1019"/>
                  </a:cubicBezTo>
                  <a:lnTo>
                    <a:pt x="3972" y="864"/>
                  </a:lnTo>
                  <a:cubicBezTo>
                    <a:pt x="3920" y="697"/>
                    <a:pt x="3869" y="593"/>
                    <a:pt x="3766" y="477"/>
                  </a:cubicBezTo>
                  <a:cubicBezTo>
                    <a:pt x="3649" y="323"/>
                    <a:pt x="3443" y="219"/>
                    <a:pt x="3224" y="103"/>
                  </a:cubicBezTo>
                  <a:cubicBezTo>
                    <a:pt x="2953" y="52"/>
                    <a:pt x="2682" y="0"/>
                    <a:pt x="241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087;p32">
              <a:extLst>
                <a:ext uri="{FF2B5EF4-FFF2-40B4-BE49-F238E27FC236}">
                  <a16:creationId xmlns:a16="http://schemas.microsoft.com/office/drawing/2014/main" id="{C6D63D8B-962F-527A-9E4F-4FB5FEA2A9EC}"/>
                </a:ext>
              </a:extLst>
            </p:cNvPr>
            <p:cNvSpPr/>
            <p:nvPr/>
          </p:nvSpPr>
          <p:spPr>
            <a:xfrm>
              <a:off x="3885750" y="4396525"/>
              <a:ext cx="17750" cy="39125"/>
            </a:xfrm>
            <a:custGeom>
              <a:avLst/>
              <a:gdLst/>
              <a:ahLst/>
              <a:cxnLst/>
              <a:rect l="l" t="t" r="r" b="b"/>
              <a:pathLst>
                <a:path w="710" h="1565" extrusionOk="0">
                  <a:moveTo>
                    <a:pt x="637" y="1"/>
                  </a:moveTo>
                  <a:cubicBezTo>
                    <a:pt x="575" y="1"/>
                    <a:pt x="377" y="518"/>
                    <a:pt x="168" y="1023"/>
                  </a:cubicBezTo>
                  <a:cubicBezTo>
                    <a:pt x="0" y="1513"/>
                    <a:pt x="0" y="1564"/>
                    <a:pt x="65" y="1564"/>
                  </a:cubicBezTo>
                  <a:cubicBezTo>
                    <a:pt x="116" y="1564"/>
                    <a:pt x="116" y="1564"/>
                    <a:pt x="323" y="1074"/>
                  </a:cubicBezTo>
                  <a:cubicBezTo>
                    <a:pt x="542" y="546"/>
                    <a:pt x="709" y="4"/>
                    <a:pt x="645" y="4"/>
                  </a:cubicBezTo>
                  <a:cubicBezTo>
                    <a:pt x="643" y="2"/>
                    <a:pt x="640" y="1"/>
                    <a:pt x="637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088;p32">
              <a:extLst>
                <a:ext uri="{FF2B5EF4-FFF2-40B4-BE49-F238E27FC236}">
                  <a16:creationId xmlns:a16="http://schemas.microsoft.com/office/drawing/2014/main" id="{709BE66C-58F7-2B10-ADAC-CB4BC70BFD47}"/>
                </a:ext>
              </a:extLst>
            </p:cNvPr>
            <p:cNvSpPr/>
            <p:nvPr/>
          </p:nvSpPr>
          <p:spPr>
            <a:xfrm>
              <a:off x="3856400" y="4395325"/>
              <a:ext cx="17450" cy="40325"/>
            </a:xfrm>
            <a:custGeom>
              <a:avLst/>
              <a:gdLst/>
              <a:ahLst/>
              <a:cxnLst/>
              <a:rect l="l" t="t" r="r" b="b"/>
              <a:pathLst>
                <a:path w="698" h="1613" extrusionOk="0">
                  <a:moveTo>
                    <a:pt x="646" y="1"/>
                  </a:moveTo>
                  <a:cubicBezTo>
                    <a:pt x="594" y="1"/>
                    <a:pt x="375" y="542"/>
                    <a:pt x="156" y="1019"/>
                  </a:cubicBezTo>
                  <a:cubicBezTo>
                    <a:pt x="1" y="1561"/>
                    <a:pt x="1" y="1561"/>
                    <a:pt x="52" y="1612"/>
                  </a:cubicBezTo>
                  <a:cubicBezTo>
                    <a:pt x="104" y="1612"/>
                    <a:pt x="156" y="1612"/>
                    <a:pt x="323" y="1071"/>
                  </a:cubicBezTo>
                  <a:cubicBezTo>
                    <a:pt x="530" y="594"/>
                    <a:pt x="697" y="1"/>
                    <a:pt x="646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089;p32">
              <a:extLst>
                <a:ext uri="{FF2B5EF4-FFF2-40B4-BE49-F238E27FC236}">
                  <a16:creationId xmlns:a16="http://schemas.microsoft.com/office/drawing/2014/main" id="{B481D7A4-702F-7A54-7ADC-4E0F9DFC980E}"/>
                </a:ext>
              </a:extLst>
            </p:cNvPr>
            <p:cNvSpPr/>
            <p:nvPr/>
          </p:nvSpPr>
          <p:spPr>
            <a:xfrm>
              <a:off x="3630750" y="4534925"/>
              <a:ext cx="115425" cy="79325"/>
            </a:xfrm>
            <a:custGeom>
              <a:avLst/>
              <a:gdLst/>
              <a:ahLst/>
              <a:cxnLst/>
              <a:rect l="l" t="t" r="r" b="b"/>
              <a:pathLst>
                <a:path w="4617" h="3173" extrusionOk="0">
                  <a:moveTo>
                    <a:pt x="3747" y="217"/>
                  </a:moveTo>
                  <a:cubicBezTo>
                    <a:pt x="3749" y="217"/>
                    <a:pt x="3751" y="218"/>
                    <a:pt x="3753" y="219"/>
                  </a:cubicBezTo>
                  <a:cubicBezTo>
                    <a:pt x="3817" y="219"/>
                    <a:pt x="3327" y="1019"/>
                    <a:pt x="2902" y="1831"/>
                  </a:cubicBezTo>
                  <a:cubicBezTo>
                    <a:pt x="2463" y="2579"/>
                    <a:pt x="2412" y="2579"/>
                    <a:pt x="2360" y="2579"/>
                  </a:cubicBezTo>
                  <a:cubicBezTo>
                    <a:pt x="2309" y="2527"/>
                    <a:pt x="2309" y="2527"/>
                    <a:pt x="2734" y="1728"/>
                  </a:cubicBezTo>
                  <a:cubicBezTo>
                    <a:pt x="3209" y="991"/>
                    <a:pt x="3672" y="217"/>
                    <a:pt x="3747" y="217"/>
                  </a:cubicBezTo>
                  <a:close/>
                  <a:moveTo>
                    <a:pt x="2136" y="217"/>
                  </a:moveTo>
                  <a:cubicBezTo>
                    <a:pt x="2138" y="217"/>
                    <a:pt x="2140" y="218"/>
                    <a:pt x="2141" y="219"/>
                  </a:cubicBezTo>
                  <a:cubicBezTo>
                    <a:pt x="2206" y="219"/>
                    <a:pt x="1716" y="1083"/>
                    <a:pt x="1290" y="1934"/>
                  </a:cubicBezTo>
                  <a:cubicBezTo>
                    <a:pt x="800" y="2798"/>
                    <a:pt x="749" y="2798"/>
                    <a:pt x="697" y="2798"/>
                  </a:cubicBezTo>
                  <a:cubicBezTo>
                    <a:pt x="697" y="2747"/>
                    <a:pt x="645" y="2695"/>
                    <a:pt x="1122" y="1883"/>
                  </a:cubicBezTo>
                  <a:cubicBezTo>
                    <a:pt x="1598" y="1044"/>
                    <a:pt x="2062" y="217"/>
                    <a:pt x="2136" y="217"/>
                  </a:cubicBezTo>
                  <a:close/>
                  <a:moveTo>
                    <a:pt x="3224" y="0"/>
                  </a:moveTo>
                  <a:cubicBezTo>
                    <a:pt x="2786" y="0"/>
                    <a:pt x="2257" y="116"/>
                    <a:pt x="1767" y="322"/>
                  </a:cubicBezTo>
                  <a:cubicBezTo>
                    <a:pt x="1238" y="542"/>
                    <a:pt x="800" y="864"/>
                    <a:pt x="478" y="1186"/>
                  </a:cubicBezTo>
                  <a:cubicBezTo>
                    <a:pt x="155" y="1560"/>
                    <a:pt x="1" y="1883"/>
                    <a:pt x="1" y="2205"/>
                  </a:cubicBezTo>
                  <a:cubicBezTo>
                    <a:pt x="1" y="2308"/>
                    <a:pt x="1" y="2424"/>
                    <a:pt x="52" y="2527"/>
                  </a:cubicBezTo>
                  <a:cubicBezTo>
                    <a:pt x="155" y="2747"/>
                    <a:pt x="323" y="2901"/>
                    <a:pt x="529" y="3017"/>
                  </a:cubicBezTo>
                  <a:cubicBezTo>
                    <a:pt x="800" y="3121"/>
                    <a:pt x="1071" y="3172"/>
                    <a:pt x="1393" y="3172"/>
                  </a:cubicBezTo>
                  <a:cubicBezTo>
                    <a:pt x="1883" y="3172"/>
                    <a:pt x="2360" y="3069"/>
                    <a:pt x="2850" y="2850"/>
                  </a:cubicBezTo>
                  <a:cubicBezTo>
                    <a:pt x="3379" y="2631"/>
                    <a:pt x="3817" y="2308"/>
                    <a:pt x="4140" y="1986"/>
                  </a:cubicBezTo>
                  <a:cubicBezTo>
                    <a:pt x="4462" y="1612"/>
                    <a:pt x="4617" y="1289"/>
                    <a:pt x="4617" y="967"/>
                  </a:cubicBezTo>
                  <a:cubicBezTo>
                    <a:pt x="4617" y="864"/>
                    <a:pt x="4617" y="761"/>
                    <a:pt x="4565" y="645"/>
                  </a:cubicBezTo>
                  <a:cubicBezTo>
                    <a:pt x="4462" y="438"/>
                    <a:pt x="4295" y="271"/>
                    <a:pt x="4075" y="168"/>
                  </a:cubicBezTo>
                  <a:cubicBezTo>
                    <a:pt x="3869" y="52"/>
                    <a:pt x="3547" y="0"/>
                    <a:pt x="322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90;p32">
              <a:extLst>
                <a:ext uri="{FF2B5EF4-FFF2-40B4-BE49-F238E27FC236}">
                  <a16:creationId xmlns:a16="http://schemas.microsoft.com/office/drawing/2014/main" id="{5A4CAC61-81C6-A789-4990-A20635C24B84}"/>
                </a:ext>
              </a:extLst>
            </p:cNvPr>
            <p:cNvSpPr/>
            <p:nvPr/>
          </p:nvSpPr>
          <p:spPr>
            <a:xfrm>
              <a:off x="3606575" y="4520075"/>
              <a:ext cx="165075" cy="110275"/>
            </a:xfrm>
            <a:custGeom>
              <a:avLst/>
              <a:gdLst/>
              <a:ahLst/>
              <a:cxnLst/>
              <a:rect l="l" t="t" r="r" b="b"/>
              <a:pathLst>
                <a:path w="6603" h="4411" extrusionOk="0">
                  <a:moveTo>
                    <a:pt x="4191" y="323"/>
                  </a:moveTo>
                  <a:cubicBezTo>
                    <a:pt x="4565" y="323"/>
                    <a:pt x="4888" y="439"/>
                    <a:pt x="5158" y="542"/>
                  </a:cubicBezTo>
                  <a:cubicBezTo>
                    <a:pt x="5429" y="646"/>
                    <a:pt x="5635" y="865"/>
                    <a:pt x="5752" y="1136"/>
                  </a:cubicBezTo>
                  <a:cubicBezTo>
                    <a:pt x="5803" y="1290"/>
                    <a:pt x="5855" y="1406"/>
                    <a:pt x="5855" y="1561"/>
                  </a:cubicBezTo>
                  <a:cubicBezTo>
                    <a:pt x="5855" y="1935"/>
                    <a:pt x="5635" y="2373"/>
                    <a:pt x="5313" y="2747"/>
                  </a:cubicBezTo>
                  <a:cubicBezTo>
                    <a:pt x="4939" y="3121"/>
                    <a:pt x="4462" y="3444"/>
                    <a:pt x="3920" y="3663"/>
                  </a:cubicBezTo>
                  <a:cubicBezTo>
                    <a:pt x="3379" y="3869"/>
                    <a:pt x="2850" y="3985"/>
                    <a:pt x="2360" y="3985"/>
                  </a:cubicBezTo>
                  <a:cubicBezTo>
                    <a:pt x="2038" y="3985"/>
                    <a:pt x="1664" y="3934"/>
                    <a:pt x="1393" y="3818"/>
                  </a:cubicBezTo>
                  <a:cubicBezTo>
                    <a:pt x="1122" y="3663"/>
                    <a:pt x="916" y="3495"/>
                    <a:pt x="800" y="3225"/>
                  </a:cubicBezTo>
                  <a:cubicBezTo>
                    <a:pt x="748" y="3070"/>
                    <a:pt x="748" y="2967"/>
                    <a:pt x="748" y="2799"/>
                  </a:cubicBezTo>
                  <a:cubicBezTo>
                    <a:pt x="748" y="2425"/>
                    <a:pt x="916" y="2000"/>
                    <a:pt x="1290" y="1613"/>
                  </a:cubicBezTo>
                  <a:cubicBezTo>
                    <a:pt x="1612" y="1239"/>
                    <a:pt x="2089" y="916"/>
                    <a:pt x="2631" y="646"/>
                  </a:cubicBezTo>
                  <a:cubicBezTo>
                    <a:pt x="3173" y="439"/>
                    <a:pt x="3701" y="323"/>
                    <a:pt x="4191" y="323"/>
                  </a:cubicBezTo>
                  <a:close/>
                  <a:moveTo>
                    <a:pt x="4565" y="1"/>
                  </a:moveTo>
                  <a:cubicBezTo>
                    <a:pt x="3972" y="1"/>
                    <a:pt x="3276" y="117"/>
                    <a:pt x="2579" y="388"/>
                  </a:cubicBezTo>
                  <a:cubicBezTo>
                    <a:pt x="1819" y="710"/>
                    <a:pt x="1122" y="1136"/>
                    <a:pt x="697" y="1613"/>
                  </a:cubicBezTo>
                  <a:cubicBezTo>
                    <a:pt x="207" y="2103"/>
                    <a:pt x="1" y="2644"/>
                    <a:pt x="1" y="3070"/>
                  </a:cubicBezTo>
                  <a:cubicBezTo>
                    <a:pt x="1" y="3225"/>
                    <a:pt x="1" y="3341"/>
                    <a:pt x="52" y="3495"/>
                  </a:cubicBezTo>
                  <a:cubicBezTo>
                    <a:pt x="155" y="3766"/>
                    <a:pt x="426" y="3985"/>
                    <a:pt x="748" y="4140"/>
                  </a:cubicBezTo>
                  <a:cubicBezTo>
                    <a:pt x="1071" y="4308"/>
                    <a:pt x="1496" y="4411"/>
                    <a:pt x="2038" y="4411"/>
                  </a:cubicBezTo>
                  <a:cubicBezTo>
                    <a:pt x="2631" y="4411"/>
                    <a:pt x="3327" y="4308"/>
                    <a:pt x="3972" y="4037"/>
                  </a:cubicBezTo>
                  <a:cubicBezTo>
                    <a:pt x="4784" y="3715"/>
                    <a:pt x="5429" y="3289"/>
                    <a:pt x="5906" y="2799"/>
                  </a:cubicBezTo>
                  <a:cubicBezTo>
                    <a:pt x="6332" y="2322"/>
                    <a:pt x="6603" y="1780"/>
                    <a:pt x="6603" y="1355"/>
                  </a:cubicBezTo>
                  <a:cubicBezTo>
                    <a:pt x="6603" y="1187"/>
                    <a:pt x="6603" y="1084"/>
                    <a:pt x="6551" y="916"/>
                  </a:cubicBezTo>
                  <a:cubicBezTo>
                    <a:pt x="6448" y="646"/>
                    <a:pt x="6177" y="439"/>
                    <a:pt x="5855" y="272"/>
                  </a:cubicBezTo>
                  <a:cubicBezTo>
                    <a:pt x="5481" y="117"/>
                    <a:pt x="5042" y="1"/>
                    <a:pt x="45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91;p32">
              <a:extLst>
                <a:ext uri="{FF2B5EF4-FFF2-40B4-BE49-F238E27FC236}">
                  <a16:creationId xmlns:a16="http://schemas.microsoft.com/office/drawing/2014/main" id="{D5C5172B-8AA1-81FC-4C9A-21781EAE21BF}"/>
                </a:ext>
              </a:extLst>
            </p:cNvPr>
            <p:cNvSpPr/>
            <p:nvPr/>
          </p:nvSpPr>
          <p:spPr>
            <a:xfrm>
              <a:off x="3614625" y="4565850"/>
              <a:ext cx="161225" cy="79325"/>
            </a:xfrm>
            <a:custGeom>
              <a:avLst/>
              <a:gdLst/>
              <a:ahLst/>
              <a:cxnLst/>
              <a:rect l="l" t="t" r="r" b="b"/>
              <a:pathLst>
                <a:path w="6449" h="3173" extrusionOk="0">
                  <a:moveTo>
                    <a:pt x="6448" y="1"/>
                  </a:moveTo>
                  <a:cubicBezTo>
                    <a:pt x="6332" y="375"/>
                    <a:pt x="6126" y="749"/>
                    <a:pt x="5752" y="1136"/>
                  </a:cubicBezTo>
                  <a:cubicBezTo>
                    <a:pt x="5262" y="1664"/>
                    <a:pt x="4566" y="2103"/>
                    <a:pt x="3753" y="2425"/>
                  </a:cubicBezTo>
                  <a:cubicBezTo>
                    <a:pt x="3057" y="2683"/>
                    <a:pt x="2361" y="2851"/>
                    <a:pt x="1716" y="2851"/>
                  </a:cubicBezTo>
                  <a:cubicBezTo>
                    <a:pt x="1174" y="2851"/>
                    <a:pt x="697" y="2747"/>
                    <a:pt x="323" y="2580"/>
                  </a:cubicBezTo>
                  <a:cubicBezTo>
                    <a:pt x="207" y="2528"/>
                    <a:pt x="104" y="2425"/>
                    <a:pt x="1" y="2361"/>
                  </a:cubicBezTo>
                  <a:lnTo>
                    <a:pt x="1" y="2361"/>
                  </a:lnTo>
                  <a:cubicBezTo>
                    <a:pt x="104" y="2528"/>
                    <a:pt x="272" y="2683"/>
                    <a:pt x="478" y="2799"/>
                  </a:cubicBezTo>
                  <a:cubicBezTo>
                    <a:pt x="852" y="3070"/>
                    <a:pt x="1342" y="3173"/>
                    <a:pt x="1883" y="3173"/>
                  </a:cubicBezTo>
                  <a:cubicBezTo>
                    <a:pt x="2528" y="3173"/>
                    <a:pt x="3225" y="3005"/>
                    <a:pt x="3921" y="2747"/>
                  </a:cubicBezTo>
                  <a:cubicBezTo>
                    <a:pt x="4617" y="2477"/>
                    <a:pt x="5262" y="2038"/>
                    <a:pt x="5752" y="1561"/>
                  </a:cubicBezTo>
                  <a:cubicBezTo>
                    <a:pt x="6177" y="1071"/>
                    <a:pt x="6448" y="542"/>
                    <a:pt x="644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92;p32">
              <a:extLst>
                <a:ext uri="{FF2B5EF4-FFF2-40B4-BE49-F238E27FC236}">
                  <a16:creationId xmlns:a16="http://schemas.microsoft.com/office/drawing/2014/main" id="{DBFAD97A-BDCE-4B33-3627-05B433913CDC}"/>
                </a:ext>
              </a:extLst>
            </p:cNvPr>
            <p:cNvSpPr/>
            <p:nvPr/>
          </p:nvSpPr>
          <p:spPr>
            <a:xfrm>
              <a:off x="3959875" y="4529750"/>
              <a:ext cx="148975" cy="91250"/>
            </a:xfrm>
            <a:custGeom>
              <a:avLst/>
              <a:gdLst/>
              <a:ahLst/>
              <a:cxnLst/>
              <a:rect l="l" t="t" r="r" b="b"/>
              <a:pathLst>
                <a:path w="5959" h="3650" extrusionOk="0">
                  <a:moveTo>
                    <a:pt x="2309" y="259"/>
                  </a:moveTo>
                  <a:cubicBezTo>
                    <a:pt x="2683" y="259"/>
                    <a:pt x="3057" y="323"/>
                    <a:pt x="3379" y="426"/>
                  </a:cubicBezTo>
                  <a:cubicBezTo>
                    <a:pt x="3805" y="529"/>
                    <a:pt x="4192" y="697"/>
                    <a:pt x="4514" y="903"/>
                  </a:cubicBezTo>
                  <a:cubicBezTo>
                    <a:pt x="4772" y="1123"/>
                    <a:pt x="5043" y="1393"/>
                    <a:pt x="5159" y="1664"/>
                  </a:cubicBezTo>
                  <a:cubicBezTo>
                    <a:pt x="5262" y="1819"/>
                    <a:pt x="5314" y="1986"/>
                    <a:pt x="5314" y="2193"/>
                  </a:cubicBezTo>
                  <a:cubicBezTo>
                    <a:pt x="5314" y="2309"/>
                    <a:pt x="5314" y="2360"/>
                    <a:pt x="5262" y="2464"/>
                  </a:cubicBezTo>
                  <a:cubicBezTo>
                    <a:pt x="5210" y="2734"/>
                    <a:pt x="4991" y="2954"/>
                    <a:pt x="4669" y="3108"/>
                  </a:cubicBezTo>
                  <a:cubicBezTo>
                    <a:pt x="4398" y="3224"/>
                    <a:pt x="4024" y="3328"/>
                    <a:pt x="3650" y="3328"/>
                  </a:cubicBezTo>
                  <a:cubicBezTo>
                    <a:pt x="3276" y="3328"/>
                    <a:pt x="2954" y="3276"/>
                    <a:pt x="2580" y="3160"/>
                  </a:cubicBezTo>
                  <a:cubicBezTo>
                    <a:pt x="2141" y="3005"/>
                    <a:pt x="1768" y="2838"/>
                    <a:pt x="1445" y="2631"/>
                  </a:cubicBezTo>
                  <a:cubicBezTo>
                    <a:pt x="1174" y="2412"/>
                    <a:pt x="904" y="2141"/>
                    <a:pt x="800" y="1935"/>
                  </a:cubicBezTo>
                  <a:cubicBezTo>
                    <a:pt x="697" y="1716"/>
                    <a:pt x="646" y="1548"/>
                    <a:pt x="646" y="1342"/>
                  </a:cubicBezTo>
                  <a:cubicBezTo>
                    <a:pt x="646" y="1290"/>
                    <a:pt x="646" y="1174"/>
                    <a:pt x="697" y="1071"/>
                  </a:cubicBezTo>
                  <a:cubicBezTo>
                    <a:pt x="749" y="800"/>
                    <a:pt x="1020" y="581"/>
                    <a:pt x="1290" y="478"/>
                  </a:cubicBezTo>
                  <a:cubicBezTo>
                    <a:pt x="1548" y="323"/>
                    <a:pt x="1935" y="259"/>
                    <a:pt x="2309" y="259"/>
                  </a:cubicBezTo>
                  <a:close/>
                  <a:moveTo>
                    <a:pt x="1935" y="1"/>
                  </a:moveTo>
                  <a:cubicBezTo>
                    <a:pt x="1445" y="1"/>
                    <a:pt x="1020" y="52"/>
                    <a:pt x="697" y="207"/>
                  </a:cubicBezTo>
                  <a:cubicBezTo>
                    <a:pt x="375" y="375"/>
                    <a:pt x="156" y="581"/>
                    <a:pt x="53" y="852"/>
                  </a:cubicBezTo>
                  <a:cubicBezTo>
                    <a:pt x="1" y="968"/>
                    <a:pt x="1" y="1071"/>
                    <a:pt x="1" y="1174"/>
                  </a:cubicBezTo>
                  <a:cubicBezTo>
                    <a:pt x="1" y="1342"/>
                    <a:pt x="53" y="1548"/>
                    <a:pt x="156" y="1767"/>
                  </a:cubicBezTo>
                  <a:cubicBezTo>
                    <a:pt x="259" y="1986"/>
                    <a:pt x="427" y="2193"/>
                    <a:pt x="646" y="2412"/>
                  </a:cubicBezTo>
                  <a:cubicBezTo>
                    <a:pt x="1071" y="2786"/>
                    <a:pt x="1716" y="3160"/>
                    <a:pt x="2412" y="3379"/>
                  </a:cubicBezTo>
                  <a:cubicBezTo>
                    <a:pt x="2954" y="3547"/>
                    <a:pt x="3483" y="3650"/>
                    <a:pt x="3973" y="3650"/>
                  </a:cubicBezTo>
                  <a:cubicBezTo>
                    <a:pt x="4514" y="3650"/>
                    <a:pt x="4940" y="3547"/>
                    <a:pt x="5262" y="3379"/>
                  </a:cubicBezTo>
                  <a:cubicBezTo>
                    <a:pt x="5584" y="3224"/>
                    <a:pt x="5804" y="3005"/>
                    <a:pt x="5907" y="2734"/>
                  </a:cubicBezTo>
                  <a:cubicBezTo>
                    <a:pt x="5907" y="2631"/>
                    <a:pt x="5958" y="2580"/>
                    <a:pt x="5958" y="2464"/>
                  </a:cubicBezTo>
                  <a:cubicBezTo>
                    <a:pt x="5958" y="2257"/>
                    <a:pt x="5907" y="2038"/>
                    <a:pt x="5804" y="1819"/>
                  </a:cubicBezTo>
                  <a:cubicBezTo>
                    <a:pt x="5688" y="1664"/>
                    <a:pt x="5481" y="1445"/>
                    <a:pt x="5262" y="1226"/>
                  </a:cubicBezTo>
                  <a:cubicBezTo>
                    <a:pt x="4836" y="800"/>
                    <a:pt x="4243" y="478"/>
                    <a:pt x="3483" y="207"/>
                  </a:cubicBezTo>
                  <a:cubicBezTo>
                    <a:pt x="2954" y="52"/>
                    <a:pt x="2412" y="1"/>
                    <a:pt x="193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93;p32">
              <a:extLst>
                <a:ext uri="{FF2B5EF4-FFF2-40B4-BE49-F238E27FC236}">
                  <a16:creationId xmlns:a16="http://schemas.microsoft.com/office/drawing/2014/main" id="{9CA3F8E4-8378-C32A-7265-2BE9C5348227}"/>
                </a:ext>
              </a:extLst>
            </p:cNvPr>
            <p:cNvSpPr/>
            <p:nvPr/>
          </p:nvSpPr>
          <p:spPr>
            <a:xfrm>
              <a:off x="3982450" y="4541675"/>
              <a:ext cx="103500" cy="64500"/>
            </a:xfrm>
            <a:custGeom>
              <a:avLst/>
              <a:gdLst/>
              <a:ahLst/>
              <a:cxnLst/>
              <a:rect l="l" t="t" r="r" b="b"/>
              <a:pathLst>
                <a:path w="4140" h="2580" extrusionOk="0">
                  <a:moveTo>
                    <a:pt x="3653" y="1015"/>
                  </a:moveTo>
                  <a:cubicBezTo>
                    <a:pt x="3659" y="1015"/>
                    <a:pt x="3663" y="1016"/>
                    <a:pt x="3663" y="1019"/>
                  </a:cubicBezTo>
                  <a:cubicBezTo>
                    <a:pt x="3714" y="1071"/>
                    <a:pt x="2850" y="1509"/>
                    <a:pt x="2051" y="1832"/>
                  </a:cubicBezTo>
                  <a:cubicBezTo>
                    <a:pt x="1421" y="2105"/>
                    <a:pt x="1250" y="2178"/>
                    <a:pt x="1184" y="2178"/>
                  </a:cubicBezTo>
                  <a:cubicBezTo>
                    <a:pt x="1159" y="2178"/>
                    <a:pt x="1149" y="2168"/>
                    <a:pt x="1135" y="2154"/>
                  </a:cubicBezTo>
                  <a:cubicBezTo>
                    <a:pt x="1135" y="2103"/>
                    <a:pt x="1135" y="2038"/>
                    <a:pt x="1935" y="1716"/>
                  </a:cubicBezTo>
                  <a:cubicBezTo>
                    <a:pt x="2745" y="1365"/>
                    <a:pt x="3555" y="1015"/>
                    <a:pt x="3653" y="1015"/>
                  </a:cubicBezTo>
                  <a:close/>
                  <a:moveTo>
                    <a:pt x="1406" y="1"/>
                  </a:moveTo>
                  <a:cubicBezTo>
                    <a:pt x="1084" y="1"/>
                    <a:pt x="710" y="104"/>
                    <a:pt x="491" y="220"/>
                  </a:cubicBezTo>
                  <a:cubicBezTo>
                    <a:pt x="220" y="323"/>
                    <a:pt x="65" y="491"/>
                    <a:pt x="1" y="697"/>
                  </a:cubicBezTo>
                  <a:lnTo>
                    <a:pt x="1" y="865"/>
                  </a:lnTo>
                  <a:cubicBezTo>
                    <a:pt x="1" y="1019"/>
                    <a:pt x="1" y="1187"/>
                    <a:pt x="117" y="1290"/>
                  </a:cubicBezTo>
                  <a:cubicBezTo>
                    <a:pt x="168" y="1458"/>
                    <a:pt x="323" y="1613"/>
                    <a:pt x="439" y="1716"/>
                  </a:cubicBezTo>
                  <a:cubicBezTo>
                    <a:pt x="761" y="2038"/>
                    <a:pt x="1187" y="2257"/>
                    <a:pt x="1728" y="2425"/>
                  </a:cubicBezTo>
                  <a:cubicBezTo>
                    <a:pt x="2051" y="2528"/>
                    <a:pt x="2425" y="2580"/>
                    <a:pt x="2747" y="2580"/>
                  </a:cubicBezTo>
                  <a:cubicBezTo>
                    <a:pt x="3121" y="2580"/>
                    <a:pt x="3443" y="2528"/>
                    <a:pt x="3663" y="2425"/>
                  </a:cubicBezTo>
                  <a:cubicBezTo>
                    <a:pt x="3933" y="2257"/>
                    <a:pt x="4088" y="2103"/>
                    <a:pt x="4140" y="1883"/>
                  </a:cubicBezTo>
                  <a:lnTo>
                    <a:pt x="4140" y="1716"/>
                  </a:lnTo>
                  <a:cubicBezTo>
                    <a:pt x="4140" y="1561"/>
                    <a:pt x="4140" y="1458"/>
                    <a:pt x="4037" y="1290"/>
                  </a:cubicBezTo>
                  <a:cubicBezTo>
                    <a:pt x="3985" y="1136"/>
                    <a:pt x="3869" y="968"/>
                    <a:pt x="3714" y="865"/>
                  </a:cubicBezTo>
                  <a:cubicBezTo>
                    <a:pt x="3443" y="594"/>
                    <a:pt x="3018" y="375"/>
                    <a:pt x="2580" y="220"/>
                  </a:cubicBezTo>
                  <a:cubicBezTo>
                    <a:pt x="2373" y="323"/>
                    <a:pt x="1780" y="646"/>
                    <a:pt x="1135" y="916"/>
                  </a:cubicBezTo>
                  <a:cubicBezTo>
                    <a:pt x="549" y="1209"/>
                    <a:pt x="383" y="1241"/>
                    <a:pt x="338" y="1241"/>
                  </a:cubicBezTo>
                  <a:cubicBezTo>
                    <a:pt x="326" y="1241"/>
                    <a:pt x="323" y="1239"/>
                    <a:pt x="323" y="1239"/>
                  </a:cubicBezTo>
                  <a:cubicBezTo>
                    <a:pt x="271" y="1187"/>
                    <a:pt x="271" y="1136"/>
                    <a:pt x="1084" y="813"/>
                  </a:cubicBezTo>
                  <a:cubicBezTo>
                    <a:pt x="1612" y="542"/>
                    <a:pt x="2206" y="272"/>
                    <a:pt x="2476" y="220"/>
                  </a:cubicBezTo>
                  <a:cubicBezTo>
                    <a:pt x="2476" y="168"/>
                    <a:pt x="2476" y="168"/>
                    <a:pt x="2425" y="168"/>
                  </a:cubicBezTo>
                  <a:cubicBezTo>
                    <a:pt x="2102" y="52"/>
                    <a:pt x="1728" y="1"/>
                    <a:pt x="140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094;p32">
              <a:extLst>
                <a:ext uri="{FF2B5EF4-FFF2-40B4-BE49-F238E27FC236}">
                  <a16:creationId xmlns:a16="http://schemas.microsoft.com/office/drawing/2014/main" id="{2087019E-34BA-9F84-40FD-4D35F358920C}"/>
                </a:ext>
              </a:extLst>
            </p:cNvPr>
            <p:cNvSpPr/>
            <p:nvPr/>
          </p:nvSpPr>
          <p:spPr>
            <a:xfrm>
              <a:off x="3954400" y="4564575"/>
              <a:ext cx="142525" cy="68350"/>
            </a:xfrm>
            <a:custGeom>
              <a:avLst/>
              <a:gdLst/>
              <a:ahLst/>
              <a:cxnLst/>
              <a:rect l="l" t="t" r="r" b="b"/>
              <a:pathLst>
                <a:path w="5701" h="2734" extrusionOk="0">
                  <a:moveTo>
                    <a:pt x="5700" y="2154"/>
                  </a:moveTo>
                  <a:lnTo>
                    <a:pt x="5700" y="2154"/>
                  </a:lnTo>
                  <a:cubicBezTo>
                    <a:pt x="5638" y="2204"/>
                    <a:pt x="5636" y="2205"/>
                    <a:pt x="5589" y="2252"/>
                  </a:cubicBezTo>
                  <a:lnTo>
                    <a:pt x="5589" y="2252"/>
                  </a:lnTo>
                  <a:cubicBezTo>
                    <a:pt x="5626" y="2221"/>
                    <a:pt x="5663" y="2187"/>
                    <a:pt x="5700" y="2154"/>
                  </a:cubicBezTo>
                  <a:close/>
                  <a:moveTo>
                    <a:pt x="5589" y="2252"/>
                  </a:moveTo>
                  <a:cubicBezTo>
                    <a:pt x="5587" y="2254"/>
                    <a:pt x="5585" y="2256"/>
                    <a:pt x="5582" y="2258"/>
                  </a:cubicBezTo>
                  <a:lnTo>
                    <a:pt x="5582" y="2258"/>
                  </a:lnTo>
                  <a:cubicBezTo>
                    <a:pt x="5583" y="2257"/>
                    <a:pt x="5584" y="2257"/>
                    <a:pt x="5584" y="2257"/>
                  </a:cubicBezTo>
                  <a:cubicBezTo>
                    <a:pt x="5586" y="2255"/>
                    <a:pt x="5587" y="2254"/>
                    <a:pt x="5589" y="2252"/>
                  </a:cubicBezTo>
                  <a:close/>
                  <a:moveTo>
                    <a:pt x="1" y="0"/>
                  </a:moveTo>
                  <a:lnTo>
                    <a:pt x="1" y="155"/>
                  </a:lnTo>
                  <a:cubicBezTo>
                    <a:pt x="1" y="374"/>
                    <a:pt x="52" y="645"/>
                    <a:pt x="156" y="864"/>
                  </a:cubicBezTo>
                  <a:cubicBezTo>
                    <a:pt x="323" y="1071"/>
                    <a:pt x="478" y="1290"/>
                    <a:pt x="697" y="1509"/>
                  </a:cubicBezTo>
                  <a:cubicBezTo>
                    <a:pt x="1187" y="1935"/>
                    <a:pt x="1832" y="2257"/>
                    <a:pt x="2477" y="2476"/>
                  </a:cubicBezTo>
                  <a:cubicBezTo>
                    <a:pt x="3005" y="2631"/>
                    <a:pt x="3495" y="2734"/>
                    <a:pt x="3972" y="2734"/>
                  </a:cubicBezTo>
                  <a:cubicBezTo>
                    <a:pt x="4514" y="2734"/>
                    <a:pt x="4991" y="2631"/>
                    <a:pt x="5313" y="2412"/>
                  </a:cubicBezTo>
                  <a:cubicBezTo>
                    <a:pt x="5424" y="2378"/>
                    <a:pt x="5506" y="2321"/>
                    <a:pt x="5582" y="2258"/>
                  </a:cubicBezTo>
                  <a:lnTo>
                    <a:pt x="5582" y="2258"/>
                  </a:lnTo>
                  <a:cubicBezTo>
                    <a:pt x="5209" y="2412"/>
                    <a:pt x="4732" y="2476"/>
                    <a:pt x="4192" y="2476"/>
                  </a:cubicBezTo>
                  <a:cubicBezTo>
                    <a:pt x="3702" y="2476"/>
                    <a:pt x="3121" y="2412"/>
                    <a:pt x="2580" y="2205"/>
                  </a:cubicBezTo>
                  <a:cubicBezTo>
                    <a:pt x="1987" y="2038"/>
                    <a:pt x="1509" y="1767"/>
                    <a:pt x="1071" y="1509"/>
                  </a:cubicBezTo>
                  <a:cubicBezTo>
                    <a:pt x="697" y="1187"/>
                    <a:pt x="375" y="864"/>
                    <a:pt x="156" y="477"/>
                  </a:cubicBezTo>
                  <a:cubicBezTo>
                    <a:pt x="52" y="323"/>
                    <a:pt x="1" y="155"/>
                    <a:pt x="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095;p32">
              <a:extLst>
                <a:ext uri="{FF2B5EF4-FFF2-40B4-BE49-F238E27FC236}">
                  <a16:creationId xmlns:a16="http://schemas.microsoft.com/office/drawing/2014/main" id="{653A1595-8E04-C294-5B18-356F749C7D51}"/>
                </a:ext>
              </a:extLst>
            </p:cNvPr>
            <p:cNvSpPr/>
            <p:nvPr/>
          </p:nvSpPr>
          <p:spPr>
            <a:xfrm>
              <a:off x="3976000" y="4536200"/>
              <a:ext cx="116725" cy="76750"/>
            </a:xfrm>
            <a:custGeom>
              <a:avLst/>
              <a:gdLst/>
              <a:ahLst/>
              <a:cxnLst/>
              <a:rect l="l" t="t" r="r" b="b"/>
              <a:pathLst>
                <a:path w="4669" h="3070" extrusionOk="0">
                  <a:moveTo>
                    <a:pt x="1664" y="220"/>
                  </a:moveTo>
                  <a:cubicBezTo>
                    <a:pt x="1986" y="220"/>
                    <a:pt x="2360" y="271"/>
                    <a:pt x="2683" y="387"/>
                  </a:cubicBezTo>
                  <a:cubicBezTo>
                    <a:pt x="3224" y="542"/>
                    <a:pt x="3650" y="813"/>
                    <a:pt x="3972" y="1084"/>
                  </a:cubicBezTo>
                  <a:cubicBezTo>
                    <a:pt x="4127" y="1187"/>
                    <a:pt x="4243" y="1355"/>
                    <a:pt x="4295" y="1509"/>
                  </a:cubicBezTo>
                  <a:cubicBezTo>
                    <a:pt x="4398" y="1677"/>
                    <a:pt x="4398" y="1780"/>
                    <a:pt x="4398" y="1935"/>
                  </a:cubicBezTo>
                  <a:lnTo>
                    <a:pt x="4398" y="2102"/>
                  </a:lnTo>
                  <a:cubicBezTo>
                    <a:pt x="4346" y="2322"/>
                    <a:pt x="4191" y="2476"/>
                    <a:pt x="3921" y="2644"/>
                  </a:cubicBezTo>
                  <a:cubicBezTo>
                    <a:pt x="3701" y="2747"/>
                    <a:pt x="3379" y="2799"/>
                    <a:pt x="3005" y="2799"/>
                  </a:cubicBezTo>
                  <a:cubicBezTo>
                    <a:pt x="2683" y="2799"/>
                    <a:pt x="2309" y="2747"/>
                    <a:pt x="1986" y="2644"/>
                  </a:cubicBezTo>
                  <a:cubicBezTo>
                    <a:pt x="1445" y="2476"/>
                    <a:pt x="1019" y="2257"/>
                    <a:pt x="697" y="1935"/>
                  </a:cubicBezTo>
                  <a:cubicBezTo>
                    <a:pt x="581" y="1832"/>
                    <a:pt x="426" y="1677"/>
                    <a:pt x="375" y="1509"/>
                  </a:cubicBezTo>
                  <a:cubicBezTo>
                    <a:pt x="259" y="1406"/>
                    <a:pt x="259" y="1238"/>
                    <a:pt x="259" y="1084"/>
                  </a:cubicBezTo>
                  <a:lnTo>
                    <a:pt x="259" y="916"/>
                  </a:lnTo>
                  <a:cubicBezTo>
                    <a:pt x="323" y="710"/>
                    <a:pt x="478" y="542"/>
                    <a:pt x="749" y="439"/>
                  </a:cubicBezTo>
                  <a:cubicBezTo>
                    <a:pt x="968" y="323"/>
                    <a:pt x="1342" y="220"/>
                    <a:pt x="1664" y="220"/>
                  </a:cubicBezTo>
                  <a:close/>
                  <a:moveTo>
                    <a:pt x="1664" y="1"/>
                  </a:moveTo>
                  <a:cubicBezTo>
                    <a:pt x="1290" y="1"/>
                    <a:pt x="903" y="65"/>
                    <a:pt x="645" y="220"/>
                  </a:cubicBezTo>
                  <a:cubicBezTo>
                    <a:pt x="375" y="323"/>
                    <a:pt x="104" y="542"/>
                    <a:pt x="52" y="813"/>
                  </a:cubicBezTo>
                  <a:cubicBezTo>
                    <a:pt x="1" y="916"/>
                    <a:pt x="1" y="1032"/>
                    <a:pt x="1" y="1084"/>
                  </a:cubicBezTo>
                  <a:cubicBezTo>
                    <a:pt x="1" y="1290"/>
                    <a:pt x="52" y="1458"/>
                    <a:pt x="155" y="1677"/>
                  </a:cubicBezTo>
                  <a:cubicBezTo>
                    <a:pt x="259" y="1883"/>
                    <a:pt x="529" y="2154"/>
                    <a:pt x="800" y="2373"/>
                  </a:cubicBezTo>
                  <a:cubicBezTo>
                    <a:pt x="1123" y="2580"/>
                    <a:pt x="1496" y="2747"/>
                    <a:pt x="1935" y="2902"/>
                  </a:cubicBezTo>
                  <a:cubicBezTo>
                    <a:pt x="2309" y="3018"/>
                    <a:pt x="2631" y="3070"/>
                    <a:pt x="3005" y="3070"/>
                  </a:cubicBezTo>
                  <a:cubicBezTo>
                    <a:pt x="3379" y="3070"/>
                    <a:pt x="3753" y="2966"/>
                    <a:pt x="4024" y="2850"/>
                  </a:cubicBezTo>
                  <a:cubicBezTo>
                    <a:pt x="4346" y="2696"/>
                    <a:pt x="4565" y="2476"/>
                    <a:pt x="4617" y="2206"/>
                  </a:cubicBezTo>
                  <a:cubicBezTo>
                    <a:pt x="4669" y="2102"/>
                    <a:pt x="4669" y="2051"/>
                    <a:pt x="4669" y="1935"/>
                  </a:cubicBezTo>
                  <a:cubicBezTo>
                    <a:pt x="4669" y="1728"/>
                    <a:pt x="4617" y="1561"/>
                    <a:pt x="4514" y="1406"/>
                  </a:cubicBezTo>
                  <a:cubicBezTo>
                    <a:pt x="4398" y="1135"/>
                    <a:pt x="4127" y="865"/>
                    <a:pt x="3869" y="645"/>
                  </a:cubicBezTo>
                  <a:cubicBezTo>
                    <a:pt x="3547" y="439"/>
                    <a:pt x="3160" y="271"/>
                    <a:pt x="2734" y="168"/>
                  </a:cubicBezTo>
                  <a:cubicBezTo>
                    <a:pt x="2412" y="65"/>
                    <a:pt x="2038" y="1"/>
                    <a:pt x="166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096;p32">
              <a:extLst>
                <a:ext uri="{FF2B5EF4-FFF2-40B4-BE49-F238E27FC236}">
                  <a16:creationId xmlns:a16="http://schemas.microsoft.com/office/drawing/2014/main" id="{E0616342-1926-F09A-CC1B-6076B73E9580}"/>
                </a:ext>
              </a:extLst>
            </p:cNvPr>
            <p:cNvSpPr/>
            <p:nvPr/>
          </p:nvSpPr>
          <p:spPr>
            <a:xfrm>
              <a:off x="4010825" y="4567025"/>
              <a:ext cx="64500" cy="29125"/>
            </a:xfrm>
            <a:custGeom>
              <a:avLst/>
              <a:gdLst/>
              <a:ahLst/>
              <a:cxnLst/>
              <a:rect l="l" t="t" r="r" b="b"/>
              <a:pathLst>
                <a:path w="2580" h="1165" extrusionOk="0">
                  <a:moveTo>
                    <a:pt x="2518" y="1"/>
                  </a:moveTo>
                  <a:cubicBezTo>
                    <a:pt x="2420" y="1"/>
                    <a:pt x="1610" y="351"/>
                    <a:pt x="800" y="702"/>
                  </a:cubicBezTo>
                  <a:cubicBezTo>
                    <a:pt x="0" y="1024"/>
                    <a:pt x="0" y="1089"/>
                    <a:pt x="0" y="1140"/>
                  </a:cubicBezTo>
                  <a:cubicBezTo>
                    <a:pt x="14" y="1154"/>
                    <a:pt x="24" y="1164"/>
                    <a:pt x="49" y="1164"/>
                  </a:cubicBezTo>
                  <a:cubicBezTo>
                    <a:pt x="115" y="1164"/>
                    <a:pt x="286" y="1091"/>
                    <a:pt x="916" y="818"/>
                  </a:cubicBezTo>
                  <a:cubicBezTo>
                    <a:pt x="1715" y="495"/>
                    <a:pt x="2579" y="57"/>
                    <a:pt x="2528" y="5"/>
                  </a:cubicBezTo>
                  <a:cubicBezTo>
                    <a:pt x="2528" y="2"/>
                    <a:pt x="2524" y="1"/>
                    <a:pt x="2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097;p32">
              <a:extLst>
                <a:ext uri="{FF2B5EF4-FFF2-40B4-BE49-F238E27FC236}">
                  <a16:creationId xmlns:a16="http://schemas.microsoft.com/office/drawing/2014/main" id="{7703C9F7-F34C-9F26-9C4B-1924FE89F742}"/>
                </a:ext>
              </a:extLst>
            </p:cNvPr>
            <p:cNvSpPr/>
            <p:nvPr/>
          </p:nvSpPr>
          <p:spPr>
            <a:xfrm>
              <a:off x="3989225" y="4545675"/>
              <a:ext cx="60625" cy="27050"/>
            </a:xfrm>
            <a:custGeom>
              <a:avLst/>
              <a:gdLst/>
              <a:ahLst/>
              <a:cxnLst/>
              <a:rect l="l" t="t" r="r" b="b"/>
              <a:pathLst>
                <a:path w="2425" h="1082" extrusionOk="0">
                  <a:moveTo>
                    <a:pt x="2341" y="0"/>
                  </a:moveTo>
                  <a:cubicBezTo>
                    <a:pt x="2179" y="0"/>
                    <a:pt x="1496" y="300"/>
                    <a:pt x="813" y="653"/>
                  </a:cubicBezTo>
                  <a:cubicBezTo>
                    <a:pt x="0" y="976"/>
                    <a:pt x="0" y="1027"/>
                    <a:pt x="52" y="1079"/>
                  </a:cubicBezTo>
                  <a:cubicBezTo>
                    <a:pt x="52" y="1079"/>
                    <a:pt x="55" y="1081"/>
                    <a:pt x="67" y="1081"/>
                  </a:cubicBezTo>
                  <a:cubicBezTo>
                    <a:pt x="112" y="1081"/>
                    <a:pt x="278" y="1049"/>
                    <a:pt x="864" y="756"/>
                  </a:cubicBezTo>
                  <a:cubicBezTo>
                    <a:pt x="1612" y="434"/>
                    <a:pt x="2425" y="60"/>
                    <a:pt x="2373" y="8"/>
                  </a:cubicBezTo>
                  <a:cubicBezTo>
                    <a:pt x="2367" y="3"/>
                    <a:pt x="2357" y="0"/>
                    <a:pt x="234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98;p32">
              <a:extLst>
                <a:ext uri="{FF2B5EF4-FFF2-40B4-BE49-F238E27FC236}">
                  <a16:creationId xmlns:a16="http://schemas.microsoft.com/office/drawing/2014/main" id="{C781CA3F-CC14-003F-4EB9-14629D88615A}"/>
                </a:ext>
              </a:extLst>
            </p:cNvPr>
            <p:cNvSpPr/>
            <p:nvPr/>
          </p:nvSpPr>
          <p:spPr>
            <a:xfrm>
              <a:off x="383352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645" y="0"/>
                    <a:pt x="477" y="52"/>
                    <a:pt x="374" y="103"/>
                  </a:cubicBezTo>
                  <a:cubicBezTo>
                    <a:pt x="323" y="168"/>
                    <a:pt x="220" y="219"/>
                    <a:pt x="155" y="374"/>
                  </a:cubicBezTo>
                  <a:cubicBezTo>
                    <a:pt x="103" y="490"/>
                    <a:pt x="103" y="645"/>
                    <a:pt x="103" y="813"/>
                  </a:cubicBezTo>
                  <a:cubicBezTo>
                    <a:pt x="52" y="967"/>
                    <a:pt x="103" y="1070"/>
                    <a:pt x="103" y="1187"/>
                  </a:cubicBezTo>
                  <a:lnTo>
                    <a:pt x="155" y="1187"/>
                  </a:lnTo>
                  <a:cubicBezTo>
                    <a:pt x="220" y="1135"/>
                    <a:pt x="323" y="1070"/>
                    <a:pt x="426" y="1019"/>
                  </a:cubicBezTo>
                  <a:cubicBezTo>
                    <a:pt x="645" y="967"/>
                    <a:pt x="864" y="967"/>
                    <a:pt x="1122" y="967"/>
                  </a:cubicBezTo>
                  <a:cubicBezTo>
                    <a:pt x="1664" y="967"/>
                    <a:pt x="2205" y="1070"/>
                    <a:pt x="2205" y="1070"/>
                  </a:cubicBezTo>
                  <a:cubicBezTo>
                    <a:pt x="2257" y="1070"/>
                    <a:pt x="2257" y="1135"/>
                    <a:pt x="2308" y="1135"/>
                  </a:cubicBezTo>
                  <a:cubicBezTo>
                    <a:pt x="2308" y="1187"/>
                    <a:pt x="2308" y="1238"/>
                    <a:pt x="2257" y="1290"/>
                  </a:cubicBezTo>
                  <a:lnTo>
                    <a:pt x="2205" y="1341"/>
                  </a:lnTo>
                  <a:cubicBezTo>
                    <a:pt x="2205" y="1341"/>
                    <a:pt x="2154" y="1393"/>
                    <a:pt x="2038" y="1509"/>
                  </a:cubicBezTo>
                  <a:cubicBezTo>
                    <a:pt x="1935" y="1612"/>
                    <a:pt x="1767" y="1831"/>
                    <a:pt x="1612" y="2038"/>
                  </a:cubicBezTo>
                  <a:cubicBezTo>
                    <a:pt x="1187" y="2476"/>
                    <a:pt x="748" y="3121"/>
                    <a:pt x="426" y="3765"/>
                  </a:cubicBezTo>
                  <a:cubicBezTo>
                    <a:pt x="155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55" y="5480"/>
                  </a:cubicBezTo>
                  <a:cubicBezTo>
                    <a:pt x="271" y="5584"/>
                    <a:pt x="426" y="5700"/>
                    <a:pt x="645" y="5751"/>
                  </a:cubicBezTo>
                  <a:lnTo>
                    <a:pt x="967" y="5751"/>
                  </a:lnTo>
                  <a:cubicBezTo>
                    <a:pt x="1290" y="5751"/>
                    <a:pt x="1561" y="5648"/>
                    <a:pt x="1715" y="5532"/>
                  </a:cubicBezTo>
                  <a:cubicBezTo>
                    <a:pt x="1831" y="5480"/>
                    <a:pt x="1883" y="5429"/>
                    <a:pt x="1935" y="5377"/>
                  </a:cubicBezTo>
                  <a:cubicBezTo>
                    <a:pt x="1561" y="5003"/>
                    <a:pt x="1445" y="4513"/>
                    <a:pt x="1445" y="4036"/>
                  </a:cubicBezTo>
                  <a:cubicBezTo>
                    <a:pt x="1445" y="3598"/>
                    <a:pt x="1561" y="3121"/>
                    <a:pt x="1767" y="2747"/>
                  </a:cubicBezTo>
                  <a:cubicBezTo>
                    <a:pt x="1935" y="2308"/>
                    <a:pt x="2205" y="1934"/>
                    <a:pt x="2476" y="1664"/>
                  </a:cubicBezTo>
                  <a:cubicBezTo>
                    <a:pt x="3056" y="1070"/>
                    <a:pt x="3121" y="645"/>
                    <a:pt x="3121" y="426"/>
                  </a:cubicBezTo>
                  <a:lnTo>
                    <a:pt x="3005" y="426"/>
                  </a:lnTo>
                  <a:cubicBezTo>
                    <a:pt x="2902" y="490"/>
                    <a:pt x="2734" y="490"/>
                    <a:pt x="2631" y="490"/>
                  </a:cubicBezTo>
                  <a:cubicBezTo>
                    <a:pt x="2412" y="490"/>
                    <a:pt x="2205" y="490"/>
                    <a:pt x="1986" y="426"/>
                  </a:cubicBezTo>
                  <a:cubicBezTo>
                    <a:pt x="1767" y="374"/>
                    <a:pt x="1561" y="323"/>
                    <a:pt x="1393" y="219"/>
                  </a:cubicBezTo>
                  <a:cubicBezTo>
                    <a:pt x="1187" y="52"/>
                    <a:pt x="967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99;p32">
              <a:extLst>
                <a:ext uri="{FF2B5EF4-FFF2-40B4-BE49-F238E27FC236}">
                  <a16:creationId xmlns:a16="http://schemas.microsoft.com/office/drawing/2014/main" id="{70D2B9F9-382A-277C-4A6E-7B508AA39AD2}"/>
                </a:ext>
              </a:extLst>
            </p:cNvPr>
            <p:cNvSpPr/>
            <p:nvPr/>
          </p:nvSpPr>
          <p:spPr>
            <a:xfrm>
              <a:off x="4138475" y="5007825"/>
              <a:ext cx="34850" cy="37750"/>
            </a:xfrm>
            <a:custGeom>
              <a:avLst/>
              <a:gdLst/>
              <a:ahLst/>
              <a:cxnLst/>
              <a:rect l="l" t="t" r="r" b="b"/>
              <a:pathLst>
                <a:path w="1394" h="1510" extrusionOk="0">
                  <a:moveTo>
                    <a:pt x="697" y="0"/>
                  </a:moveTo>
                  <a:cubicBezTo>
                    <a:pt x="645" y="0"/>
                    <a:pt x="529" y="52"/>
                    <a:pt x="426" y="104"/>
                  </a:cubicBezTo>
                  <a:cubicBezTo>
                    <a:pt x="323" y="155"/>
                    <a:pt x="271" y="220"/>
                    <a:pt x="155" y="323"/>
                  </a:cubicBezTo>
                  <a:cubicBezTo>
                    <a:pt x="52" y="477"/>
                    <a:pt x="1" y="594"/>
                    <a:pt x="1" y="748"/>
                  </a:cubicBezTo>
                  <a:cubicBezTo>
                    <a:pt x="1" y="916"/>
                    <a:pt x="104" y="1071"/>
                    <a:pt x="207" y="1187"/>
                  </a:cubicBezTo>
                  <a:cubicBezTo>
                    <a:pt x="323" y="1341"/>
                    <a:pt x="426" y="1445"/>
                    <a:pt x="529" y="1445"/>
                  </a:cubicBezTo>
                  <a:lnTo>
                    <a:pt x="594" y="1509"/>
                  </a:lnTo>
                  <a:cubicBezTo>
                    <a:pt x="594" y="1445"/>
                    <a:pt x="645" y="1445"/>
                    <a:pt x="645" y="1445"/>
                  </a:cubicBezTo>
                  <a:cubicBezTo>
                    <a:pt x="697" y="1445"/>
                    <a:pt x="800" y="1393"/>
                    <a:pt x="852" y="1341"/>
                  </a:cubicBezTo>
                  <a:cubicBezTo>
                    <a:pt x="1019" y="1238"/>
                    <a:pt x="1174" y="1122"/>
                    <a:pt x="1290" y="916"/>
                  </a:cubicBezTo>
                  <a:cubicBezTo>
                    <a:pt x="1342" y="748"/>
                    <a:pt x="1393" y="645"/>
                    <a:pt x="1393" y="426"/>
                  </a:cubicBezTo>
                  <a:lnTo>
                    <a:pt x="1393" y="374"/>
                  </a:lnTo>
                  <a:cubicBezTo>
                    <a:pt x="1393" y="323"/>
                    <a:pt x="1342" y="323"/>
                    <a:pt x="1342" y="323"/>
                  </a:cubicBezTo>
                  <a:cubicBezTo>
                    <a:pt x="1290" y="271"/>
                    <a:pt x="1238" y="220"/>
                    <a:pt x="1174" y="155"/>
                  </a:cubicBezTo>
                  <a:cubicBezTo>
                    <a:pt x="1071" y="104"/>
                    <a:pt x="916" y="0"/>
                    <a:pt x="697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00;p32">
              <a:extLst>
                <a:ext uri="{FF2B5EF4-FFF2-40B4-BE49-F238E27FC236}">
                  <a16:creationId xmlns:a16="http://schemas.microsoft.com/office/drawing/2014/main" id="{6BC1912D-F8B5-2CA8-8AB0-CA006BCED0AD}"/>
                </a:ext>
              </a:extLst>
            </p:cNvPr>
            <p:cNvSpPr/>
            <p:nvPr/>
          </p:nvSpPr>
          <p:spPr>
            <a:xfrm>
              <a:off x="3573050" y="4735100"/>
              <a:ext cx="592200" cy="440700"/>
            </a:xfrm>
            <a:custGeom>
              <a:avLst/>
              <a:gdLst/>
              <a:ahLst/>
              <a:cxnLst/>
              <a:rect l="l" t="t" r="r" b="b"/>
              <a:pathLst>
                <a:path w="23688" h="17628" extrusionOk="0">
                  <a:moveTo>
                    <a:pt x="8266" y="1716"/>
                  </a:moveTo>
                  <a:cubicBezTo>
                    <a:pt x="8588" y="1716"/>
                    <a:pt x="8807" y="1935"/>
                    <a:pt x="8807" y="2257"/>
                  </a:cubicBezTo>
                  <a:lnTo>
                    <a:pt x="8807" y="10161"/>
                  </a:lnTo>
                  <a:cubicBezTo>
                    <a:pt x="8807" y="10484"/>
                    <a:pt x="8588" y="10690"/>
                    <a:pt x="8266" y="10690"/>
                  </a:cubicBezTo>
                  <a:lnTo>
                    <a:pt x="3753" y="10690"/>
                  </a:lnTo>
                  <a:cubicBezTo>
                    <a:pt x="3430" y="10690"/>
                    <a:pt x="3224" y="10484"/>
                    <a:pt x="3224" y="10161"/>
                  </a:cubicBezTo>
                  <a:lnTo>
                    <a:pt x="3224" y="2257"/>
                  </a:lnTo>
                  <a:cubicBezTo>
                    <a:pt x="3224" y="1935"/>
                    <a:pt x="3430" y="1716"/>
                    <a:pt x="3753" y="1716"/>
                  </a:cubicBezTo>
                  <a:close/>
                  <a:moveTo>
                    <a:pt x="14120" y="1716"/>
                  </a:moveTo>
                  <a:cubicBezTo>
                    <a:pt x="14391" y="1716"/>
                    <a:pt x="14662" y="1935"/>
                    <a:pt x="14662" y="2257"/>
                  </a:cubicBezTo>
                  <a:lnTo>
                    <a:pt x="14662" y="10161"/>
                  </a:lnTo>
                  <a:cubicBezTo>
                    <a:pt x="14662" y="10484"/>
                    <a:pt x="14391" y="10690"/>
                    <a:pt x="14120" y="10690"/>
                  </a:cubicBezTo>
                  <a:lnTo>
                    <a:pt x="9555" y="10690"/>
                  </a:lnTo>
                  <a:cubicBezTo>
                    <a:pt x="9285" y="10690"/>
                    <a:pt x="9027" y="10484"/>
                    <a:pt x="9027" y="10161"/>
                  </a:cubicBezTo>
                  <a:lnTo>
                    <a:pt x="9027" y="2257"/>
                  </a:lnTo>
                  <a:cubicBezTo>
                    <a:pt x="9027" y="1935"/>
                    <a:pt x="9285" y="1716"/>
                    <a:pt x="9555" y="1716"/>
                  </a:cubicBezTo>
                  <a:close/>
                  <a:moveTo>
                    <a:pt x="19923" y="1716"/>
                  </a:moveTo>
                  <a:cubicBezTo>
                    <a:pt x="20245" y="1716"/>
                    <a:pt x="20464" y="1935"/>
                    <a:pt x="20464" y="2257"/>
                  </a:cubicBezTo>
                  <a:lnTo>
                    <a:pt x="20464" y="10161"/>
                  </a:lnTo>
                  <a:cubicBezTo>
                    <a:pt x="20464" y="10484"/>
                    <a:pt x="20245" y="10690"/>
                    <a:pt x="19923" y="10690"/>
                  </a:cubicBezTo>
                  <a:lnTo>
                    <a:pt x="15410" y="10690"/>
                  </a:lnTo>
                  <a:cubicBezTo>
                    <a:pt x="15087" y="10690"/>
                    <a:pt x="14881" y="10484"/>
                    <a:pt x="14881" y="10161"/>
                  </a:cubicBezTo>
                  <a:lnTo>
                    <a:pt x="14881" y="2257"/>
                  </a:lnTo>
                  <a:cubicBezTo>
                    <a:pt x="14881" y="1935"/>
                    <a:pt x="15087" y="1716"/>
                    <a:pt x="15410" y="1716"/>
                  </a:cubicBezTo>
                  <a:close/>
                  <a:moveTo>
                    <a:pt x="17137" y="11928"/>
                  </a:moveTo>
                  <a:lnTo>
                    <a:pt x="17137" y="15848"/>
                  </a:lnTo>
                  <a:lnTo>
                    <a:pt x="17137" y="16016"/>
                  </a:lnTo>
                  <a:lnTo>
                    <a:pt x="6551" y="16016"/>
                  </a:lnTo>
                  <a:lnTo>
                    <a:pt x="6551" y="11928"/>
                  </a:lnTo>
                  <a:close/>
                  <a:moveTo>
                    <a:pt x="0" y="1"/>
                  </a:moveTo>
                  <a:lnTo>
                    <a:pt x="0" y="10419"/>
                  </a:lnTo>
                  <a:cubicBezTo>
                    <a:pt x="104" y="10368"/>
                    <a:pt x="258" y="10368"/>
                    <a:pt x="426" y="10368"/>
                  </a:cubicBezTo>
                  <a:cubicBezTo>
                    <a:pt x="529" y="10368"/>
                    <a:pt x="697" y="10368"/>
                    <a:pt x="800" y="10419"/>
                  </a:cubicBezTo>
                  <a:cubicBezTo>
                    <a:pt x="903" y="10484"/>
                    <a:pt x="1019" y="10535"/>
                    <a:pt x="1122" y="10587"/>
                  </a:cubicBezTo>
                  <a:cubicBezTo>
                    <a:pt x="1342" y="10742"/>
                    <a:pt x="1496" y="10961"/>
                    <a:pt x="1612" y="11180"/>
                  </a:cubicBezTo>
                  <a:cubicBezTo>
                    <a:pt x="1664" y="11232"/>
                    <a:pt x="1664" y="11283"/>
                    <a:pt x="1715" y="11335"/>
                  </a:cubicBezTo>
                  <a:lnTo>
                    <a:pt x="1715" y="11451"/>
                  </a:lnTo>
                  <a:cubicBezTo>
                    <a:pt x="1767" y="11503"/>
                    <a:pt x="1767" y="11554"/>
                    <a:pt x="1767" y="11554"/>
                  </a:cubicBezTo>
                  <a:cubicBezTo>
                    <a:pt x="1767" y="11709"/>
                    <a:pt x="1715" y="11825"/>
                    <a:pt x="1664" y="11980"/>
                  </a:cubicBezTo>
                  <a:cubicBezTo>
                    <a:pt x="1612" y="12199"/>
                    <a:pt x="1445" y="12418"/>
                    <a:pt x="1342" y="12573"/>
                  </a:cubicBezTo>
                  <a:cubicBezTo>
                    <a:pt x="1174" y="12792"/>
                    <a:pt x="1019" y="12947"/>
                    <a:pt x="852" y="13166"/>
                  </a:cubicBezTo>
                  <a:cubicBezTo>
                    <a:pt x="581" y="13437"/>
                    <a:pt x="323" y="13643"/>
                    <a:pt x="0" y="13862"/>
                  </a:cubicBezTo>
                  <a:lnTo>
                    <a:pt x="0" y="17627"/>
                  </a:lnTo>
                  <a:lnTo>
                    <a:pt x="23688" y="17627"/>
                  </a:lnTo>
                  <a:lnTo>
                    <a:pt x="23688" y="13862"/>
                  </a:lnTo>
                  <a:cubicBezTo>
                    <a:pt x="23365" y="13643"/>
                    <a:pt x="23095" y="13437"/>
                    <a:pt x="22824" y="13166"/>
                  </a:cubicBezTo>
                  <a:cubicBezTo>
                    <a:pt x="22669" y="12947"/>
                    <a:pt x="22502" y="12792"/>
                    <a:pt x="22347" y="12573"/>
                  </a:cubicBezTo>
                  <a:cubicBezTo>
                    <a:pt x="22179" y="12418"/>
                    <a:pt x="22076" y="12199"/>
                    <a:pt x="21973" y="11980"/>
                  </a:cubicBezTo>
                  <a:cubicBezTo>
                    <a:pt x="21973" y="11825"/>
                    <a:pt x="21921" y="11709"/>
                    <a:pt x="21921" y="11554"/>
                  </a:cubicBezTo>
                  <a:cubicBezTo>
                    <a:pt x="21921" y="11554"/>
                    <a:pt x="21921" y="11503"/>
                    <a:pt x="21973" y="11451"/>
                  </a:cubicBezTo>
                  <a:lnTo>
                    <a:pt x="21973" y="11335"/>
                  </a:lnTo>
                  <a:cubicBezTo>
                    <a:pt x="22024" y="11283"/>
                    <a:pt x="22024" y="11232"/>
                    <a:pt x="22076" y="11180"/>
                  </a:cubicBezTo>
                  <a:cubicBezTo>
                    <a:pt x="22179" y="10961"/>
                    <a:pt x="22347" y="10742"/>
                    <a:pt x="22566" y="10587"/>
                  </a:cubicBezTo>
                  <a:cubicBezTo>
                    <a:pt x="22669" y="10535"/>
                    <a:pt x="22772" y="10484"/>
                    <a:pt x="22888" y="10419"/>
                  </a:cubicBezTo>
                  <a:cubicBezTo>
                    <a:pt x="22992" y="10368"/>
                    <a:pt x="23146" y="10368"/>
                    <a:pt x="23262" y="10368"/>
                  </a:cubicBezTo>
                  <a:cubicBezTo>
                    <a:pt x="23417" y="10368"/>
                    <a:pt x="23533" y="10368"/>
                    <a:pt x="23688" y="10419"/>
                  </a:cubicBezTo>
                  <a:lnTo>
                    <a:pt x="23688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01;p32">
              <a:extLst>
                <a:ext uri="{FF2B5EF4-FFF2-40B4-BE49-F238E27FC236}">
                  <a16:creationId xmlns:a16="http://schemas.microsoft.com/office/drawing/2014/main" id="{1C472C51-35AC-1508-23DF-C4E68E6F700F}"/>
                </a:ext>
              </a:extLst>
            </p:cNvPr>
            <p:cNvSpPr/>
            <p:nvPr/>
          </p:nvSpPr>
          <p:spPr>
            <a:xfrm>
              <a:off x="3805150" y="4783450"/>
              <a:ext cx="127675" cy="213750"/>
            </a:xfrm>
            <a:custGeom>
              <a:avLst/>
              <a:gdLst/>
              <a:ahLst/>
              <a:cxnLst/>
              <a:rect l="l" t="t" r="r" b="b"/>
              <a:pathLst>
                <a:path w="5107" h="8550" extrusionOk="0">
                  <a:moveTo>
                    <a:pt x="1883" y="1071"/>
                  </a:moveTo>
                  <a:cubicBezTo>
                    <a:pt x="2154" y="1071"/>
                    <a:pt x="2425" y="1135"/>
                    <a:pt x="2644" y="1290"/>
                  </a:cubicBezTo>
                  <a:cubicBezTo>
                    <a:pt x="2799" y="1342"/>
                    <a:pt x="2966" y="1458"/>
                    <a:pt x="3121" y="1458"/>
                  </a:cubicBezTo>
                  <a:cubicBezTo>
                    <a:pt x="3340" y="1509"/>
                    <a:pt x="3547" y="1509"/>
                    <a:pt x="3766" y="1509"/>
                  </a:cubicBezTo>
                  <a:lnTo>
                    <a:pt x="4088" y="1509"/>
                  </a:lnTo>
                  <a:cubicBezTo>
                    <a:pt x="4191" y="1509"/>
                    <a:pt x="4256" y="1458"/>
                    <a:pt x="4307" y="1458"/>
                  </a:cubicBezTo>
                  <a:lnTo>
                    <a:pt x="4411" y="1458"/>
                  </a:lnTo>
                  <a:cubicBezTo>
                    <a:pt x="4462" y="1458"/>
                    <a:pt x="4462" y="1509"/>
                    <a:pt x="4462" y="1509"/>
                  </a:cubicBezTo>
                  <a:cubicBezTo>
                    <a:pt x="4462" y="1509"/>
                    <a:pt x="4514" y="1613"/>
                    <a:pt x="4514" y="1716"/>
                  </a:cubicBezTo>
                  <a:cubicBezTo>
                    <a:pt x="4514" y="1987"/>
                    <a:pt x="4411" y="2528"/>
                    <a:pt x="3817" y="3121"/>
                  </a:cubicBezTo>
                  <a:cubicBezTo>
                    <a:pt x="3547" y="3392"/>
                    <a:pt x="3289" y="3714"/>
                    <a:pt x="3121" y="4140"/>
                  </a:cubicBezTo>
                  <a:cubicBezTo>
                    <a:pt x="2902" y="4514"/>
                    <a:pt x="2799" y="4939"/>
                    <a:pt x="2799" y="5326"/>
                  </a:cubicBezTo>
                  <a:cubicBezTo>
                    <a:pt x="2799" y="5803"/>
                    <a:pt x="2966" y="6229"/>
                    <a:pt x="3289" y="6551"/>
                  </a:cubicBezTo>
                  <a:cubicBezTo>
                    <a:pt x="3340" y="6616"/>
                    <a:pt x="3340" y="6667"/>
                    <a:pt x="3289" y="6719"/>
                  </a:cubicBezTo>
                  <a:cubicBezTo>
                    <a:pt x="3289" y="6719"/>
                    <a:pt x="3224" y="6874"/>
                    <a:pt x="3018" y="7041"/>
                  </a:cubicBezTo>
                  <a:cubicBezTo>
                    <a:pt x="2799" y="7144"/>
                    <a:pt x="2528" y="7312"/>
                    <a:pt x="2102" y="7312"/>
                  </a:cubicBezTo>
                  <a:cubicBezTo>
                    <a:pt x="1999" y="7312"/>
                    <a:pt x="1832" y="7312"/>
                    <a:pt x="1728" y="7260"/>
                  </a:cubicBezTo>
                  <a:cubicBezTo>
                    <a:pt x="1458" y="7196"/>
                    <a:pt x="1238" y="7093"/>
                    <a:pt x="1135" y="6938"/>
                  </a:cubicBezTo>
                  <a:cubicBezTo>
                    <a:pt x="968" y="6770"/>
                    <a:pt x="916" y="6500"/>
                    <a:pt x="916" y="6293"/>
                  </a:cubicBezTo>
                  <a:cubicBezTo>
                    <a:pt x="916" y="5906"/>
                    <a:pt x="1032" y="5429"/>
                    <a:pt x="1355" y="4888"/>
                  </a:cubicBezTo>
                  <a:cubicBezTo>
                    <a:pt x="1883" y="3921"/>
                    <a:pt x="2696" y="2954"/>
                    <a:pt x="3070" y="2580"/>
                  </a:cubicBezTo>
                  <a:cubicBezTo>
                    <a:pt x="3018" y="2580"/>
                    <a:pt x="3018" y="2528"/>
                    <a:pt x="2966" y="2528"/>
                  </a:cubicBezTo>
                  <a:cubicBezTo>
                    <a:pt x="2747" y="2528"/>
                    <a:pt x="2476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12" y="2580"/>
                    <a:pt x="1509" y="2580"/>
                    <a:pt x="1458" y="2683"/>
                  </a:cubicBezTo>
                  <a:cubicBezTo>
                    <a:pt x="1406" y="2683"/>
                    <a:pt x="1355" y="2747"/>
                    <a:pt x="1355" y="2799"/>
                  </a:cubicBezTo>
                  <a:cubicBezTo>
                    <a:pt x="1290" y="2850"/>
                    <a:pt x="1238" y="2850"/>
                    <a:pt x="1238" y="2850"/>
                  </a:cubicBezTo>
                  <a:cubicBezTo>
                    <a:pt x="1187" y="2850"/>
                    <a:pt x="1135" y="2850"/>
                    <a:pt x="1084" y="2799"/>
                  </a:cubicBezTo>
                  <a:cubicBezTo>
                    <a:pt x="1084" y="2799"/>
                    <a:pt x="968" y="2477"/>
                    <a:pt x="968" y="2103"/>
                  </a:cubicBezTo>
                  <a:cubicBezTo>
                    <a:pt x="968" y="1935"/>
                    <a:pt x="968" y="1716"/>
                    <a:pt x="1084" y="1561"/>
                  </a:cubicBezTo>
                  <a:cubicBezTo>
                    <a:pt x="1135" y="1393"/>
                    <a:pt x="1290" y="1239"/>
                    <a:pt x="1406" y="1187"/>
                  </a:cubicBezTo>
                  <a:cubicBezTo>
                    <a:pt x="1561" y="1071"/>
                    <a:pt x="1728" y="1071"/>
                    <a:pt x="1883" y="1071"/>
                  </a:cubicBezTo>
                  <a:close/>
                  <a:moveTo>
                    <a:pt x="271" y="1"/>
                  </a:moveTo>
                  <a:cubicBezTo>
                    <a:pt x="117" y="1"/>
                    <a:pt x="1" y="168"/>
                    <a:pt x="1" y="323"/>
                  </a:cubicBezTo>
                  <a:lnTo>
                    <a:pt x="1" y="8227"/>
                  </a:lnTo>
                  <a:cubicBezTo>
                    <a:pt x="1" y="8382"/>
                    <a:pt x="117" y="8550"/>
                    <a:pt x="271" y="8550"/>
                  </a:cubicBezTo>
                  <a:lnTo>
                    <a:pt x="4836" y="8550"/>
                  </a:lnTo>
                  <a:cubicBezTo>
                    <a:pt x="5004" y="8550"/>
                    <a:pt x="5107" y="8382"/>
                    <a:pt x="5107" y="8227"/>
                  </a:cubicBezTo>
                  <a:lnTo>
                    <a:pt x="5107" y="323"/>
                  </a:lnTo>
                  <a:cubicBezTo>
                    <a:pt x="5107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02;p32">
              <a:extLst>
                <a:ext uri="{FF2B5EF4-FFF2-40B4-BE49-F238E27FC236}">
                  <a16:creationId xmlns:a16="http://schemas.microsoft.com/office/drawing/2014/main" id="{BB84C379-1B19-6011-B5C9-844830040165}"/>
                </a:ext>
              </a:extLst>
            </p:cNvPr>
            <p:cNvSpPr/>
            <p:nvPr/>
          </p:nvSpPr>
          <p:spPr>
            <a:xfrm>
              <a:off x="3509875" y="4685450"/>
              <a:ext cx="718575" cy="335925"/>
            </a:xfrm>
            <a:custGeom>
              <a:avLst/>
              <a:gdLst/>
              <a:ahLst/>
              <a:cxnLst/>
              <a:rect l="l" t="t" r="r" b="b"/>
              <a:pathLst>
                <a:path w="28743" h="13437" extrusionOk="0">
                  <a:moveTo>
                    <a:pt x="916" y="697"/>
                  </a:moveTo>
                  <a:cubicBezTo>
                    <a:pt x="1019" y="697"/>
                    <a:pt x="1122" y="800"/>
                    <a:pt x="1122" y="865"/>
                  </a:cubicBezTo>
                  <a:cubicBezTo>
                    <a:pt x="1122" y="968"/>
                    <a:pt x="1019" y="1071"/>
                    <a:pt x="916" y="1071"/>
                  </a:cubicBezTo>
                  <a:lnTo>
                    <a:pt x="851" y="1071"/>
                  </a:lnTo>
                  <a:lnTo>
                    <a:pt x="851" y="1123"/>
                  </a:lnTo>
                  <a:cubicBezTo>
                    <a:pt x="800" y="1123"/>
                    <a:pt x="800" y="1187"/>
                    <a:pt x="800" y="1239"/>
                  </a:cubicBezTo>
                  <a:lnTo>
                    <a:pt x="800" y="1613"/>
                  </a:lnTo>
                  <a:cubicBezTo>
                    <a:pt x="800" y="1716"/>
                    <a:pt x="696" y="1767"/>
                    <a:pt x="593" y="1767"/>
                  </a:cubicBezTo>
                  <a:cubicBezTo>
                    <a:pt x="477" y="1767"/>
                    <a:pt x="426" y="1716"/>
                    <a:pt x="426" y="1613"/>
                  </a:cubicBezTo>
                  <a:lnTo>
                    <a:pt x="426" y="1187"/>
                  </a:lnTo>
                  <a:lnTo>
                    <a:pt x="426" y="1123"/>
                  </a:lnTo>
                  <a:cubicBezTo>
                    <a:pt x="426" y="1123"/>
                    <a:pt x="426" y="1071"/>
                    <a:pt x="477" y="1019"/>
                  </a:cubicBezTo>
                  <a:cubicBezTo>
                    <a:pt x="477" y="968"/>
                    <a:pt x="529" y="865"/>
                    <a:pt x="645" y="800"/>
                  </a:cubicBezTo>
                  <a:cubicBezTo>
                    <a:pt x="748" y="749"/>
                    <a:pt x="800" y="697"/>
                    <a:pt x="916" y="697"/>
                  </a:cubicBezTo>
                  <a:close/>
                  <a:moveTo>
                    <a:pt x="593" y="2257"/>
                  </a:moveTo>
                  <a:cubicBezTo>
                    <a:pt x="696" y="2257"/>
                    <a:pt x="800" y="2360"/>
                    <a:pt x="800" y="2412"/>
                  </a:cubicBezTo>
                  <a:lnTo>
                    <a:pt x="800" y="3121"/>
                  </a:lnTo>
                  <a:cubicBezTo>
                    <a:pt x="800" y="3224"/>
                    <a:pt x="696" y="3276"/>
                    <a:pt x="593" y="3276"/>
                  </a:cubicBezTo>
                  <a:cubicBezTo>
                    <a:pt x="477" y="3276"/>
                    <a:pt x="426" y="3224"/>
                    <a:pt x="426" y="3121"/>
                  </a:cubicBezTo>
                  <a:lnTo>
                    <a:pt x="426" y="2412"/>
                  </a:lnTo>
                  <a:cubicBezTo>
                    <a:pt x="426" y="2360"/>
                    <a:pt x="477" y="2257"/>
                    <a:pt x="593" y="2257"/>
                  </a:cubicBezTo>
                  <a:close/>
                  <a:moveTo>
                    <a:pt x="967" y="10536"/>
                  </a:moveTo>
                  <a:cubicBezTo>
                    <a:pt x="1070" y="10536"/>
                    <a:pt x="1238" y="10639"/>
                    <a:pt x="1238" y="10794"/>
                  </a:cubicBezTo>
                  <a:cubicBezTo>
                    <a:pt x="1238" y="10961"/>
                    <a:pt x="1070" y="11064"/>
                    <a:pt x="967" y="11064"/>
                  </a:cubicBezTo>
                  <a:cubicBezTo>
                    <a:pt x="800" y="11064"/>
                    <a:pt x="645" y="10961"/>
                    <a:pt x="645" y="10794"/>
                  </a:cubicBezTo>
                  <a:cubicBezTo>
                    <a:pt x="645" y="10639"/>
                    <a:pt x="800" y="10536"/>
                    <a:pt x="967" y="10536"/>
                  </a:cubicBezTo>
                  <a:close/>
                  <a:moveTo>
                    <a:pt x="27504" y="10097"/>
                  </a:moveTo>
                  <a:cubicBezTo>
                    <a:pt x="27878" y="10097"/>
                    <a:pt x="28201" y="10420"/>
                    <a:pt x="28201" y="10794"/>
                  </a:cubicBezTo>
                  <a:cubicBezTo>
                    <a:pt x="28201" y="11180"/>
                    <a:pt x="27878" y="11503"/>
                    <a:pt x="27504" y="11503"/>
                  </a:cubicBezTo>
                  <a:cubicBezTo>
                    <a:pt x="27130" y="11503"/>
                    <a:pt x="26808" y="11180"/>
                    <a:pt x="26808" y="10794"/>
                  </a:cubicBezTo>
                  <a:cubicBezTo>
                    <a:pt x="26808" y="10420"/>
                    <a:pt x="27130" y="10097"/>
                    <a:pt x="27504" y="10097"/>
                  </a:cubicBezTo>
                  <a:close/>
                  <a:moveTo>
                    <a:pt x="916" y="1"/>
                  </a:moveTo>
                  <a:cubicBezTo>
                    <a:pt x="645" y="1"/>
                    <a:pt x="426" y="104"/>
                    <a:pt x="271" y="272"/>
                  </a:cubicBezTo>
                  <a:cubicBezTo>
                    <a:pt x="103" y="426"/>
                    <a:pt x="0" y="697"/>
                    <a:pt x="0" y="916"/>
                  </a:cubicBezTo>
                  <a:lnTo>
                    <a:pt x="0" y="13437"/>
                  </a:lnTo>
                  <a:cubicBezTo>
                    <a:pt x="323" y="13269"/>
                    <a:pt x="593" y="13115"/>
                    <a:pt x="916" y="12999"/>
                  </a:cubicBezTo>
                  <a:cubicBezTo>
                    <a:pt x="1341" y="12792"/>
                    <a:pt x="1767" y="12625"/>
                    <a:pt x="2205" y="12470"/>
                  </a:cubicBezTo>
                  <a:lnTo>
                    <a:pt x="2257" y="12470"/>
                  </a:lnTo>
                  <a:lnTo>
                    <a:pt x="2257" y="1716"/>
                  </a:lnTo>
                  <a:lnTo>
                    <a:pt x="26486" y="1716"/>
                  </a:lnTo>
                  <a:lnTo>
                    <a:pt x="26486" y="12470"/>
                  </a:lnTo>
                  <a:lnTo>
                    <a:pt x="26537" y="12470"/>
                  </a:lnTo>
                  <a:cubicBezTo>
                    <a:pt x="26963" y="12625"/>
                    <a:pt x="27401" y="12792"/>
                    <a:pt x="27827" y="12999"/>
                  </a:cubicBezTo>
                  <a:cubicBezTo>
                    <a:pt x="28097" y="13115"/>
                    <a:pt x="28420" y="13269"/>
                    <a:pt x="28742" y="13437"/>
                  </a:cubicBezTo>
                  <a:lnTo>
                    <a:pt x="28742" y="916"/>
                  </a:lnTo>
                  <a:cubicBezTo>
                    <a:pt x="28742" y="697"/>
                    <a:pt x="28639" y="426"/>
                    <a:pt x="28471" y="272"/>
                  </a:cubicBezTo>
                  <a:cubicBezTo>
                    <a:pt x="28317" y="104"/>
                    <a:pt x="28046" y="1"/>
                    <a:pt x="2782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03;p32">
              <a:extLst>
                <a:ext uri="{FF2B5EF4-FFF2-40B4-BE49-F238E27FC236}">
                  <a16:creationId xmlns:a16="http://schemas.microsoft.com/office/drawing/2014/main" id="{08664DFB-E90E-FF72-B0A5-7F95C1D38C10}"/>
                </a:ext>
              </a:extLst>
            </p:cNvPr>
            <p:cNvSpPr/>
            <p:nvPr/>
          </p:nvSpPr>
          <p:spPr>
            <a:xfrm>
              <a:off x="397987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594" y="0"/>
                    <a:pt x="490" y="52"/>
                    <a:pt x="374" y="103"/>
                  </a:cubicBezTo>
                  <a:cubicBezTo>
                    <a:pt x="271" y="168"/>
                    <a:pt x="220" y="219"/>
                    <a:pt x="168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4" y="967"/>
                    <a:pt x="1071" y="967"/>
                  </a:cubicBezTo>
                  <a:cubicBezTo>
                    <a:pt x="1612" y="967"/>
                    <a:pt x="2154" y="1070"/>
                    <a:pt x="2154" y="1070"/>
                  </a:cubicBezTo>
                  <a:cubicBezTo>
                    <a:pt x="2205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5" y="1290"/>
                  </a:lnTo>
                  <a:lnTo>
                    <a:pt x="2205" y="1341"/>
                  </a:lnTo>
                  <a:cubicBezTo>
                    <a:pt x="2154" y="1341"/>
                    <a:pt x="2102" y="1393"/>
                    <a:pt x="2038" y="1509"/>
                  </a:cubicBezTo>
                  <a:cubicBezTo>
                    <a:pt x="1935" y="1612"/>
                    <a:pt x="1780" y="1831"/>
                    <a:pt x="1561" y="2038"/>
                  </a:cubicBezTo>
                  <a:cubicBezTo>
                    <a:pt x="1187" y="2476"/>
                    <a:pt x="697" y="3121"/>
                    <a:pt x="374" y="3765"/>
                  </a:cubicBezTo>
                  <a:cubicBezTo>
                    <a:pt x="104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68" y="5480"/>
                  </a:cubicBezTo>
                  <a:cubicBezTo>
                    <a:pt x="271" y="5584"/>
                    <a:pt x="374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80" y="5480"/>
                    <a:pt x="1831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5" y="2747"/>
                  </a:cubicBezTo>
                  <a:cubicBezTo>
                    <a:pt x="1935" y="2308"/>
                    <a:pt x="2154" y="1934"/>
                    <a:pt x="2476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3" y="426"/>
                  </a:lnTo>
                  <a:cubicBezTo>
                    <a:pt x="2850" y="490"/>
                    <a:pt x="2747" y="490"/>
                    <a:pt x="2579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5" y="374"/>
                    <a:pt x="1509" y="323"/>
                    <a:pt x="1341" y="219"/>
                  </a:cubicBezTo>
                  <a:cubicBezTo>
                    <a:pt x="1187" y="52"/>
                    <a:pt x="916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04;p32">
              <a:extLst>
                <a:ext uri="{FF2B5EF4-FFF2-40B4-BE49-F238E27FC236}">
                  <a16:creationId xmlns:a16="http://schemas.microsoft.com/office/drawing/2014/main" id="{00C121AC-C0B5-B05B-B533-BB7428D5DB2C}"/>
                </a:ext>
              </a:extLst>
            </p:cNvPr>
            <p:cNvSpPr/>
            <p:nvPr/>
          </p:nvSpPr>
          <p:spPr>
            <a:xfrm>
              <a:off x="3565000" y="5007825"/>
              <a:ext cx="33550" cy="37750"/>
            </a:xfrm>
            <a:custGeom>
              <a:avLst/>
              <a:gdLst/>
              <a:ahLst/>
              <a:cxnLst/>
              <a:rect l="l" t="t" r="r" b="b"/>
              <a:pathLst>
                <a:path w="1342" h="1510" extrusionOk="0">
                  <a:moveTo>
                    <a:pt x="696" y="0"/>
                  </a:moveTo>
                  <a:cubicBezTo>
                    <a:pt x="529" y="0"/>
                    <a:pt x="426" y="52"/>
                    <a:pt x="322" y="104"/>
                  </a:cubicBezTo>
                  <a:cubicBezTo>
                    <a:pt x="206" y="155"/>
                    <a:pt x="103" y="220"/>
                    <a:pt x="52" y="271"/>
                  </a:cubicBezTo>
                  <a:cubicBezTo>
                    <a:pt x="0" y="323"/>
                    <a:pt x="0" y="374"/>
                    <a:pt x="0" y="374"/>
                  </a:cubicBezTo>
                  <a:lnTo>
                    <a:pt x="0" y="426"/>
                  </a:lnTo>
                  <a:cubicBezTo>
                    <a:pt x="0" y="748"/>
                    <a:pt x="155" y="967"/>
                    <a:pt x="322" y="1187"/>
                  </a:cubicBezTo>
                  <a:cubicBezTo>
                    <a:pt x="477" y="1341"/>
                    <a:pt x="645" y="1445"/>
                    <a:pt x="748" y="1445"/>
                  </a:cubicBezTo>
                  <a:lnTo>
                    <a:pt x="800" y="1509"/>
                  </a:lnTo>
                  <a:lnTo>
                    <a:pt x="851" y="1445"/>
                  </a:lnTo>
                  <a:cubicBezTo>
                    <a:pt x="903" y="1445"/>
                    <a:pt x="967" y="1393"/>
                    <a:pt x="1019" y="1341"/>
                  </a:cubicBezTo>
                  <a:cubicBezTo>
                    <a:pt x="1122" y="1290"/>
                    <a:pt x="1225" y="1187"/>
                    <a:pt x="1290" y="1019"/>
                  </a:cubicBezTo>
                  <a:cubicBezTo>
                    <a:pt x="1341" y="916"/>
                    <a:pt x="1341" y="864"/>
                    <a:pt x="1341" y="748"/>
                  </a:cubicBezTo>
                  <a:cubicBezTo>
                    <a:pt x="1341" y="594"/>
                    <a:pt x="1341" y="477"/>
                    <a:pt x="1225" y="323"/>
                  </a:cubicBezTo>
                  <a:cubicBezTo>
                    <a:pt x="1122" y="220"/>
                    <a:pt x="1019" y="155"/>
                    <a:pt x="967" y="104"/>
                  </a:cubicBezTo>
                  <a:cubicBezTo>
                    <a:pt x="851" y="52"/>
                    <a:pt x="748" y="0"/>
                    <a:pt x="696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05;p32">
              <a:extLst>
                <a:ext uri="{FF2B5EF4-FFF2-40B4-BE49-F238E27FC236}">
                  <a16:creationId xmlns:a16="http://schemas.microsoft.com/office/drawing/2014/main" id="{815C27C1-995F-3198-E00A-0D42DF32E691}"/>
                </a:ext>
              </a:extLst>
            </p:cNvPr>
            <p:cNvSpPr/>
            <p:nvPr/>
          </p:nvSpPr>
          <p:spPr>
            <a:xfrm>
              <a:off x="3950225" y="4783450"/>
              <a:ext cx="128950" cy="213750"/>
            </a:xfrm>
            <a:custGeom>
              <a:avLst/>
              <a:gdLst/>
              <a:ahLst/>
              <a:cxnLst/>
              <a:rect l="l" t="t" r="r" b="b"/>
              <a:pathLst>
                <a:path w="5158" h="8550" extrusionOk="0">
                  <a:moveTo>
                    <a:pt x="1934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8" y="1342"/>
                    <a:pt x="2966" y="1458"/>
                    <a:pt x="3172" y="1458"/>
                  </a:cubicBezTo>
                  <a:cubicBezTo>
                    <a:pt x="3391" y="1509"/>
                    <a:pt x="3611" y="1509"/>
                    <a:pt x="3765" y="1509"/>
                  </a:cubicBezTo>
                  <a:lnTo>
                    <a:pt x="4139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3" y="1509"/>
                  </a:lnTo>
                  <a:lnTo>
                    <a:pt x="4513" y="1716"/>
                  </a:lnTo>
                  <a:cubicBezTo>
                    <a:pt x="4513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66" y="4514"/>
                    <a:pt x="2850" y="4939"/>
                    <a:pt x="2850" y="5326"/>
                  </a:cubicBezTo>
                  <a:cubicBezTo>
                    <a:pt x="2850" y="5803"/>
                    <a:pt x="2966" y="6229"/>
                    <a:pt x="3340" y="6551"/>
                  </a:cubicBezTo>
                  <a:cubicBezTo>
                    <a:pt x="3340" y="6616"/>
                    <a:pt x="3391" y="6667"/>
                    <a:pt x="3340" y="6719"/>
                  </a:cubicBezTo>
                  <a:cubicBezTo>
                    <a:pt x="3340" y="6719"/>
                    <a:pt x="3224" y="6874"/>
                    <a:pt x="3017" y="7041"/>
                  </a:cubicBezTo>
                  <a:cubicBezTo>
                    <a:pt x="2850" y="7144"/>
                    <a:pt x="2527" y="7312"/>
                    <a:pt x="2154" y="7312"/>
                  </a:cubicBezTo>
                  <a:cubicBezTo>
                    <a:pt x="1999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32" y="6770"/>
                    <a:pt x="916" y="6500"/>
                    <a:pt x="916" y="6293"/>
                  </a:cubicBezTo>
                  <a:cubicBezTo>
                    <a:pt x="916" y="5906"/>
                    <a:pt x="1083" y="5429"/>
                    <a:pt x="1354" y="4888"/>
                  </a:cubicBezTo>
                  <a:cubicBezTo>
                    <a:pt x="1883" y="3921"/>
                    <a:pt x="2747" y="2954"/>
                    <a:pt x="3069" y="2580"/>
                  </a:cubicBezTo>
                  <a:lnTo>
                    <a:pt x="3017" y="2528"/>
                  </a:lnTo>
                  <a:cubicBezTo>
                    <a:pt x="2798" y="2528"/>
                    <a:pt x="2527" y="2477"/>
                    <a:pt x="2257" y="2477"/>
                  </a:cubicBezTo>
                  <a:cubicBezTo>
                    <a:pt x="2102" y="2477"/>
                    <a:pt x="1934" y="2528"/>
                    <a:pt x="1780" y="2528"/>
                  </a:cubicBezTo>
                  <a:cubicBezTo>
                    <a:pt x="1676" y="2580"/>
                    <a:pt x="1560" y="2580"/>
                    <a:pt x="1457" y="2683"/>
                  </a:cubicBezTo>
                  <a:cubicBezTo>
                    <a:pt x="1406" y="2683"/>
                    <a:pt x="1406" y="2747"/>
                    <a:pt x="1354" y="2799"/>
                  </a:cubicBezTo>
                  <a:cubicBezTo>
                    <a:pt x="1354" y="2850"/>
                    <a:pt x="1290" y="2850"/>
                    <a:pt x="1238" y="2850"/>
                  </a:cubicBezTo>
                  <a:cubicBezTo>
                    <a:pt x="1186" y="2850"/>
                    <a:pt x="1135" y="2850"/>
                    <a:pt x="1135" y="2799"/>
                  </a:cubicBezTo>
                  <a:cubicBezTo>
                    <a:pt x="1135" y="2799"/>
                    <a:pt x="967" y="2477"/>
                    <a:pt x="967" y="2103"/>
                  </a:cubicBezTo>
                  <a:cubicBezTo>
                    <a:pt x="967" y="1935"/>
                    <a:pt x="1032" y="1716"/>
                    <a:pt x="1083" y="1561"/>
                  </a:cubicBezTo>
                  <a:cubicBezTo>
                    <a:pt x="1186" y="1393"/>
                    <a:pt x="1290" y="1239"/>
                    <a:pt x="1457" y="1187"/>
                  </a:cubicBezTo>
                  <a:cubicBezTo>
                    <a:pt x="1560" y="1071"/>
                    <a:pt x="1728" y="1071"/>
                    <a:pt x="1934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3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3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06;p32">
              <a:extLst>
                <a:ext uri="{FF2B5EF4-FFF2-40B4-BE49-F238E27FC236}">
                  <a16:creationId xmlns:a16="http://schemas.microsoft.com/office/drawing/2014/main" id="{FF6D1FE9-5D84-65D8-6B93-C66CFEA9A5EF}"/>
                </a:ext>
              </a:extLst>
            </p:cNvPr>
            <p:cNvSpPr/>
            <p:nvPr/>
          </p:nvSpPr>
          <p:spPr>
            <a:xfrm>
              <a:off x="3531150" y="4952700"/>
              <a:ext cx="4200" cy="5500"/>
            </a:xfrm>
            <a:custGeom>
              <a:avLst/>
              <a:gdLst/>
              <a:ahLst/>
              <a:cxnLst/>
              <a:rect l="l" t="t" r="r" b="b"/>
              <a:pathLst>
                <a:path w="168" h="220" extrusionOk="0">
                  <a:moveTo>
                    <a:pt x="116" y="0"/>
                  </a:moveTo>
                  <a:cubicBezTo>
                    <a:pt x="65" y="0"/>
                    <a:pt x="0" y="52"/>
                    <a:pt x="0" y="104"/>
                  </a:cubicBezTo>
                  <a:cubicBezTo>
                    <a:pt x="0" y="168"/>
                    <a:pt x="65" y="220"/>
                    <a:pt x="116" y="220"/>
                  </a:cubicBezTo>
                  <a:cubicBezTo>
                    <a:pt x="168" y="220"/>
                    <a:pt x="168" y="168"/>
                    <a:pt x="168" y="104"/>
                  </a:cubicBezTo>
                  <a:cubicBezTo>
                    <a:pt x="168" y="52"/>
                    <a:pt x="168" y="0"/>
                    <a:pt x="116" y="0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07;p32">
              <a:extLst>
                <a:ext uri="{FF2B5EF4-FFF2-40B4-BE49-F238E27FC236}">
                  <a16:creationId xmlns:a16="http://schemas.microsoft.com/office/drawing/2014/main" id="{6715A373-2A4F-6259-C9FF-A992D60D0551}"/>
                </a:ext>
              </a:extLst>
            </p:cNvPr>
            <p:cNvSpPr/>
            <p:nvPr/>
          </p:nvSpPr>
          <p:spPr>
            <a:xfrm>
              <a:off x="3565000" y="5017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08;p32">
              <a:extLst>
                <a:ext uri="{FF2B5EF4-FFF2-40B4-BE49-F238E27FC236}">
                  <a16:creationId xmlns:a16="http://schemas.microsoft.com/office/drawing/2014/main" id="{3B0922DD-FCDB-DA5E-FD52-4BB08028F194}"/>
                </a:ext>
              </a:extLst>
            </p:cNvPr>
            <p:cNvSpPr/>
            <p:nvPr/>
          </p:nvSpPr>
          <p:spPr>
            <a:xfrm>
              <a:off x="4183925" y="4942050"/>
              <a:ext cx="27100" cy="26800"/>
            </a:xfrm>
            <a:custGeom>
              <a:avLst/>
              <a:gdLst/>
              <a:ahLst/>
              <a:cxnLst/>
              <a:rect l="l" t="t" r="r" b="b"/>
              <a:pathLst>
                <a:path w="1084" h="1072" extrusionOk="0">
                  <a:moveTo>
                    <a:pt x="542" y="1"/>
                  </a:moveTo>
                  <a:cubicBezTo>
                    <a:pt x="388" y="1"/>
                    <a:pt x="272" y="52"/>
                    <a:pt x="168" y="156"/>
                  </a:cubicBezTo>
                  <a:cubicBezTo>
                    <a:pt x="117" y="272"/>
                    <a:pt x="1" y="375"/>
                    <a:pt x="1" y="530"/>
                  </a:cubicBezTo>
                  <a:cubicBezTo>
                    <a:pt x="1" y="697"/>
                    <a:pt x="117" y="800"/>
                    <a:pt x="168" y="916"/>
                  </a:cubicBezTo>
                  <a:cubicBezTo>
                    <a:pt x="272" y="1020"/>
                    <a:pt x="388" y="1071"/>
                    <a:pt x="542" y="1071"/>
                  </a:cubicBezTo>
                  <a:cubicBezTo>
                    <a:pt x="710" y="1071"/>
                    <a:pt x="813" y="1020"/>
                    <a:pt x="916" y="916"/>
                  </a:cubicBezTo>
                  <a:cubicBezTo>
                    <a:pt x="1032" y="800"/>
                    <a:pt x="1084" y="697"/>
                    <a:pt x="1084" y="530"/>
                  </a:cubicBezTo>
                  <a:cubicBezTo>
                    <a:pt x="1084" y="375"/>
                    <a:pt x="1032" y="272"/>
                    <a:pt x="916" y="156"/>
                  </a:cubicBezTo>
                  <a:cubicBezTo>
                    <a:pt x="813" y="52"/>
                    <a:pt x="710" y="1"/>
                    <a:pt x="542" y="1"/>
                  </a:cubicBezTo>
                  <a:close/>
                </a:path>
              </a:pathLst>
            </a:custGeom>
            <a:solidFill>
              <a:srgbClr val="334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09;p32">
              <a:extLst>
                <a:ext uri="{FF2B5EF4-FFF2-40B4-BE49-F238E27FC236}">
                  <a16:creationId xmlns:a16="http://schemas.microsoft.com/office/drawing/2014/main" id="{6F99FF8F-11A7-9187-D573-30D3BF30FAB0}"/>
                </a:ext>
              </a:extLst>
            </p:cNvPr>
            <p:cNvSpPr/>
            <p:nvPr/>
          </p:nvSpPr>
          <p:spPr>
            <a:xfrm>
              <a:off x="3520500" y="5085825"/>
              <a:ext cx="697300" cy="139625"/>
            </a:xfrm>
            <a:custGeom>
              <a:avLst/>
              <a:gdLst/>
              <a:ahLst/>
              <a:cxnLst/>
              <a:rect l="l" t="t" r="r" b="b"/>
              <a:pathLst>
                <a:path w="27892" h="5585" extrusionOk="0">
                  <a:moveTo>
                    <a:pt x="1832" y="1"/>
                  </a:moveTo>
                  <a:cubicBezTo>
                    <a:pt x="1664" y="104"/>
                    <a:pt x="1458" y="207"/>
                    <a:pt x="1290" y="375"/>
                  </a:cubicBezTo>
                  <a:cubicBezTo>
                    <a:pt x="1071" y="478"/>
                    <a:pt x="916" y="646"/>
                    <a:pt x="749" y="749"/>
                  </a:cubicBezTo>
                  <a:cubicBezTo>
                    <a:pt x="749" y="800"/>
                    <a:pt x="697" y="852"/>
                    <a:pt x="697" y="903"/>
                  </a:cubicBezTo>
                  <a:cubicBezTo>
                    <a:pt x="645" y="903"/>
                    <a:pt x="645" y="903"/>
                    <a:pt x="645" y="968"/>
                  </a:cubicBezTo>
                  <a:lnTo>
                    <a:pt x="645" y="1342"/>
                  </a:lnTo>
                  <a:cubicBezTo>
                    <a:pt x="594" y="1548"/>
                    <a:pt x="594" y="1767"/>
                    <a:pt x="594" y="2038"/>
                  </a:cubicBezTo>
                  <a:cubicBezTo>
                    <a:pt x="542" y="2954"/>
                    <a:pt x="426" y="3869"/>
                    <a:pt x="168" y="4772"/>
                  </a:cubicBezTo>
                  <a:cubicBezTo>
                    <a:pt x="104" y="4991"/>
                    <a:pt x="52" y="5210"/>
                    <a:pt x="1" y="5417"/>
                  </a:cubicBezTo>
                  <a:cubicBezTo>
                    <a:pt x="104" y="5533"/>
                    <a:pt x="323" y="5584"/>
                    <a:pt x="491" y="5584"/>
                  </a:cubicBezTo>
                  <a:lnTo>
                    <a:pt x="27402" y="5584"/>
                  </a:lnTo>
                  <a:cubicBezTo>
                    <a:pt x="27569" y="5584"/>
                    <a:pt x="27724" y="5533"/>
                    <a:pt x="27892" y="5417"/>
                  </a:cubicBezTo>
                  <a:cubicBezTo>
                    <a:pt x="27827" y="5210"/>
                    <a:pt x="27776" y="4991"/>
                    <a:pt x="27724" y="4772"/>
                  </a:cubicBezTo>
                  <a:cubicBezTo>
                    <a:pt x="27453" y="3869"/>
                    <a:pt x="27350" y="2954"/>
                    <a:pt x="27299" y="2038"/>
                  </a:cubicBezTo>
                  <a:cubicBezTo>
                    <a:pt x="27299" y="1767"/>
                    <a:pt x="27247" y="1548"/>
                    <a:pt x="27247" y="1342"/>
                  </a:cubicBezTo>
                  <a:lnTo>
                    <a:pt x="27247" y="968"/>
                  </a:lnTo>
                  <a:cubicBezTo>
                    <a:pt x="27247" y="903"/>
                    <a:pt x="27247" y="903"/>
                    <a:pt x="27182" y="903"/>
                  </a:cubicBezTo>
                  <a:cubicBezTo>
                    <a:pt x="27182" y="852"/>
                    <a:pt x="27131" y="800"/>
                    <a:pt x="27131" y="749"/>
                  </a:cubicBezTo>
                  <a:cubicBezTo>
                    <a:pt x="26976" y="646"/>
                    <a:pt x="26757" y="478"/>
                    <a:pt x="26602" y="375"/>
                  </a:cubicBezTo>
                  <a:cubicBezTo>
                    <a:pt x="26435" y="207"/>
                    <a:pt x="26215" y="104"/>
                    <a:pt x="26061" y="1"/>
                  </a:cubicBezTo>
                  <a:lnTo>
                    <a:pt x="26061" y="3753"/>
                  </a:lnTo>
                  <a:lnTo>
                    <a:pt x="26061" y="3869"/>
                  </a:lnTo>
                  <a:lnTo>
                    <a:pt x="1832" y="3869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10;p32">
              <a:extLst>
                <a:ext uri="{FF2B5EF4-FFF2-40B4-BE49-F238E27FC236}">
                  <a16:creationId xmlns:a16="http://schemas.microsoft.com/office/drawing/2014/main" id="{FE7E55F5-7847-55F3-B9B9-27211DEBE4D6}"/>
                </a:ext>
              </a:extLst>
            </p:cNvPr>
            <p:cNvSpPr/>
            <p:nvPr/>
          </p:nvSpPr>
          <p:spPr>
            <a:xfrm>
              <a:off x="3270675" y="4889525"/>
              <a:ext cx="339800" cy="572200"/>
            </a:xfrm>
            <a:custGeom>
              <a:avLst/>
              <a:gdLst/>
              <a:ahLst/>
              <a:cxnLst/>
              <a:rect l="l" t="t" r="r" b="b"/>
              <a:pathLst>
                <a:path w="13592" h="22888" extrusionOk="0">
                  <a:moveTo>
                    <a:pt x="12469" y="4513"/>
                  </a:moveTo>
                  <a:cubicBezTo>
                    <a:pt x="12573" y="4513"/>
                    <a:pt x="12676" y="4513"/>
                    <a:pt x="12843" y="4629"/>
                  </a:cubicBezTo>
                  <a:cubicBezTo>
                    <a:pt x="12947" y="4681"/>
                    <a:pt x="13063" y="4784"/>
                    <a:pt x="13166" y="4887"/>
                  </a:cubicBezTo>
                  <a:cubicBezTo>
                    <a:pt x="13320" y="5106"/>
                    <a:pt x="13385" y="5274"/>
                    <a:pt x="13385" y="5480"/>
                  </a:cubicBezTo>
                  <a:cubicBezTo>
                    <a:pt x="13385" y="5699"/>
                    <a:pt x="13320" y="5854"/>
                    <a:pt x="13217" y="6022"/>
                  </a:cubicBezTo>
                  <a:cubicBezTo>
                    <a:pt x="13114" y="6177"/>
                    <a:pt x="12947" y="6293"/>
                    <a:pt x="12843" y="6344"/>
                  </a:cubicBezTo>
                  <a:cubicBezTo>
                    <a:pt x="12792" y="6396"/>
                    <a:pt x="12740" y="6447"/>
                    <a:pt x="12624" y="6447"/>
                  </a:cubicBezTo>
                  <a:lnTo>
                    <a:pt x="12521" y="6447"/>
                  </a:lnTo>
                  <a:cubicBezTo>
                    <a:pt x="12469" y="6447"/>
                    <a:pt x="12469" y="6447"/>
                    <a:pt x="12418" y="6396"/>
                  </a:cubicBezTo>
                  <a:cubicBezTo>
                    <a:pt x="12353" y="6396"/>
                    <a:pt x="12250" y="6344"/>
                    <a:pt x="12147" y="6293"/>
                  </a:cubicBezTo>
                  <a:cubicBezTo>
                    <a:pt x="11979" y="6177"/>
                    <a:pt x="11825" y="6022"/>
                    <a:pt x="11657" y="5751"/>
                  </a:cubicBezTo>
                  <a:cubicBezTo>
                    <a:pt x="11605" y="5596"/>
                    <a:pt x="11502" y="5377"/>
                    <a:pt x="11554" y="5158"/>
                  </a:cubicBezTo>
                  <a:lnTo>
                    <a:pt x="11554" y="5055"/>
                  </a:lnTo>
                  <a:lnTo>
                    <a:pt x="11554" y="4952"/>
                  </a:lnTo>
                  <a:cubicBezTo>
                    <a:pt x="11605" y="4952"/>
                    <a:pt x="11605" y="4887"/>
                    <a:pt x="11605" y="4887"/>
                  </a:cubicBezTo>
                  <a:cubicBezTo>
                    <a:pt x="11657" y="4836"/>
                    <a:pt x="11773" y="4732"/>
                    <a:pt x="11825" y="4681"/>
                  </a:cubicBezTo>
                  <a:cubicBezTo>
                    <a:pt x="11979" y="4565"/>
                    <a:pt x="12199" y="4513"/>
                    <a:pt x="12469" y="4513"/>
                  </a:cubicBezTo>
                  <a:close/>
                  <a:moveTo>
                    <a:pt x="8838" y="6550"/>
                  </a:moveTo>
                  <a:cubicBezTo>
                    <a:pt x="8902" y="6550"/>
                    <a:pt x="8990" y="6706"/>
                    <a:pt x="9078" y="6937"/>
                  </a:cubicBezTo>
                  <a:cubicBezTo>
                    <a:pt x="9246" y="7208"/>
                    <a:pt x="9297" y="7363"/>
                    <a:pt x="9246" y="7363"/>
                  </a:cubicBezTo>
                  <a:cubicBezTo>
                    <a:pt x="9246" y="7370"/>
                    <a:pt x="9244" y="7373"/>
                    <a:pt x="9240" y="7373"/>
                  </a:cubicBezTo>
                  <a:cubicBezTo>
                    <a:pt x="9215" y="7373"/>
                    <a:pt x="9110" y="7225"/>
                    <a:pt x="8975" y="6989"/>
                  </a:cubicBezTo>
                  <a:cubicBezTo>
                    <a:pt x="8872" y="6718"/>
                    <a:pt x="8807" y="6563"/>
                    <a:pt x="8807" y="6563"/>
                  </a:cubicBezTo>
                  <a:cubicBezTo>
                    <a:pt x="8817" y="6554"/>
                    <a:pt x="8827" y="6550"/>
                    <a:pt x="8838" y="6550"/>
                  </a:cubicBezTo>
                  <a:close/>
                  <a:moveTo>
                    <a:pt x="9349" y="0"/>
                  </a:moveTo>
                  <a:cubicBezTo>
                    <a:pt x="9027" y="116"/>
                    <a:pt x="8756" y="219"/>
                    <a:pt x="8485" y="322"/>
                  </a:cubicBezTo>
                  <a:lnTo>
                    <a:pt x="8382" y="374"/>
                  </a:lnTo>
                  <a:cubicBezTo>
                    <a:pt x="8382" y="374"/>
                    <a:pt x="8330" y="374"/>
                    <a:pt x="8330" y="438"/>
                  </a:cubicBezTo>
                  <a:cubicBezTo>
                    <a:pt x="8279" y="490"/>
                    <a:pt x="8227" y="542"/>
                    <a:pt x="8163" y="593"/>
                  </a:cubicBezTo>
                  <a:cubicBezTo>
                    <a:pt x="8008" y="696"/>
                    <a:pt x="7905" y="812"/>
                    <a:pt x="7789" y="916"/>
                  </a:cubicBezTo>
                  <a:cubicBezTo>
                    <a:pt x="7363" y="1457"/>
                    <a:pt x="6938" y="1986"/>
                    <a:pt x="6499" y="2476"/>
                  </a:cubicBezTo>
                  <a:cubicBezTo>
                    <a:pt x="6125" y="3017"/>
                    <a:pt x="5751" y="3598"/>
                    <a:pt x="5377" y="4139"/>
                  </a:cubicBezTo>
                  <a:cubicBezTo>
                    <a:pt x="5003" y="4732"/>
                    <a:pt x="4681" y="5326"/>
                    <a:pt x="4410" y="5919"/>
                  </a:cubicBezTo>
                  <a:cubicBezTo>
                    <a:pt x="4140" y="6499"/>
                    <a:pt x="4036" y="7208"/>
                    <a:pt x="3920" y="7853"/>
                  </a:cubicBezTo>
                  <a:cubicBezTo>
                    <a:pt x="3869" y="8498"/>
                    <a:pt x="3817" y="9194"/>
                    <a:pt x="3817" y="9839"/>
                  </a:cubicBezTo>
                  <a:cubicBezTo>
                    <a:pt x="3766" y="10535"/>
                    <a:pt x="3766" y="11180"/>
                    <a:pt x="3817" y="11876"/>
                  </a:cubicBezTo>
                  <a:cubicBezTo>
                    <a:pt x="3817" y="12521"/>
                    <a:pt x="3869" y="13217"/>
                    <a:pt x="3920" y="13862"/>
                  </a:cubicBezTo>
                  <a:lnTo>
                    <a:pt x="3920" y="13913"/>
                  </a:lnTo>
                  <a:lnTo>
                    <a:pt x="0" y="22888"/>
                  </a:lnTo>
                  <a:lnTo>
                    <a:pt x="6989" y="22888"/>
                  </a:lnTo>
                  <a:lnTo>
                    <a:pt x="8923" y="15151"/>
                  </a:lnTo>
                  <a:lnTo>
                    <a:pt x="8923" y="15100"/>
                  </a:lnTo>
                  <a:cubicBezTo>
                    <a:pt x="9401" y="14300"/>
                    <a:pt x="9723" y="13436"/>
                    <a:pt x="9942" y="12572"/>
                  </a:cubicBezTo>
                  <a:cubicBezTo>
                    <a:pt x="10161" y="11657"/>
                    <a:pt x="10264" y="10754"/>
                    <a:pt x="10316" y="9839"/>
                  </a:cubicBezTo>
                  <a:cubicBezTo>
                    <a:pt x="10316" y="9619"/>
                    <a:pt x="10368" y="9400"/>
                    <a:pt x="10368" y="9194"/>
                  </a:cubicBezTo>
                  <a:lnTo>
                    <a:pt x="10368" y="8820"/>
                  </a:lnTo>
                  <a:lnTo>
                    <a:pt x="10368" y="8755"/>
                  </a:lnTo>
                  <a:lnTo>
                    <a:pt x="10368" y="8704"/>
                  </a:lnTo>
                  <a:lnTo>
                    <a:pt x="10368" y="8652"/>
                  </a:lnTo>
                  <a:cubicBezTo>
                    <a:pt x="10419" y="8652"/>
                    <a:pt x="10419" y="8601"/>
                    <a:pt x="10419" y="8601"/>
                  </a:cubicBezTo>
                  <a:cubicBezTo>
                    <a:pt x="10484" y="8549"/>
                    <a:pt x="10535" y="8498"/>
                    <a:pt x="10587" y="8433"/>
                  </a:cubicBezTo>
                  <a:cubicBezTo>
                    <a:pt x="10742" y="8278"/>
                    <a:pt x="10909" y="8111"/>
                    <a:pt x="11128" y="8008"/>
                  </a:cubicBezTo>
                  <a:cubicBezTo>
                    <a:pt x="11335" y="7853"/>
                    <a:pt x="11502" y="7737"/>
                    <a:pt x="11709" y="7582"/>
                  </a:cubicBezTo>
                  <a:cubicBezTo>
                    <a:pt x="12095" y="7363"/>
                    <a:pt x="12469" y="7092"/>
                    <a:pt x="12792" y="6770"/>
                  </a:cubicBezTo>
                  <a:cubicBezTo>
                    <a:pt x="12947" y="6615"/>
                    <a:pt x="13063" y="6447"/>
                    <a:pt x="13217" y="6241"/>
                  </a:cubicBezTo>
                  <a:cubicBezTo>
                    <a:pt x="13320" y="6073"/>
                    <a:pt x="13437" y="5854"/>
                    <a:pt x="13488" y="5699"/>
                  </a:cubicBezTo>
                  <a:cubicBezTo>
                    <a:pt x="13540" y="5596"/>
                    <a:pt x="13591" y="5480"/>
                    <a:pt x="13540" y="5429"/>
                  </a:cubicBezTo>
                  <a:lnTo>
                    <a:pt x="13540" y="5326"/>
                  </a:lnTo>
                  <a:lnTo>
                    <a:pt x="13540" y="5274"/>
                  </a:lnTo>
                  <a:cubicBezTo>
                    <a:pt x="13488" y="5209"/>
                    <a:pt x="13488" y="5158"/>
                    <a:pt x="13488" y="5158"/>
                  </a:cubicBezTo>
                  <a:cubicBezTo>
                    <a:pt x="13385" y="4952"/>
                    <a:pt x="13217" y="4784"/>
                    <a:pt x="13063" y="4681"/>
                  </a:cubicBezTo>
                  <a:cubicBezTo>
                    <a:pt x="12879" y="4527"/>
                    <a:pt x="12658" y="4460"/>
                    <a:pt x="12423" y="4460"/>
                  </a:cubicBezTo>
                  <a:cubicBezTo>
                    <a:pt x="12245" y="4460"/>
                    <a:pt x="12059" y="4498"/>
                    <a:pt x="11876" y="4565"/>
                  </a:cubicBezTo>
                  <a:cubicBezTo>
                    <a:pt x="11451" y="4732"/>
                    <a:pt x="11012" y="4887"/>
                    <a:pt x="10587" y="5055"/>
                  </a:cubicBezTo>
                  <a:cubicBezTo>
                    <a:pt x="10161" y="5274"/>
                    <a:pt x="9774" y="5480"/>
                    <a:pt x="9349" y="5648"/>
                  </a:cubicBezTo>
                  <a:cubicBezTo>
                    <a:pt x="8923" y="5854"/>
                    <a:pt x="8549" y="6073"/>
                    <a:pt x="8111" y="6344"/>
                  </a:cubicBezTo>
                  <a:cubicBezTo>
                    <a:pt x="7956" y="6447"/>
                    <a:pt x="7737" y="6563"/>
                    <a:pt x="7582" y="6667"/>
                  </a:cubicBezTo>
                  <a:lnTo>
                    <a:pt x="7415" y="6770"/>
                  </a:lnTo>
                  <a:cubicBezTo>
                    <a:pt x="7363" y="6821"/>
                    <a:pt x="7363" y="6821"/>
                    <a:pt x="7312" y="6886"/>
                  </a:cubicBezTo>
                  <a:cubicBezTo>
                    <a:pt x="7260" y="6937"/>
                    <a:pt x="7196" y="6937"/>
                    <a:pt x="7196" y="6989"/>
                  </a:cubicBezTo>
                  <a:lnTo>
                    <a:pt x="7144" y="7041"/>
                  </a:lnTo>
                  <a:lnTo>
                    <a:pt x="7092" y="7092"/>
                  </a:lnTo>
                  <a:cubicBezTo>
                    <a:pt x="6938" y="7311"/>
                    <a:pt x="6873" y="7466"/>
                    <a:pt x="6770" y="7685"/>
                  </a:cubicBezTo>
                  <a:cubicBezTo>
                    <a:pt x="6667" y="7904"/>
                    <a:pt x="6615" y="8111"/>
                    <a:pt x="6499" y="8330"/>
                  </a:cubicBezTo>
                  <a:cubicBezTo>
                    <a:pt x="6345" y="8755"/>
                    <a:pt x="6228" y="9194"/>
                    <a:pt x="6022" y="9619"/>
                  </a:cubicBezTo>
                  <a:lnTo>
                    <a:pt x="5971" y="9619"/>
                  </a:lnTo>
                  <a:cubicBezTo>
                    <a:pt x="6022" y="9142"/>
                    <a:pt x="6125" y="8704"/>
                    <a:pt x="6293" y="8278"/>
                  </a:cubicBezTo>
                  <a:cubicBezTo>
                    <a:pt x="6345" y="8008"/>
                    <a:pt x="6448" y="7788"/>
                    <a:pt x="6551" y="7582"/>
                  </a:cubicBezTo>
                  <a:cubicBezTo>
                    <a:pt x="6615" y="7363"/>
                    <a:pt x="6718" y="7144"/>
                    <a:pt x="6873" y="6989"/>
                  </a:cubicBezTo>
                  <a:cubicBezTo>
                    <a:pt x="6873" y="6937"/>
                    <a:pt x="6938" y="6937"/>
                    <a:pt x="6938" y="6886"/>
                  </a:cubicBezTo>
                  <a:lnTo>
                    <a:pt x="6989" y="6821"/>
                  </a:lnTo>
                  <a:cubicBezTo>
                    <a:pt x="7041" y="6770"/>
                    <a:pt x="7092" y="6718"/>
                    <a:pt x="7144" y="6718"/>
                  </a:cubicBezTo>
                  <a:cubicBezTo>
                    <a:pt x="7196" y="6667"/>
                    <a:pt x="7196" y="6615"/>
                    <a:pt x="7260" y="6563"/>
                  </a:cubicBezTo>
                  <a:lnTo>
                    <a:pt x="7415" y="6447"/>
                  </a:lnTo>
                  <a:cubicBezTo>
                    <a:pt x="7634" y="6344"/>
                    <a:pt x="7789" y="6241"/>
                    <a:pt x="8008" y="6073"/>
                  </a:cubicBezTo>
                  <a:lnTo>
                    <a:pt x="8975" y="5596"/>
                  </a:lnTo>
                  <a:lnTo>
                    <a:pt x="8975" y="5532"/>
                  </a:lnTo>
                  <a:lnTo>
                    <a:pt x="9349" y="5003"/>
                  </a:lnTo>
                  <a:lnTo>
                    <a:pt x="9349" y="0"/>
                  </a:ln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111;p32">
              <a:extLst>
                <a:ext uri="{FF2B5EF4-FFF2-40B4-BE49-F238E27FC236}">
                  <a16:creationId xmlns:a16="http://schemas.microsoft.com/office/drawing/2014/main" id="{70F95BC9-9974-1969-9BE1-F3F040FBB177}"/>
                </a:ext>
              </a:extLst>
            </p:cNvPr>
            <p:cNvSpPr/>
            <p:nvPr/>
          </p:nvSpPr>
          <p:spPr>
            <a:xfrm>
              <a:off x="4127525" y="4889525"/>
              <a:ext cx="340100" cy="572200"/>
            </a:xfrm>
            <a:custGeom>
              <a:avLst/>
              <a:gdLst/>
              <a:ahLst/>
              <a:cxnLst/>
              <a:rect l="l" t="t" r="r" b="b"/>
              <a:pathLst>
                <a:path w="13604" h="22888" extrusionOk="0">
                  <a:moveTo>
                    <a:pt x="1135" y="4513"/>
                  </a:moveTo>
                  <a:cubicBezTo>
                    <a:pt x="1290" y="4513"/>
                    <a:pt x="1457" y="4565"/>
                    <a:pt x="1560" y="4629"/>
                  </a:cubicBezTo>
                  <a:cubicBezTo>
                    <a:pt x="1728" y="4681"/>
                    <a:pt x="1831" y="4732"/>
                    <a:pt x="1883" y="4784"/>
                  </a:cubicBezTo>
                  <a:cubicBezTo>
                    <a:pt x="1934" y="4836"/>
                    <a:pt x="1999" y="4887"/>
                    <a:pt x="2050" y="4952"/>
                  </a:cubicBezTo>
                  <a:lnTo>
                    <a:pt x="2050" y="5055"/>
                  </a:lnTo>
                  <a:lnTo>
                    <a:pt x="2050" y="5158"/>
                  </a:lnTo>
                  <a:cubicBezTo>
                    <a:pt x="2050" y="5532"/>
                    <a:pt x="1883" y="5854"/>
                    <a:pt x="1676" y="6073"/>
                  </a:cubicBezTo>
                  <a:cubicBezTo>
                    <a:pt x="1509" y="6293"/>
                    <a:pt x="1238" y="6396"/>
                    <a:pt x="1135" y="6447"/>
                  </a:cubicBezTo>
                  <a:lnTo>
                    <a:pt x="916" y="6447"/>
                  </a:lnTo>
                  <a:cubicBezTo>
                    <a:pt x="864" y="6447"/>
                    <a:pt x="864" y="6447"/>
                    <a:pt x="813" y="6396"/>
                  </a:cubicBezTo>
                  <a:cubicBezTo>
                    <a:pt x="813" y="6396"/>
                    <a:pt x="709" y="6344"/>
                    <a:pt x="645" y="6293"/>
                  </a:cubicBezTo>
                  <a:cubicBezTo>
                    <a:pt x="542" y="6177"/>
                    <a:pt x="387" y="6073"/>
                    <a:pt x="323" y="5854"/>
                  </a:cubicBezTo>
                  <a:cubicBezTo>
                    <a:pt x="271" y="5751"/>
                    <a:pt x="219" y="5596"/>
                    <a:pt x="219" y="5480"/>
                  </a:cubicBezTo>
                  <a:cubicBezTo>
                    <a:pt x="219" y="5274"/>
                    <a:pt x="271" y="5106"/>
                    <a:pt x="387" y="4887"/>
                  </a:cubicBezTo>
                  <a:cubicBezTo>
                    <a:pt x="490" y="4784"/>
                    <a:pt x="645" y="4681"/>
                    <a:pt x="761" y="4629"/>
                  </a:cubicBezTo>
                  <a:cubicBezTo>
                    <a:pt x="864" y="4513"/>
                    <a:pt x="1032" y="4513"/>
                    <a:pt x="1135" y="4513"/>
                  </a:cubicBezTo>
                  <a:close/>
                  <a:moveTo>
                    <a:pt x="4759" y="6550"/>
                  </a:moveTo>
                  <a:cubicBezTo>
                    <a:pt x="4768" y="6550"/>
                    <a:pt x="4777" y="6554"/>
                    <a:pt x="4784" y="6563"/>
                  </a:cubicBezTo>
                  <a:cubicBezTo>
                    <a:pt x="4784" y="6563"/>
                    <a:pt x="4732" y="6718"/>
                    <a:pt x="4629" y="6989"/>
                  </a:cubicBezTo>
                  <a:cubicBezTo>
                    <a:pt x="4483" y="7225"/>
                    <a:pt x="4386" y="7373"/>
                    <a:pt x="4364" y="7373"/>
                  </a:cubicBezTo>
                  <a:cubicBezTo>
                    <a:pt x="4360" y="7373"/>
                    <a:pt x="4359" y="7370"/>
                    <a:pt x="4359" y="7363"/>
                  </a:cubicBezTo>
                  <a:cubicBezTo>
                    <a:pt x="4307" y="7363"/>
                    <a:pt x="4359" y="7208"/>
                    <a:pt x="4513" y="6937"/>
                  </a:cubicBezTo>
                  <a:cubicBezTo>
                    <a:pt x="4613" y="6706"/>
                    <a:pt x="4702" y="6550"/>
                    <a:pt x="4759" y="6550"/>
                  </a:cubicBezTo>
                  <a:close/>
                  <a:moveTo>
                    <a:pt x="4255" y="0"/>
                  </a:moveTo>
                  <a:lnTo>
                    <a:pt x="4255" y="5003"/>
                  </a:lnTo>
                  <a:lnTo>
                    <a:pt x="4629" y="5532"/>
                  </a:lnTo>
                  <a:lnTo>
                    <a:pt x="4629" y="5596"/>
                  </a:lnTo>
                  <a:lnTo>
                    <a:pt x="5596" y="6073"/>
                  </a:lnTo>
                  <a:cubicBezTo>
                    <a:pt x="5803" y="6241"/>
                    <a:pt x="5970" y="6344"/>
                    <a:pt x="6190" y="6447"/>
                  </a:cubicBezTo>
                  <a:lnTo>
                    <a:pt x="6344" y="6563"/>
                  </a:lnTo>
                  <a:cubicBezTo>
                    <a:pt x="6344" y="6615"/>
                    <a:pt x="6396" y="6667"/>
                    <a:pt x="6447" y="6718"/>
                  </a:cubicBezTo>
                  <a:cubicBezTo>
                    <a:pt x="6512" y="6718"/>
                    <a:pt x="6564" y="6770"/>
                    <a:pt x="6615" y="6821"/>
                  </a:cubicBezTo>
                  <a:lnTo>
                    <a:pt x="6667" y="6886"/>
                  </a:lnTo>
                  <a:cubicBezTo>
                    <a:pt x="6667" y="6937"/>
                    <a:pt x="6718" y="6937"/>
                    <a:pt x="6718" y="6989"/>
                  </a:cubicBezTo>
                  <a:cubicBezTo>
                    <a:pt x="6886" y="7144"/>
                    <a:pt x="6989" y="7363"/>
                    <a:pt x="7041" y="7582"/>
                  </a:cubicBezTo>
                  <a:cubicBezTo>
                    <a:pt x="7157" y="7788"/>
                    <a:pt x="7260" y="8008"/>
                    <a:pt x="7311" y="8278"/>
                  </a:cubicBezTo>
                  <a:cubicBezTo>
                    <a:pt x="7479" y="8704"/>
                    <a:pt x="7582" y="9142"/>
                    <a:pt x="7582" y="9619"/>
                  </a:cubicBezTo>
                  <a:cubicBezTo>
                    <a:pt x="7363" y="9194"/>
                    <a:pt x="7208" y="8755"/>
                    <a:pt x="7092" y="8330"/>
                  </a:cubicBezTo>
                  <a:cubicBezTo>
                    <a:pt x="6989" y="8111"/>
                    <a:pt x="6937" y="7904"/>
                    <a:pt x="6834" y="7685"/>
                  </a:cubicBezTo>
                  <a:cubicBezTo>
                    <a:pt x="6718" y="7466"/>
                    <a:pt x="6615" y="7311"/>
                    <a:pt x="6512" y="7092"/>
                  </a:cubicBezTo>
                  <a:lnTo>
                    <a:pt x="6447" y="7041"/>
                  </a:lnTo>
                  <a:lnTo>
                    <a:pt x="6396" y="6989"/>
                  </a:lnTo>
                  <a:cubicBezTo>
                    <a:pt x="6396" y="6937"/>
                    <a:pt x="6344" y="6937"/>
                    <a:pt x="6293" y="6886"/>
                  </a:cubicBezTo>
                  <a:cubicBezTo>
                    <a:pt x="6241" y="6821"/>
                    <a:pt x="6190" y="6821"/>
                    <a:pt x="6190" y="6770"/>
                  </a:cubicBezTo>
                  <a:lnTo>
                    <a:pt x="6022" y="6667"/>
                  </a:lnTo>
                  <a:cubicBezTo>
                    <a:pt x="5867" y="6563"/>
                    <a:pt x="5648" y="6447"/>
                    <a:pt x="5429" y="6344"/>
                  </a:cubicBezTo>
                  <a:cubicBezTo>
                    <a:pt x="5055" y="6073"/>
                    <a:pt x="4681" y="5854"/>
                    <a:pt x="4255" y="5648"/>
                  </a:cubicBezTo>
                  <a:cubicBezTo>
                    <a:pt x="3817" y="5480"/>
                    <a:pt x="3443" y="5274"/>
                    <a:pt x="3018" y="5055"/>
                  </a:cubicBezTo>
                  <a:cubicBezTo>
                    <a:pt x="2579" y="4887"/>
                    <a:pt x="2154" y="4732"/>
                    <a:pt x="1728" y="4565"/>
                  </a:cubicBezTo>
                  <a:cubicBezTo>
                    <a:pt x="1539" y="4498"/>
                    <a:pt x="1353" y="4460"/>
                    <a:pt x="1176" y="4460"/>
                  </a:cubicBezTo>
                  <a:cubicBezTo>
                    <a:pt x="942" y="4460"/>
                    <a:pt x="725" y="4527"/>
                    <a:pt x="542" y="4681"/>
                  </a:cubicBezTo>
                  <a:cubicBezTo>
                    <a:pt x="387" y="4784"/>
                    <a:pt x="219" y="4952"/>
                    <a:pt x="116" y="5158"/>
                  </a:cubicBezTo>
                  <a:cubicBezTo>
                    <a:pt x="116" y="5158"/>
                    <a:pt x="65" y="5209"/>
                    <a:pt x="65" y="5274"/>
                  </a:cubicBezTo>
                  <a:lnTo>
                    <a:pt x="65" y="5326"/>
                  </a:lnTo>
                  <a:cubicBezTo>
                    <a:pt x="65" y="5377"/>
                    <a:pt x="0" y="5377"/>
                    <a:pt x="0" y="5429"/>
                  </a:cubicBezTo>
                  <a:cubicBezTo>
                    <a:pt x="0" y="5480"/>
                    <a:pt x="65" y="5596"/>
                    <a:pt x="65" y="5699"/>
                  </a:cubicBezTo>
                  <a:cubicBezTo>
                    <a:pt x="168" y="5854"/>
                    <a:pt x="271" y="6073"/>
                    <a:pt x="387" y="6241"/>
                  </a:cubicBezTo>
                  <a:cubicBezTo>
                    <a:pt x="542" y="6447"/>
                    <a:pt x="645" y="6615"/>
                    <a:pt x="813" y="6770"/>
                  </a:cubicBezTo>
                  <a:cubicBezTo>
                    <a:pt x="1135" y="7092"/>
                    <a:pt x="1509" y="7363"/>
                    <a:pt x="1883" y="7582"/>
                  </a:cubicBezTo>
                  <a:cubicBezTo>
                    <a:pt x="2102" y="7737"/>
                    <a:pt x="2257" y="7853"/>
                    <a:pt x="2476" y="8008"/>
                  </a:cubicBezTo>
                  <a:cubicBezTo>
                    <a:pt x="2644" y="8111"/>
                    <a:pt x="2850" y="8278"/>
                    <a:pt x="3018" y="8433"/>
                  </a:cubicBezTo>
                  <a:cubicBezTo>
                    <a:pt x="3069" y="8498"/>
                    <a:pt x="3121" y="8549"/>
                    <a:pt x="3172" y="8601"/>
                  </a:cubicBezTo>
                  <a:lnTo>
                    <a:pt x="3172" y="8652"/>
                  </a:lnTo>
                  <a:lnTo>
                    <a:pt x="3172" y="8704"/>
                  </a:lnTo>
                  <a:cubicBezTo>
                    <a:pt x="3224" y="8704"/>
                    <a:pt x="3224" y="8755"/>
                    <a:pt x="3224" y="8755"/>
                  </a:cubicBezTo>
                  <a:lnTo>
                    <a:pt x="3224" y="8820"/>
                  </a:lnTo>
                  <a:lnTo>
                    <a:pt x="3224" y="9194"/>
                  </a:lnTo>
                  <a:cubicBezTo>
                    <a:pt x="3224" y="9400"/>
                    <a:pt x="3288" y="9619"/>
                    <a:pt x="3288" y="9839"/>
                  </a:cubicBezTo>
                  <a:cubicBezTo>
                    <a:pt x="3340" y="10754"/>
                    <a:pt x="3443" y="11657"/>
                    <a:pt x="3662" y="12572"/>
                  </a:cubicBezTo>
                  <a:cubicBezTo>
                    <a:pt x="3869" y="13436"/>
                    <a:pt x="4191" y="14300"/>
                    <a:pt x="4681" y="15100"/>
                  </a:cubicBezTo>
                  <a:lnTo>
                    <a:pt x="4681" y="15151"/>
                  </a:lnTo>
                  <a:lnTo>
                    <a:pt x="6615" y="22888"/>
                  </a:lnTo>
                  <a:lnTo>
                    <a:pt x="13604" y="22888"/>
                  </a:lnTo>
                  <a:lnTo>
                    <a:pt x="9671" y="13913"/>
                  </a:lnTo>
                  <a:lnTo>
                    <a:pt x="9671" y="13862"/>
                  </a:lnTo>
                  <a:cubicBezTo>
                    <a:pt x="9736" y="13217"/>
                    <a:pt x="9787" y="12521"/>
                    <a:pt x="9787" y="11876"/>
                  </a:cubicBezTo>
                  <a:cubicBezTo>
                    <a:pt x="9839" y="11180"/>
                    <a:pt x="9839" y="10535"/>
                    <a:pt x="9787" y="9839"/>
                  </a:cubicBezTo>
                  <a:cubicBezTo>
                    <a:pt x="9787" y="9194"/>
                    <a:pt x="9736" y="8498"/>
                    <a:pt x="9671" y="7853"/>
                  </a:cubicBezTo>
                  <a:cubicBezTo>
                    <a:pt x="9568" y="7208"/>
                    <a:pt x="9413" y="6499"/>
                    <a:pt x="9194" y="5919"/>
                  </a:cubicBezTo>
                  <a:cubicBezTo>
                    <a:pt x="8923" y="5326"/>
                    <a:pt x="8601" y="4732"/>
                    <a:pt x="8227" y="4139"/>
                  </a:cubicBezTo>
                  <a:cubicBezTo>
                    <a:pt x="7853" y="3598"/>
                    <a:pt x="7479" y="3017"/>
                    <a:pt x="7092" y="2476"/>
                  </a:cubicBezTo>
                  <a:cubicBezTo>
                    <a:pt x="6667" y="1986"/>
                    <a:pt x="6241" y="1457"/>
                    <a:pt x="5803" y="916"/>
                  </a:cubicBezTo>
                  <a:cubicBezTo>
                    <a:pt x="5700" y="812"/>
                    <a:pt x="5596" y="696"/>
                    <a:pt x="5429" y="593"/>
                  </a:cubicBezTo>
                  <a:cubicBezTo>
                    <a:pt x="5377" y="542"/>
                    <a:pt x="5326" y="490"/>
                    <a:pt x="5274" y="438"/>
                  </a:cubicBezTo>
                  <a:cubicBezTo>
                    <a:pt x="5274" y="374"/>
                    <a:pt x="5222" y="374"/>
                    <a:pt x="5222" y="374"/>
                  </a:cubicBezTo>
                  <a:lnTo>
                    <a:pt x="5055" y="322"/>
                  </a:lnTo>
                  <a:cubicBezTo>
                    <a:pt x="4836" y="219"/>
                    <a:pt x="4513" y="116"/>
                    <a:pt x="4255" y="0"/>
                  </a:cubicBez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112;p32">
              <a:extLst>
                <a:ext uri="{FF2B5EF4-FFF2-40B4-BE49-F238E27FC236}">
                  <a16:creationId xmlns:a16="http://schemas.microsoft.com/office/drawing/2014/main" id="{350233EA-F24D-B8B3-1475-9E52DC6B358C}"/>
                </a:ext>
              </a:extLst>
            </p:cNvPr>
            <p:cNvSpPr/>
            <p:nvPr/>
          </p:nvSpPr>
          <p:spPr>
            <a:xfrm>
              <a:off x="3743575" y="5038775"/>
              <a:ext cx="251150" cy="89950"/>
            </a:xfrm>
            <a:custGeom>
              <a:avLst/>
              <a:gdLst/>
              <a:ahLst/>
              <a:cxnLst/>
              <a:rect l="l" t="t" r="r" b="b"/>
              <a:pathLst>
                <a:path w="10046" h="3598" extrusionOk="0">
                  <a:moveTo>
                    <a:pt x="1" y="0"/>
                  </a:moveTo>
                  <a:lnTo>
                    <a:pt x="1" y="3598"/>
                  </a:lnTo>
                  <a:lnTo>
                    <a:pt x="10046" y="3598"/>
                  </a:lnTo>
                  <a:lnTo>
                    <a:pt x="10046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113;p32">
              <a:extLst>
                <a:ext uri="{FF2B5EF4-FFF2-40B4-BE49-F238E27FC236}">
                  <a16:creationId xmlns:a16="http://schemas.microsoft.com/office/drawing/2014/main" id="{1BE36F59-CF84-9DFB-BCF8-7A9A3484FEDE}"/>
                </a:ext>
              </a:extLst>
            </p:cNvPr>
            <p:cNvSpPr/>
            <p:nvPr/>
          </p:nvSpPr>
          <p:spPr>
            <a:xfrm>
              <a:off x="3688450" y="4815700"/>
              <a:ext cx="78050" cy="143800"/>
            </a:xfrm>
            <a:custGeom>
              <a:avLst/>
              <a:gdLst/>
              <a:ahLst/>
              <a:cxnLst/>
              <a:rect l="l" t="t" r="r" b="b"/>
              <a:pathLst>
                <a:path w="3122" h="5752" extrusionOk="0">
                  <a:moveTo>
                    <a:pt x="749" y="0"/>
                  </a:moveTo>
                  <a:cubicBezTo>
                    <a:pt x="594" y="0"/>
                    <a:pt x="478" y="52"/>
                    <a:pt x="375" y="103"/>
                  </a:cubicBezTo>
                  <a:cubicBezTo>
                    <a:pt x="272" y="168"/>
                    <a:pt x="220" y="219"/>
                    <a:pt x="155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5" y="967"/>
                    <a:pt x="1071" y="967"/>
                  </a:cubicBezTo>
                  <a:cubicBezTo>
                    <a:pt x="1613" y="967"/>
                    <a:pt x="2154" y="1070"/>
                    <a:pt x="2154" y="1070"/>
                  </a:cubicBezTo>
                  <a:cubicBezTo>
                    <a:pt x="2206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6" y="1290"/>
                  </a:lnTo>
                  <a:lnTo>
                    <a:pt x="2206" y="1341"/>
                  </a:lnTo>
                  <a:cubicBezTo>
                    <a:pt x="2154" y="1341"/>
                    <a:pt x="2090" y="1393"/>
                    <a:pt x="2038" y="1509"/>
                  </a:cubicBezTo>
                  <a:cubicBezTo>
                    <a:pt x="1935" y="1612"/>
                    <a:pt x="1767" y="1831"/>
                    <a:pt x="1561" y="2038"/>
                  </a:cubicBezTo>
                  <a:cubicBezTo>
                    <a:pt x="1187" y="2476"/>
                    <a:pt x="697" y="3121"/>
                    <a:pt x="375" y="3765"/>
                  </a:cubicBezTo>
                  <a:cubicBezTo>
                    <a:pt x="104" y="4243"/>
                    <a:pt x="1" y="4681"/>
                    <a:pt x="1" y="5003"/>
                  </a:cubicBezTo>
                  <a:cubicBezTo>
                    <a:pt x="1" y="5210"/>
                    <a:pt x="52" y="5377"/>
                    <a:pt x="155" y="5480"/>
                  </a:cubicBezTo>
                  <a:cubicBezTo>
                    <a:pt x="272" y="5584"/>
                    <a:pt x="375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67" y="5480"/>
                    <a:pt x="1832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6" y="2747"/>
                  </a:cubicBezTo>
                  <a:cubicBezTo>
                    <a:pt x="1935" y="2308"/>
                    <a:pt x="2154" y="1934"/>
                    <a:pt x="2477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4" y="426"/>
                  </a:lnTo>
                  <a:cubicBezTo>
                    <a:pt x="2850" y="490"/>
                    <a:pt x="2734" y="490"/>
                    <a:pt x="2580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6" y="374"/>
                    <a:pt x="1509" y="323"/>
                    <a:pt x="1342" y="219"/>
                  </a:cubicBezTo>
                  <a:cubicBezTo>
                    <a:pt x="1187" y="52"/>
                    <a:pt x="916" y="0"/>
                    <a:pt x="74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114;p32">
              <a:extLst>
                <a:ext uri="{FF2B5EF4-FFF2-40B4-BE49-F238E27FC236}">
                  <a16:creationId xmlns:a16="http://schemas.microsoft.com/office/drawing/2014/main" id="{A2DD4587-9ACF-01B6-80A6-494A6886B261}"/>
                </a:ext>
              </a:extLst>
            </p:cNvPr>
            <p:cNvSpPr/>
            <p:nvPr/>
          </p:nvSpPr>
          <p:spPr>
            <a:xfrm>
              <a:off x="3658800" y="4783450"/>
              <a:ext cx="128975" cy="213750"/>
            </a:xfrm>
            <a:custGeom>
              <a:avLst/>
              <a:gdLst/>
              <a:ahLst/>
              <a:cxnLst/>
              <a:rect l="l" t="t" r="r" b="b"/>
              <a:pathLst>
                <a:path w="5159" h="8550" extrusionOk="0">
                  <a:moveTo>
                    <a:pt x="1935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9" y="1342"/>
                    <a:pt x="2953" y="1458"/>
                    <a:pt x="3173" y="1458"/>
                  </a:cubicBezTo>
                  <a:cubicBezTo>
                    <a:pt x="3392" y="1509"/>
                    <a:pt x="3546" y="1509"/>
                    <a:pt x="3766" y="1509"/>
                  </a:cubicBezTo>
                  <a:lnTo>
                    <a:pt x="4140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4" y="1509"/>
                  </a:lnTo>
                  <a:lnTo>
                    <a:pt x="4514" y="1716"/>
                  </a:lnTo>
                  <a:cubicBezTo>
                    <a:pt x="4514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53" y="4514"/>
                    <a:pt x="2850" y="4939"/>
                    <a:pt x="2850" y="5326"/>
                  </a:cubicBezTo>
                  <a:cubicBezTo>
                    <a:pt x="2850" y="5803"/>
                    <a:pt x="2953" y="6229"/>
                    <a:pt x="3340" y="6551"/>
                  </a:cubicBezTo>
                  <a:lnTo>
                    <a:pt x="3340" y="6719"/>
                  </a:lnTo>
                  <a:cubicBezTo>
                    <a:pt x="3340" y="6719"/>
                    <a:pt x="3224" y="6874"/>
                    <a:pt x="3018" y="7041"/>
                  </a:cubicBezTo>
                  <a:cubicBezTo>
                    <a:pt x="2850" y="7144"/>
                    <a:pt x="2528" y="7312"/>
                    <a:pt x="2154" y="7312"/>
                  </a:cubicBezTo>
                  <a:cubicBezTo>
                    <a:pt x="1986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19" y="6770"/>
                    <a:pt x="916" y="6500"/>
                    <a:pt x="916" y="6293"/>
                  </a:cubicBezTo>
                  <a:cubicBezTo>
                    <a:pt x="916" y="5906"/>
                    <a:pt x="1084" y="5429"/>
                    <a:pt x="1341" y="4888"/>
                  </a:cubicBezTo>
                  <a:cubicBezTo>
                    <a:pt x="1883" y="3921"/>
                    <a:pt x="2747" y="2954"/>
                    <a:pt x="3069" y="2580"/>
                  </a:cubicBezTo>
                  <a:cubicBezTo>
                    <a:pt x="3069" y="2580"/>
                    <a:pt x="3018" y="2528"/>
                    <a:pt x="2953" y="2528"/>
                  </a:cubicBezTo>
                  <a:cubicBezTo>
                    <a:pt x="2799" y="2528"/>
                    <a:pt x="2528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64" y="2580"/>
                    <a:pt x="1561" y="2580"/>
                    <a:pt x="1458" y="2683"/>
                  </a:cubicBezTo>
                  <a:cubicBezTo>
                    <a:pt x="1406" y="2683"/>
                    <a:pt x="1406" y="2747"/>
                    <a:pt x="1341" y="2799"/>
                  </a:cubicBezTo>
                  <a:cubicBezTo>
                    <a:pt x="1341" y="2850"/>
                    <a:pt x="1290" y="2850"/>
                    <a:pt x="1238" y="2850"/>
                  </a:cubicBezTo>
                  <a:cubicBezTo>
                    <a:pt x="1187" y="2850"/>
                    <a:pt x="1135" y="2850"/>
                    <a:pt x="1135" y="2799"/>
                  </a:cubicBezTo>
                  <a:cubicBezTo>
                    <a:pt x="1135" y="2799"/>
                    <a:pt x="968" y="2477"/>
                    <a:pt x="968" y="2103"/>
                  </a:cubicBezTo>
                  <a:cubicBezTo>
                    <a:pt x="968" y="1935"/>
                    <a:pt x="1019" y="1716"/>
                    <a:pt x="1084" y="1561"/>
                  </a:cubicBezTo>
                  <a:cubicBezTo>
                    <a:pt x="1187" y="1393"/>
                    <a:pt x="1290" y="1239"/>
                    <a:pt x="1458" y="1187"/>
                  </a:cubicBezTo>
                  <a:cubicBezTo>
                    <a:pt x="1561" y="1071"/>
                    <a:pt x="1728" y="1071"/>
                    <a:pt x="1935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4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115;p32">
              <a:extLst>
                <a:ext uri="{FF2B5EF4-FFF2-40B4-BE49-F238E27FC236}">
                  <a16:creationId xmlns:a16="http://schemas.microsoft.com/office/drawing/2014/main" id="{68142B98-E9E7-952B-B293-8F3F30735C27}"/>
                </a:ext>
              </a:extLst>
            </p:cNvPr>
            <p:cNvSpPr/>
            <p:nvPr/>
          </p:nvSpPr>
          <p:spPr>
            <a:xfrm>
              <a:off x="4180050" y="4937875"/>
              <a:ext cx="34850" cy="35150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7" y="168"/>
                  </a:moveTo>
                  <a:cubicBezTo>
                    <a:pt x="865" y="168"/>
                    <a:pt x="968" y="219"/>
                    <a:pt x="1071" y="323"/>
                  </a:cubicBezTo>
                  <a:cubicBezTo>
                    <a:pt x="1187" y="439"/>
                    <a:pt x="1239" y="542"/>
                    <a:pt x="1239" y="697"/>
                  </a:cubicBezTo>
                  <a:cubicBezTo>
                    <a:pt x="1239" y="864"/>
                    <a:pt x="1187" y="967"/>
                    <a:pt x="1071" y="1083"/>
                  </a:cubicBezTo>
                  <a:cubicBezTo>
                    <a:pt x="968" y="1187"/>
                    <a:pt x="865" y="1238"/>
                    <a:pt x="697" y="1238"/>
                  </a:cubicBezTo>
                  <a:cubicBezTo>
                    <a:pt x="543" y="1238"/>
                    <a:pt x="427" y="1187"/>
                    <a:pt x="323" y="1083"/>
                  </a:cubicBezTo>
                  <a:cubicBezTo>
                    <a:pt x="272" y="967"/>
                    <a:pt x="156" y="864"/>
                    <a:pt x="156" y="697"/>
                  </a:cubicBezTo>
                  <a:cubicBezTo>
                    <a:pt x="156" y="542"/>
                    <a:pt x="272" y="439"/>
                    <a:pt x="323" y="323"/>
                  </a:cubicBezTo>
                  <a:cubicBezTo>
                    <a:pt x="427" y="219"/>
                    <a:pt x="543" y="168"/>
                    <a:pt x="697" y="168"/>
                  </a:cubicBezTo>
                  <a:close/>
                  <a:moveTo>
                    <a:pt x="697" y="0"/>
                  </a:moveTo>
                  <a:cubicBezTo>
                    <a:pt x="323" y="0"/>
                    <a:pt x="1" y="323"/>
                    <a:pt x="1" y="697"/>
                  </a:cubicBezTo>
                  <a:cubicBezTo>
                    <a:pt x="1" y="1083"/>
                    <a:pt x="323" y="1406"/>
                    <a:pt x="697" y="1406"/>
                  </a:cubicBezTo>
                  <a:cubicBezTo>
                    <a:pt x="1071" y="1406"/>
                    <a:pt x="1394" y="1083"/>
                    <a:pt x="1394" y="697"/>
                  </a:cubicBezTo>
                  <a:cubicBezTo>
                    <a:pt x="1394" y="323"/>
                    <a:pt x="1071" y="0"/>
                    <a:pt x="69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116;p32">
              <a:extLst>
                <a:ext uri="{FF2B5EF4-FFF2-40B4-BE49-F238E27FC236}">
                  <a16:creationId xmlns:a16="http://schemas.microsoft.com/office/drawing/2014/main" id="{F81CF4D8-5CC3-481A-BD6C-512BD98A30EA}"/>
                </a:ext>
              </a:extLst>
            </p:cNvPr>
            <p:cNvSpPr/>
            <p:nvPr/>
          </p:nvSpPr>
          <p:spPr>
            <a:xfrm>
              <a:off x="3525975" y="4948825"/>
              <a:ext cx="14875" cy="13250"/>
            </a:xfrm>
            <a:custGeom>
              <a:avLst/>
              <a:gdLst/>
              <a:ahLst/>
              <a:cxnLst/>
              <a:rect l="l" t="t" r="r" b="b"/>
              <a:pathLst>
                <a:path w="595" h="530" extrusionOk="0">
                  <a:moveTo>
                    <a:pt x="323" y="155"/>
                  </a:moveTo>
                  <a:cubicBezTo>
                    <a:pt x="375" y="155"/>
                    <a:pt x="375" y="207"/>
                    <a:pt x="375" y="259"/>
                  </a:cubicBezTo>
                  <a:cubicBezTo>
                    <a:pt x="375" y="323"/>
                    <a:pt x="375" y="375"/>
                    <a:pt x="323" y="375"/>
                  </a:cubicBezTo>
                  <a:cubicBezTo>
                    <a:pt x="272" y="375"/>
                    <a:pt x="207" y="323"/>
                    <a:pt x="207" y="259"/>
                  </a:cubicBezTo>
                  <a:cubicBezTo>
                    <a:pt x="207" y="207"/>
                    <a:pt x="272" y="155"/>
                    <a:pt x="323" y="155"/>
                  </a:cubicBezTo>
                  <a:close/>
                  <a:moveTo>
                    <a:pt x="323" y="1"/>
                  </a:moveTo>
                  <a:cubicBezTo>
                    <a:pt x="156" y="1"/>
                    <a:pt x="1" y="104"/>
                    <a:pt x="1" y="259"/>
                  </a:cubicBezTo>
                  <a:cubicBezTo>
                    <a:pt x="1" y="426"/>
                    <a:pt x="156" y="529"/>
                    <a:pt x="323" y="529"/>
                  </a:cubicBezTo>
                  <a:cubicBezTo>
                    <a:pt x="426" y="529"/>
                    <a:pt x="594" y="426"/>
                    <a:pt x="594" y="259"/>
                  </a:cubicBezTo>
                  <a:cubicBezTo>
                    <a:pt x="594" y="104"/>
                    <a:pt x="426" y="1"/>
                    <a:pt x="3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117;p32">
              <a:extLst>
                <a:ext uri="{FF2B5EF4-FFF2-40B4-BE49-F238E27FC236}">
                  <a16:creationId xmlns:a16="http://schemas.microsoft.com/office/drawing/2014/main" id="{02118C96-16F0-F2A0-3FCB-9E1BE7D0811A}"/>
                </a:ext>
              </a:extLst>
            </p:cNvPr>
            <p:cNvSpPr/>
            <p:nvPr/>
          </p:nvSpPr>
          <p:spPr>
            <a:xfrm>
              <a:off x="3736800" y="5033300"/>
              <a:ext cx="264700" cy="102200"/>
            </a:xfrm>
            <a:custGeom>
              <a:avLst/>
              <a:gdLst/>
              <a:ahLst/>
              <a:cxnLst/>
              <a:rect l="l" t="t" r="r" b="b"/>
              <a:pathLst>
                <a:path w="10588" h="4088" extrusionOk="0">
                  <a:moveTo>
                    <a:pt x="10317" y="219"/>
                  </a:moveTo>
                  <a:lnTo>
                    <a:pt x="10317" y="3817"/>
                  </a:lnTo>
                  <a:lnTo>
                    <a:pt x="272" y="3817"/>
                  </a:lnTo>
                  <a:lnTo>
                    <a:pt x="272" y="219"/>
                  </a:lnTo>
                  <a:close/>
                  <a:moveTo>
                    <a:pt x="1" y="0"/>
                  </a:moveTo>
                  <a:lnTo>
                    <a:pt x="1" y="4088"/>
                  </a:lnTo>
                  <a:lnTo>
                    <a:pt x="10587" y="4088"/>
                  </a:lnTo>
                  <a:lnTo>
                    <a:pt x="10587" y="392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118;p32">
              <a:extLst>
                <a:ext uri="{FF2B5EF4-FFF2-40B4-BE49-F238E27FC236}">
                  <a16:creationId xmlns:a16="http://schemas.microsoft.com/office/drawing/2014/main" id="{0D5D901D-18F8-94B6-EC00-B7D44A728712}"/>
                </a:ext>
              </a:extLst>
            </p:cNvPr>
            <p:cNvSpPr/>
            <p:nvPr/>
          </p:nvSpPr>
          <p:spPr>
            <a:xfrm>
              <a:off x="3653650" y="4777975"/>
              <a:ext cx="139600" cy="224400"/>
            </a:xfrm>
            <a:custGeom>
              <a:avLst/>
              <a:gdLst/>
              <a:ahLst/>
              <a:cxnLst/>
              <a:rect l="l" t="t" r="r" b="b"/>
              <a:pathLst>
                <a:path w="5584" h="8976" extrusionOk="0">
                  <a:moveTo>
                    <a:pt x="5042" y="220"/>
                  </a:moveTo>
                  <a:cubicBezTo>
                    <a:pt x="5210" y="220"/>
                    <a:pt x="5364" y="387"/>
                    <a:pt x="5364" y="542"/>
                  </a:cubicBezTo>
                  <a:lnTo>
                    <a:pt x="5364" y="8446"/>
                  </a:lnTo>
                  <a:cubicBezTo>
                    <a:pt x="5364" y="8601"/>
                    <a:pt x="5210" y="8769"/>
                    <a:pt x="5042" y="8769"/>
                  </a:cubicBezTo>
                  <a:lnTo>
                    <a:pt x="529" y="8769"/>
                  </a:lnTo>
                  <a:cubicBezTo>
                    <a:pt x="374" y="8769"/>
                    <a:pt x="206" y="8601"/>
                    <a:pt x="206" y="8446"/>
                  </a:cubicBezTo>
                  <a:lnTo>
                    <a:pt x="206" y="542"/>
                  </a:lnTo>
                  <a:cubicBezTo>
                    <a:pt x="206" y="387"/>
                    <a:pt x="374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06" y="1"/>
                    <a:pt x="0" y="220"/>
                    <a:pt x="0" y="542"/>
                  </a:cubicBezTo>
                  <a:lnTo>
                    <a:pt x="0" y="8446"/>
                  </a:lnTo>
                  <a:cubicBezTo>
                    <a:pt x="0" y="8769"/>
                    <a:pt x="206" y="8975"/>
                    <a:pt x="529" y="8975"/>
                  </a:cubicBezTo>
                  <a:lnTo>
                    <a:pt x="5042" y="8975"/>
                  </a:lnTo>
                  <a:cubicBezTo>
                    <a:pt x="5364" y="8975"/>
                    <a:pt x="5583" y="8769"/>
                    <a:pt x="5583" y="8446"/>
                  </a:cubicBezTo>
                  <a:lnTo>
                    <a:pt x="5583" y="542"/>
                  </a:lnTo>
                  <a:cubicBezTo>
                    <a:pt x="5583" y="220"/>
                    <a:pt x="5364" y="1"/>
                    <a:pt x="504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119;p32">
              <a:extLst>
                <a:ext uri="{FF2B5EF4-FFF2-40B4-BE49-F238E27FC236}">
                  <a16:creationId xmlns:a16="http://schemas.microsoft.com/office/drawing/2014/main" id="{D4FABBA2-67EE-36A5-AB38-D10B0D681B15}"/>
                </a:ext>
              </a:extLst>
            </p:cNvPr>
            <p:cNvSpPr/>
            <p:nvPr/>
          </p:nvSpPr>
          <p:spPr>
            <a:xfrm>
              <a:off x="3681675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20" y="220"/>
                  </a:moveTo>
                  <a:cubicBezTo>
                    <a:pt x="1187" y="220"/>
                    <a:pt x="1458" y="272"/>
                    <a:pt x="1613" y="439"/>
                  </a:cubicBezTo>
                  <a:cubicBezTo>
                    <a:pt x="1780" y="543"/>
                    <a:pt x="1987" y="594"/>
                    <a:pt x="2206" y="646"/>
                  </a:cubicBezTo>
                  <a:cubicBezTo>
                    <a:pt x="2425" y="710"/>
                    <a:pt x="2631" y="710"/>
                    <a:pt x="2851" y="710"/>
                  </a:cubicBezTo>
                  <a:cubicBezTo>
                    <a:pt x="3005" y="710"/>
                    <a:pt x="3121" y="710"/>
                    <a:pt x="3225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8" y="1884"/>
                  </a:cubicBezTo>
                  <a:cubicBezTo>
                    <a:pt x="2425" y="2154"/>
                    <a:pt x="2206" y="2528"/>
                    <a:pt x="1987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3" y="5649"/>
                    <a:pt x="2038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6" y="5920"/>
                    <a:pt x="543" y="5804"/>
                    <a:pt x="426" y="5700"/>
                  </a:cubicBezTo>
                  <a:cubicBezTo>
                    <a:pt x="323" y="5597"/>
                    <a:pt x="272" y="5430"/>
                    <a:pt x="272" y="5223"/>
                  </a:cubicBezTo>
                  <a:cubicBezTo>
                    <a:pt x="272" y="4901"/>
                    <a:pt x="375" y="4463"/>
                    <a:pt x="646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38" y="2051"/>
                    <a:pt x="2206" y="1832"/>
                    <a:pt x="2309" y="1729"/>
                  </a:cubicBezTo>
                  <a:cubicBezTo>
                    <a:pt x="2361" y="1613"/>
                    <a:pt x="2425" y="1561"/>
                    <a:pt x="2477" y="1561"/>
                  </a:cubicBezTo>
                  <a:lnTo>
                    <a:pt x="2477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7" y="1290"/>
                    <a:pt x="2425" y="1290"/>
                  </a:cubicBezTo>
                  <a:cubicBezTo>
                    <a:pt x="2425" y="1290"/>
                    <a:pt x="1884" y="1187"/>
                    <a:pt x="1342" y="1187"/>
                  </a:cubicBezTo>
                  <a:cubicBezTo>
                    <a:pt x="1136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26" y="594"/>
                  </a:cubicBezTo>
                  <a:cubicBezTo>
                    <a:pt x="491" y="439"/>
                    <a:pt x="543" y="388"/>
                    <a:pt x="646" y="323"/>
                  </a:cubicBezTo>
                  <a:cubicBezTo>
                    <a:pt x="749" y="272"/>
                    <a:pt x="865" y="220"/>
                    <a:pt x="1020" y="220"/>
                  </a:cubicBezTo>
                  <a:close/>
                  <a:moveTo>
                    <a:pt x="1020" y="1"/>
                  </a:moveTo>
                  <a:cubicBezTo>
                    <a:pt x="813" y="1"/>
                    <a:pt x="646" y="1"/>
                    <a:pt x="543" y="117"/>
                  </a:cubicBezTo>
                  <a:cubicBezTo>
                    <a:pt x="375" y="169"/>
                    <a:pt x="272" y="323"/>
                    <a:pt x="169" y="491"/>
                  </a:cubicBezTo>
                  <a:cubicBezTo>
                    <a:pt x="104" y="646"/>
                    <a:pt x="53" y="865"/>
                    <a:pt x="53" y="1033"/>
                  </a:cubicBezTo>
                  <a:cubicBezTo>
                    <a:pt x="53" y="1407"/>
                    <a:pt x="220" y="1729"/>
                    <a:pt x="220" y="1729"/>
                  </a:cubicBezTo>
                  <a:cubicBezTo>
                    <a:pt x="220" y="1780"/>
                    <a:pt x="272" y="1780"/>
                    <a:pt x="323" y="1780"/>
                  </a:cubicBezTo>
                  <a:cubicBezTo>
                    <a:pt x="375" y="1780"/>
                    <a:pt x="426" y="1780"/>
                    <a:pt x="426" y="1729"/>
                  </a:cubicBezTo>
                  <a:cubicBezTo>
                    <a:pt x="491" y="1677"/>
                    <a:pt x="491" y="1613"/>
                    <a:pt x="543" y="1613"/>
                  </a:cubicBezTo>
                  <a:cubicBezTo>
                    <a:pt x="646" y="1510"/>
                    <a:pt x="749" y="1510"/>
                    <a:pt x="865" y="1458"/>
                  </a:cubicBezTo>
                  <a:cubicBezTo>
                    <a:pt x="1020" y="1458"/>
                    <a:pt x="1187" y="1407"/>
                    <a:pt x="1342" y="1407"/>
                  </a:cubicBezTo>
                  <a:cubicBezTo>
                    <a:pt x="1613" y="1407"/>
                    <a:pt x="1884" y="1458"/>
                    <a:pt x="2038" y="1458"/>
                  </a:cubicBezTo>
                  <a:cubicBezTo>
                    <a:pt x="2103" y="1458"/>
                    <a:pt x="2154" y="1510"/>
                    <a:pt x="2154" y="1510"/>
                  </a:cubicBezTo>
                  <a:cubicBezTo>
                    <a:pt x="1832" y="1884"/>
                    <a:pt x="968" y="2851"/>
                    <a:pt x="426" y="3818"/>
                  </a:cubicBezTo>
                  <a:cubicBezTo>
                    <a:pt x="169" y="4359"/>
                    <a:pt x="1" y="4836"/>
                    <a:pt x="1" y="5223"/>
                  </a:cubicBezTo>
                  <a:cubicBezTo>
                    <a:pt x="1" y="5430"/>
                    <a:pt x="104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71" y="6242"/>
                    <a:pt x="1239" y="6242"/>
                  </a:cubicBezTo>
                  <a:cubicBezTo>
                    <a:pt x="1613" y="6242"/>
                    <a:pt x="1935" y="6074"/>
                    <a:pt x="2103" y="5971"/>
                  </a:cubicBezTo>
                  <a:cubicBezTo>
                    <a:pt x="2309" y="5804"/>
                    <a:pt x="2425" y="5649"/>
                    <a:pt x="2425" y="5649"/>
                  </a:cubicBezTo>
                  <a:lnTo>
                    <a:pt x="2425" y="5481"/>
                  </a:lnTo>
                  <a:cubicBezTo>
                    <a:pt x="2038" y="5159"/>
                    <a:pt x="1935" y="4733"/>
                    <a:pt x="1935" y="4256"/>
                  </a:cubicBezTo>
                  <a:cubicBezTo>
                    <a:pt x="1935" y="3869"/>
                    <a:pt x="2038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9" y="917"/>
                    <a:pt x="3599" y="646"/>
                  </a:cubicBezTo>
                  <a:lnTo>
                    <a:pt x="3599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5" y="439"/>
                  </a:cubicBezTo>
                  <a:lnTo>
                    <a:pt x="2851" y="439"/>
                  </a:lnTo>
                  <a:cubicBezTo>
                    <a:pt x="2631" y="439"/>
                    <a:pt x="2477" y="439"/>
                    <a:pt x="2258" y="388"/>
                  </a:cubicBezTo>
                  <a:cubicBezTo>
                    <a:pt x="2038" y="388"/>
                    <a:pt x="1884" y="272"/>
                    <a:pt x="1780" y="220"/>
                  </a:cubicBezTo>
                  <a:cubicBezTo>
                    <a:pt x="1561" y="65"/>
                    <a:pt x="1239" y="1"/>
                    <a:pt x="102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120;p32">
              <a:extLst>
                <a:ext uri="{FF2B5EF4-FFF2-40B4-BE49-F238E27FC236}">
                  <a16:creationId xmlns:a16="http://schemas.microsoft.com/office/drawing/2014/main" id="{960985E4-7473-E3E9-C4D2-4DAD184BDE46}"/>
                </a:ext>
              </a:extLst>
            </p:cNvPr>
            <p:cNvSpPr/>
            <p:nvPr/>
          </p:nvSpPr>
          <p:spPr>
            <a:xfrm>
              <a:off x="3798700" y="4777975"/>
              <a:ext cx="140900" cy="224400"/>
            </a:xfrm>
            <a:custGeom>
              <a:avLst/>
              <a:gdLst/>
              <a:ahLst/>
              <a:cxnLst/>
              <a:rect l="l" t="t" r="r" b="b"/>
              <a:pathLst>
                <a:path w="5636" h="8976" extrusionOk="0">
                  <a:moveTo>
                    <a:pt x="5094" y="220"/>
                  </a:moveTo>
                  <a:cubicBezTo>
                    <a:pt x="5262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62" y="8769"/>
                    <a:pt x="5094" y="8769"/>
                  </a:cubicBezTo>
                  <a:lnTo>
                    <a:pt x="529" y="8769"/>
                  </a:lnTo>
                  <a:cubicBezTo>
                    <a:pt x="375" y="8769"/>
                    <a:pt x="259" y="8601"/>
                    <a:pt x="259" y="8446"/>
                  </a:cubicBezTo>
                  <a:lnTo>
                    <a:pt x="259" y="542"/>
                  </a:lnTo>
                  <a:cubicBezTo>
                    <a:pt x="259" y="387"/>
                    <a:pt x="375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59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59" y="8975"/>
                    <a:pt x="529" y="8975"/>
                  </a:cubicBezTo>
                  <a:lnTo>
                    <a:pt x="5094" y="8975"/>
                  </a:lnTo>
                  <a:cubicBezTo>
                    <a:pt x="5365" y="8975"/>
                    <a:pt x="5636" y="8769"/>
                    <a:pt x="5636" y="8446"/>
                  </a:cubicBezTo>
                  <a:lnTo>
                    <a:pt x="5636" y="542"/>
                  </a:lnTo>
                  <a:cubicBezTo>
                    <a:pt x="5636" y="220"/>
                    <a:pt x="5365" y="1"/>
                    <a:pt x="509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121;p32">
              <a:extLst>
                <a:ext uri="{FF2B5EF4-FFF2-40B4-BE49-F238E27FC236}">
                  <a16:creationId xmlns:a16="http://schemas.microsoft.com/office/drawing/2014/main" id="{DC06C3F5-6595-83BA-5B55-CDFDA0344B71}"/>
                </a:ext>
              </a:extLst>
            </p:cNvPr>
            <p:cNvSpPr/>
            <p:nvPr/>
          </p:nvSpPr>
          <p:spPr>
            <a:xfrm>
              <a:off x="3828050" y="4810200"/>
              <a:ext cx="89950" cy="156050"/>
            </a:xfrm>
            <a:custGeom>
              <a:avLst/>
              <a:gdLst/>
              <a:ahLst/>
              <a:cxnLst/>
              <a:rect l="l" t="t" r="r" b="b"/>
              <a:pathLst>
                <a:path w="3598" h="6242" extrusionOk="0">
                  <a:moveTo>
                    <a:pt x="967" y="220"/>
                  </a:moveTo>
                  <a:cubicBezTo>
                    <a:pt x="1186" y="220"/>
                    <a:pt x="1406" y="272"/>
                    <a:pt x="1612" y="439"/>
                  </a:cubicBezTo>
                  <a:cubicBezTo>
                    <a:pt x="1780" y="543"/>
                    <a:pt x="1986" y="594"/>
                    <a:pt x="2205" y="646"/>
                  </a:cubicBezTo>
                  <a:cubicBezTo>
                    <a:pt x="2424" y="710"/>
                    <a:pt x="2631" y="710"/>
                    <a:pt x="2850" y="710"/>
                  </a:cubicBezTo>
                  <a:cubicBezTo>
                    <a:pt x="2953" y="710"/>
                    <a:pt x="3121" y="710"/>
                    <a:pt x="3224" y="646"/>
                  </a:cubicBezTo>
                  <a:lnTo>
                    <a:pt x="3340" y="646"/>
                  </a:lnTo>
                  <a:cubicBezTo>
                    <a:pt x="3340" y="865"/>
                    <a:pt x="3275" y="1290"/>
                    <a:pt x="2695" y="1884"/>
                  </a:cubicBezTo>
                  <a:cubicBezTo>
                    <a:pt x="2424" y="2154"/>
                    <a:pt x="2154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780" y="5223"/>
                    <a:pt x="2154" y="5597"/>
                  </a:cubicBezTo>
                  <a:cubicBezTo>
                    <a:pt x="2102" y="5649"/>
                    <a:pt x="2050" y="5700"/>
                    <a:pt x="1934" y="5752"/>
                  </a:cubicBezTo>
                  <a:cubicBezTo>
                    <a:pt x="1780" y="5868"/>
                    <a:pt x="1509" y="5971"/>
                    <a:pt x="1186" y="5971"/>
                  </a:cubicBezTo>
                  <a:lnTo>
                    <a:pt x="864" y="5971"/>
                  </a:lnTo>
                  <a:cubicBezTo>
                    <a:pt x="645" y="5920"/>
                    <a:pt x="490" y="5804"/>
                    <a:pt x="374" y="5700"/>
                  </a:cubicBezTo>
                  <a:cubicBezTo>
                    <a:pt x="271" y="5597"/>
                    <a:pt x="219" y="5430"/>
                    <a:pt x="219" y="5223"/>
                  </a:cubicBezTo>
                  <a:cubicBezTo>
                    <a:pt x="219" y="4901"/>
                    <a:pt x="374" y="4463"/>
                    <a:pt x="645" y="3985"/>
                  </a:cubicBezTo>
                  <a:cubicBezTo>
                    <a:pt x="967" y="3341"/>
                    <a:pt x="1406" y="2696"/>
                    <a:pt x="1831" y="2258"/>
                  </a:cubicBezTo>
                  <a:cubicBezTo>
                    <a:pt x="1986" y="2051"/>
                    <a:pt x="2154" y="1832"/>
                    <a:pt x="2257" y="1729"/>
                  </a:cubicBezTo>
                  <a:cubicBezTo>
                    <a:pt x="2373" y="1613"/>
                    <a:pt x="2424" y="1561"/>
                    <a:pt x="2424" y="1561"/>
                  </a:cubicBezTo>
                  <a:lnTo>
                    <a:pt x="2476" y="1510"/>
                  </a:lnTo>
                  <a:cubicBezTo>
                    <a:pt x="2527" y="1458"/>
                    <a:pt x="2527" y="1407"/>
                    <a:pt x="2527" y="1355"/>
                  </a:cubicBezTo>
                  <a:cubicBezTo>
                    <a:pt x="2476" y="1355"/>
                    <a:pt x="2476" y="1290"/>
                    <a:pt x="2424" y="1290"/>
                  </a:cubicBezTo>
                  <a:cubicBezTo>
                    <a:pt x="2424" y="1290"/>
                    <a:pt x="1883" y="1187"/>
                    <a:pt x="1341" y="1187"/>
                  </a:cubicBezTo>
                  <a:cubicBezTo>
                    <a:pt x="1083" y="1187"/>
                    <a:pt x="864" y="1187"/>
                    <a:pt x="645" y="1239"/>
                  </a:cubicBezTo>
                  <a:cubicBezTo>
                    <a:pt x="542" y="1290"/>
                    <a:pt x="439" y="1355"/>
                    <a:pt x="374" y="1407"/>
                  </a:cubicBezTo>
                  <a:lnTo>
                    <a:pt x="322" y="1407"/>
                  </a:lnTo>
                  <a:cubicBezTo>
                    <a:pt x="322" y="1290"/>
                    <a:pt x="271" y="1187"/>
                    <a:pt x="322" y="1033"/>
                  </a:cubicBezTo>
                  <a:cubicBezTo>
                    <a:pt x="322" y="865"/>
                    <a:pt x="322" y="710"/>
                    <a:pt x="374" y="594"/>
                  </a:cubicBezTo>
                  <a:cubicBezTo>
                    <a:pt x="439" y="439"/>
                    <a:pt x="542" y="388"/>
                    <a:pt x="593" y="323"/>
                  </a:cubicBezTo>
                  <a:cubicBezTo>
                    <a:pt x="696" y="272"/>
                    <a:pt x="864" y="220"/>
                    <a:pt x="967" y="220"/>
                  </a:cubicBezTo>
                  <a:close/>
                  <a:moveTo>
                    <a:pt x="967" y="1"/>
                  </a:moveTo>
                  <a:cubicBezTo>
                    <a:pt x="812" y="1"/>
                    <a:pt x="645" y="1"/>
                    <a:pt x="490" y="117"/>
                  </a:cubicBezTo>
                  <a:cubicBezTo>
                    <a:pt x="374" y="169"/>
                    <a:pt x="219" y="323"/>
                    <a:pt x="168" y="491"/>
                  </a:cubicBezTo>
                  <a:cubicBezTo>
                    <a:pt x="52" y="646"/>
                    <a:pt x="52" y="865"/>
                    <a:pt x="52" y="1033"/>
                  </a:cubicBezTo>
                  <a:cubicBezTo>
                    <a:pt x="52" y="1407"/>
                    <a:pt x="168" y="1729"/>
                    <a:pt x="168" y="1729"/>
                  </a:cubicBezTo>
                  <a:cubicBezTo>
                    <a:pt x="219" y="1780"/>
                    <a:pt x="271" y="1780"/>
                    <a:pt x="322" y="1780"/>
                  </a:cubicBezTo>
                  <a:cubicBezTo>
                    <a:pt x="322" y="1780"/>
                    <a:pt x="374" y="1780"/>
                    <a:pt x="439" y="1729"/>
                  </a:cubicBezTo>
                  <a:cubicBezTo>
                    <a:pt x="439" y="1677"/>
                    <a:pt x="490" y="1613"/>
                    <a:pt x="542" y="1613"/>
                  </a:cubicBezTo>
                  <a:cubicBezTo>
                    <a:pt x="593" y="1510"/>
                    <a:pt x="696" y="1510"/>
                    <a:pt x="864" y="1458"/>
                  </a:cubicBezTo>
                  <a:cubicBezTo>
                    <a:pt x="1019" y="1458"/>
                    <a:pt x="1186" y="1407"/>
                    <a:pt x="1341" y="1407"/>
                  </a:cubicBezTo>
                  <a:cubicBezTo>
                    <a:pt x="1560" y="1407"/>
                    <a:pt x="1831" y="1458"/>
                    <a:pt x="2050" y="1458"/>
                  </a:cubicBezTo>
                  <a:cubicBezTo>
                    <a:pt x="2102" y="1458"/>
                    <a:pt x="2102" y="1510"/>
                    <a:pt x="2154" y="1510"/>
                  </a:cubicBezTo>
                  <a:cubicBezTo>
                    <a:pt x="1780" y="1884"/>
                    <a:pt x="967" y="2851"/>
                    <a:pt x="439" y="3818"/>
                  </a:cubicBezTo>
                  <a:cubicBezTo>
                    <a:pt x="116" y="4359"/>
                    <a:pt x="0" y="4836"/>
                    <a:pt x="0" y="5223"/>
                  </a:cubicBezTo>
                  <a:cubicBezTo>
                    <a:pt x="0" y="5430"/>
                    <a:pt x="52" y="5700"/>
                    <a:pt x="219" y="5868"/>
                  </a:cubicBezTo>
                  <a:cubicBezTo>
                    <a:pt x="322" y="6023"/>
                    <a:pt x="542" y="6126"/>
                    <a:pt x="812" y="6190"/>
                  </a:cubicBezTo>
                  <a:cubicBezTo>
                    <a:pt x="916" y="6242"/>
                    <a:pt x="1083" y="6242"/>
                    <a:pt x="1186" y="6242"/>
                  </a:cubicBezTo>
                  <a:cubicBezTo>
                    <a:pt x="1612" y="6242"/>
                    <a:pt x="1883" y="6074"/>
                    <a:pt x="2102" y="5971"/>
                  </a:cubicBezTo>
                  <a:cubicBezTo>
                    <a:pt x="2308" y="5804"/>
                    <a:pt x="2373" y="5649"/>
                    <a:pt x="2373" y="5649"/>
                  </a:cubicBezTo>
                  <a:cubicBezTo>
                    <a:pt x="2424" y="5597"/>
                    <a:pt x="2424" y="5546"/>
                    <a:pt x="2373" y="5481"/>
                  </a:cubicBezTo>
                  <a:cubicBezTo>
                    <a:pt x="2050" y="5159"/>
                    <a:pt x="1883" y="4733"/>
                    <a:pt x="1883" y="4256"/>
                  </a:cubicBezTo>
                  <a:cubicBezTo>
                    <a:pt x="1883" y="3869"/>
                    <a:pt x="1986" y="3444"/>
                    <a:pt x="2205" y="3070"/>
                  </a:cubicBezTo>
                  <a:cubicBezTo>
                    <a:pt x="2373" y="2644"/>
                    <a:pt x="2631" y="2322"/>
                    <a:pt x="2901" y="2051"/>
                  </a:cubicBezTo>
                  <a:cubicBezTo>
                    <a:pt x="3495" y="1458"/>
                    <a:pt x="3598" y="917"/>
                    <a:pt x="3598" y="646"/>
                  </a:cubicBezTo>
                  <a:cubicBezTo>
                    <a:pt x="3598" y="543"/>
                    <a:pt x="3546" y="439"/>
                    <a:pt x="3546" y="439"/>
                  </a:cubicBezTo>
                  <a:cubicBezTo>
                    <a:pt x="3546" y="439"/>
                    <a:pt x="3546" y="388"/>
                    <a:pt x="3495" y="388"/>
                  </a:cubicBezTo>
                  <a:lnTo>
                    <a:pt x="3391" y="388"/>
                  </a:lnTo>
                  <a:cubicBezTo>
                    <a:pt x="3340" y="388"/>
                    <a:pt x="3275" y="439"/>
                    <a:pt x="3172" y="439"/>
                  </a:cubicBezTo>
                  <a:lnTo>
                    <a:pt x="2850" y="439"/>
                  </a:lnTo>
                  <a:cubicBezTo>
                    <a:pt x="2631" y="439"/>
                    <a:pt x="2424" y="439"/>
                    <a:pt x="2205" y="388"/>
                  </a:cubicBezTo>
                  <a:cubicBezTo>
                    <a:pt x="2050" y="388"/>
                    <a:pt x="1883" y="272"/>
                    <a:pt x="1728" y="220"/>
                  </a:cubicBezTo>
                  <a:cubicBezTo>
                    <a:pt x="1509" y="65"/>
                    <a:pt x="1238" y="1"/>
                    <a:pt x="96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122;p32">
              <a:extLst>
                <a:ext uri="{FF2B5EF4-FFF2-40B4-BE49-F238E27FC236}">
                  <a16:creationId xmlns:a16="http://schemas.microsoft.com/office/drawing/2014/main" id="{A846E32E-6F36-6828-0FBE-5BD45DA282C1}"/>
                </a:ext>
              </a:extLst>
            </p:cNvPr>
            <p:cNvSpPr/>
            <p:nvPr/>
          </p:nvSpPr>
          <p:spPr>
            <a:xfrm>
              <a:off x="3945050" y="4777975"/>
              <a:ext cx="139625" cy="224400"/>
            </a:xfrm>
            <a:custGeom>
              <a:avLst/>
              <a:gdLst/>
              <a:ahLst/>
              <a:cxnLst/>
              <a:rect l="l" t="t" r="r" b="b"/>
              <a:pathLst>
                <a:path w="5585" h="8976" extrusionOk="0">
                  <a:moveTo>
                    <a:pt x="5043" y="220"/>
                  </a:moveTo>
                  <a:cubicBezTo>
                    <a:pt x="5210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10" y="8769"/>
                    <a:pt x="5043" y="8769"/>
                  </a:cubicBezTo>
                  <a:lnTo>
                    <a:pt x="530" y="8769"/>
                  </a:lnTo>
                  <a:cubicBezTo>
                    <a:pt x="375" y="8769"/>
                    <a:pt x="207" y="8601"/>
                    <a:pt x="207" y="8446"/>
                  </a:cubicBezTo>
                  <a:lnTo>
                    <a:pt x="207" y="542"/>
                  </a:lnTo>
                  <a:cubicBezTo>
                    <a:pt x="207" y="387"/>
                    <a:pt x="375" y="220"/>
                    <a:pt x="530" y="220"/>
                  </a:cubicBezTo>
                  <a:close/>
                  <a:moveTo>
                    <a:pt x="530" y="1"/>
                  </a:moveTo>
                  <a:cubicBezTo>
                    <a:pt x="207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07" y="8975"/>
                    <a:pt x="530" y="8975"/>
                  </a:cubicBezTo>
                  <a:lnTo>
                    <a:pt x="5043" y="8975"/>
                  </a:lnTo>
                  <a:cubicBezTo>
                    <a:pt x="5365" y="8975"/>
                    <a:pt x="5584" y="8769"/>
                    <a:pt x="5584" y="8446"/>
                  </a:cubicBezTo>
                  <a:lnTo>
                    <a:pt x="5584" y="542"/>
                  </a:lnTo>
                  <a:cubicBezTo>
                    <a:pt x="5584" y="220"/>
                    <a:pt x="5365" y="1"/>
                    <a:pt x="504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123;p32">
              <a:extLst>
                <a:ext uri="{FF2B5EF4-FFF2-40B4-BE49-F238E27FC236}">
                  <a16:creationId xmlns:a16="http://schemas.microsoft.com/office/drawing/2014/main" id="{2C5AF803-E9F2-9FE4-9643-BEFB38411885}"/>
                </a:ext>
              </a:extLst>
            </p:cNvPr>
            <p:cNvSpPr/>
            <p:nvPr/>
          </p:nvSpPr>
          <p:spPr>
            <a:xfrm>
              <a:off x="3973100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19" y="220"/>
                  </a:moveTo>
                  <a:cubicBezTo>
                    <a:pt x="1187" y="220"/>
                    <a:pt x="1458" y="272"/>
                    <a:pt x="1612" y="439"/>
                  </a:cubicBezTo>
                  <a:cubicBezTo>
                    <a:pt x="1780" y="543"/>
                    <a:pt x="1986" y="594"/>
                    <a:pt x="2206" y="646"/>
                  </a:cubicBezTo>
                  <a:cubicBezTo>
                    <a:pt x="2425" y="710"/>
                    <a:pt x="2631" y="710"/>
                    <a:pt x="2850" y="710"/>
                  </a:cubicBezTo>
                  <a:cubicBezTo>
                    <a:pt x="3018" y="710"/>
                    <a:pt x="3121" y="710"/>
                    <a:pt x="3224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7" y="1884"/>
                  </a:cubicBezTo>
                  <a:cubicBezTo>
                    <a:pt x="2425" y="2154"/>
                    <a:pt x="2206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2" y="5649"/>
                    <a:pt x="2051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5" y="5920"/>
                    <a:pt x="542" y="5804"/>
                    <a:pt x="439" y="5700"/>
                  </a:cubicBezTo>
                  <a:cubicBezTo>
                    <a:pt x="323" y="5597"/>
                    <a:pt x="271" y="5430"/>
                    <a:pt x="271" y="5223"/>
                  </a:cubicBezTo>
                  <a:cubicBezTo>
                    <a:pt x="271" y="4901"/>
                    <a:pt x="375" y="4463"/>
                    <a:pt x="645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51" y="2051"/>
                    <a:pt x="2206" y="1832"/>
                    <a:pt x="2309" y="1729"/>
                  </a:cubicBezTo>
                  <a:cubicBezTo>
                    <a:pt x="2373" y="1613"/>
                    <a:pt x="2425" y="1561"/>
                    <a:pt x="2476" y="1561"/>
                  </a:cubicBezTo>
                  <a:lnTo>
                    <a:pt x="2476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6" y="1290"/>
                    <a:pt x="2425" y="1290"/>
                  </a:cubicBezTo>
                  <a:cubicBezTo>
                    <a:pt x="2425" y="1290"/>
                    <a:pt x="1883" y="1187"/>
                    <a:pt x="1342" y="1187"/>
                  </a:cubicBezTo>
                  <a:cubicBezTo>
                    <a:pt x="1135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39" y="594"/>
                  </a:cubicBezTo>
                  <a:cubicBezTo>
                    <a:pt x="491" y="439"/>
                    <a:pt x="542" y="388"/>
                    <a:pt x="645" y="323"/>
                  </a:cubicBezTo>
                  <a:cubicBezTo>
                    <a:pt x="761" y="272"/>
                    <a:pt x="865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13" y="1"/>
                    <a:pt x="645" y="1"/>
                    <a:pt x="542" y="117"/>
                  </a:cubicBezTo>
                  <a:cubicBezTo>
                    <a:pt x="375" y="169"/>
                    <a:pt x="271" y="323"/>
                    <a:pt x="168" y="491"/>
                  </a:cubicBezTo>
                  <a:cubicBezTo>
                    <a:pt x="117" y="646"/>
                    <a:pt x="52" y="865"/>
                    <a:pt x="52" y="1033"/>
                  </a:cubicBezTo>
                  <a:cubicBezTo>
                    <a:pt x="52" y="1407"/>
                    <a:pt x="220" y="1729"/>
                    <a:pt x="220" y="1729"/>
                  </a:cubicBezTo>
                  <a:cubicBezTo>
                    <a:pt x="220" y="1780"/>
                    <a:pt x="271" y="1780"/>
                    <a:pt x="323" y="1780"/>
                  </a:cubicBezTo>
                  <a:cubicBezTo>
                    <a:pt x="375" y="1780"/>
                    <a:pt x="439" y="1780"/>
                    <a:pt x="439" y="1729"/>
                  </a:cubicBezTo>
                  <a:cubicBezTo>
                    <a:pt x="491" y="1677"/>
                    <a:pt x="491" y="1613"/>
                    <a:pt x="542" y="1613"/>
                  </a:cubicBezTo>
                  <a:cubicBezTo>
                    <a:pt x="645" y="1510"/>
                    <a:pt x="761" y="1510"/>
                    <a:pt x="865" y="1458"/>
                  </a:cubicBezTo>
                  <a:cubicBezTo>
                    <a:pt x="1019" y="1458"/>
                    <a:pt x="1187" y="1407"/>
                    <a:pt x="1342" y="1407"/>
                  </a:cubicBezTo>
                  <a:cubicBezTo>
                    <a:pt x="1612" y="1407"/>
                    <a:pt x="1883" y="1458"/>
                    <a:pt x="2102" y="1458"/>
                  </a:cubicBezTo>
                  <a:lnTo>
                    <a:pt x="2154" y="1510"/>
                  </a:lnTo>
                  <a:cubicBezTo>
                    <a:pt x="1832" y="1884"/>
                    <a:pt x="968" y="2851"/>
                    <a:pt x="439" y="3818"/>
                  </a:cubicBezTo>
                  <a:cubicBezTo>
                    <a:pt x="168" y="4359"/>
                    <a:pt x="1" y="4836"/>
                    <a:pt x="1" y="5223"/>
                  </a:cubicBezTo>
                  <a:cubicBezTo>
                    <a:pt x="1" y="5430"/>
                    <a:pt x="117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84" y="6242"/>
                    <a:pt x="1239" y="6242"/>
                  </a:cubicBezTo>
                  <a:cubicBezTo>
                    <a:pt x="1612" y="6242"/>
                    <a:pt x="1935" y="6074"/>
                    <a:pt x="2102" y="5971"/>
                  </a:cubicBezTo>
                  <a:cubicBezTo>
                    <a:pt x="2309" y="5804"/>
                    <a:pt x="2425" y="5649"/>
                    <a:pt x="2425" y="5649"/>
                  </a:cubicBezTo>
                  <a:cubicBezTo>
                    <a:pt x="2476" y="5597"/>
                    <a:pt x="2425" y="5546"/>
                    <a:pt x="2425" y="5481"/>
                  </a:cubicBezTo>
                  <a:cubicBezTo>
                    <a:pt x="2051" y="5159"/>
                    <a:pt x="1935" y="4733"/>
                    <a:pt x="1935" y="4256"/>
                  </a:cubicBezTo>
                  <a:cubicBezTo>
                    <a:pt x="1935" y="3869"/>
                    <a:pt x="2051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8" y="917"/>
                    <a:pt x="3598" y="646"/>
                  </a:cubicBezTo>
                  <a:lnTo>
                    <a:pt x="3598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4" y="439"/>
                  </a:cubicBezTo>
                  <a:lnTo>
                    <a:pt x="2850" y="439"/>
                  </a:lnTo>
                  <a:cubicBezTo>
                    <a:pt x="2696" y="439"/>
                    <a:pt x="2476" y="439"/>
                    <a:pt x="2257" y="388"/>
                  </a:cubicBezTo>
                  <a:cubicBezTo>
                    <a:pt x="2051" y="388"/>
                    <a:pt x="1883" y="272"/>
                    <a:pt x="1780" y="220"/>
                  </a:cubicBezTo>
                  <a:cubicBezTo>
                    <a:pt x="1561" y="65"/>
                    <a:pt x="1239" y="1"/>
                    <a:pt x="101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124;p32">
              <a:extLst>
                <a:ext uri="{FF2B5EF4-FFF2-40B4-BE49-F238E27FC236}">
                  <a16:creationId xmlns:a16="http://schemas.microsoft.com/office/drawing/2014/main" id="{123E80BB-5FF8-1414-E74C-CA7A08DFF496}"/>
                </a:ext>
              </a:extLst>
            </p:cNvPr>
            <p:cNvSpPr/>
            <p:nvPr/>
          </p:nvSpPr>
          <p:spPr>
            <a:xfrm>
              <a:off x="3520500" y="4741875"/>
              <a:ext cx="9375" cy="25475"/>
            </a:xfrm>
            <a:custGeom>
              <a:avLst/>
              <a:gdLst/>
              <a:ahLst/>
              <a:cxnLst/>
              <a:rect l="l" t="t" r="r" b="b"/>
              <a:pathLst>
                <a:path w="375" h="1019" extrusionOk="0">
                  <a:moveTo>
                    <a:pt x="168" y="0"/>
                  </a:moveTo>
                  <a:cubicBezTo>
                    <a:pt x="52" y="0"/>
                    <a:pt x="1" y="103"/>
                    <a:pt x="1" y="155"/>
                  </a:cubicBezTo>
                  <a:lnTo>
                    <a:pt x="1" y="864"/>
                  </a:lnTo>
                  <a:cubicBezTo>
                    <a:pt x="1" y="967"/>
                    <a:pt x="52" y="1019"/>
                    <a:pt x="168" y="1019"/>
                  </a:cubicBezTo>
                  <a:cubicBezTo>
                    <a:pt x="271" y="1019"/>
                    <a:pt x="375" y="967"/>
                    <a:pt x="375" y="864"/>
                  </a:cubicBezTo>
                  <a:lnTo>
                    <a:pt x="375" y="155"/>
                  </a:lnTo>
                  <a:cubicBezTo>
                    <a:pt x="375" y="103"/>
                    <a:pt x="271" y="0"/>
                    <a:pt x="16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125;p32">
              <a:extLst>
                <a:ext uri="{FF2B5EF4-FFF2-40B4-BE49-F238E27FC236}">
                  <a16:creationId xmlns:a16="http://schemas.microsoft.com/office/drawing/2014/main" id="{D52B9994-475E-0B8B-063A-FA22F9805197}"/>
                </a:ext>
              </a:extLst>
            </p:cNvPr>
            <p:cNvSpPr/>
            <p:nvPr/>
          </p:nvSpPr>
          <p:spPr>
            <a:xfrm>
              <a:off x="3520500" y="4702875"/>
              <a:ext cx="17425" cy="26775"/>
            </a:xfrm>
            <a:custGeom>
              <a:avLst/>
              <a:gdLst/>
              <a:ahLst/>
              <a:cxnLst/>
              <a:rect l="l" t="t" r="r" b="b"/>
              <a:pathLst>
                <a:path w="697" h="1071" extrusionOk="0">
                  <a:moveTo>
                    <a:pt x="491" y="0"/>
                  </a:moveTo>
                  <a:cubicBezTo>
                    <a:pt x="375" y="0"/>
                    <a:pt x="323" y="52"/>
                    <a:pt x="220" y="103"/>
                  </a:cubicBezTo>
                  <a:cubicBezTo>
                    <a:pt x="104" y="168"/>
                    <a:pt x="52" y="271"/>
                    <a:pt x="52" y="322"/>
                  </a:cubicBezTo>
                  <a:cubicBezTo>
                    <a:pt x="1" y="374"/>
                    <a:pt x="1" y="426"/>
                    <a:pt x="1" y="426"/>
                  </a:cubicBezTo>
                  <a:lnTo>
                    <a:pt x="1" y="490"/>
                  </a:lnTo>
                  <a:lnTo>
                    <a:pt x="1" y="916"/>
                  </a:lnTo>
                  <a:cubicBezTo>
                    <a:pt x="1" y="1019"/>
                    <a:pt x="52" y="1070"/>
                    <a:pt x="168" y="1070"/>
                  </a:cubicBezTo>
                  <a:cubicBezTo>
                    <a:pt x="271" y="1070"/>
                    <a:pt x="375" y="1019"/>
                    <a:pt x="375" y="916"/>
                  </a:cubicBezTo>
                  <a:lnTo>
                    <a:pt x="375" y="542"/>
                  </a:lnTo>
                  <a:cubicBezTo>
                    <a:pt x="375" y="490"/>
                    <a:pt x="375" y="426"/>
                    <a:pt x="426" y="426"/>
                  </a:cubicBezTo>
                  <a:lnTo>
                    <a:pt x="426" y="374"/>
                  </a:lnTo>
                  <a:lnTo>
                    <a:pt x="491" y="374"/>
                  </a:lnTo>
                  <a:cubicBezTo>
                    <a:pt x="594" y="374"/>
                    <a:pt x="697" y="271"/>
                    <a:pt x="697" y="168"/>
                  </a:cubicBezTo>
                  <a:cubicBezTo>
                    <a:pt x="697" y="103"/>
                    <a:pt x="594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126;p32">
              <a:extLst>
                <a:ext uri="{FF2B5EF4-FFF2-40B4-BE49-F238E27FC236}">
                  <a16:creationId xmlns:a16="http://schemas.microsoft.com/office/drawing/2014/main" id="{A34AE430-8932-17DE-DDCC-D901F7B41865}"/>
                </a:ext>
              </a:extLst>
            </p:cNvPr>
            <p:cNvSpPr/>
            <p:nvPr/>
          </p:nvSpPr>
          <p:spPr>
            <a:xfrm>
              <a:off x="3490850" y="5053250"/>
              <a:ext cx="12275" cy="20600"/>
            </a:xfrm>
            <a:custGeom>
              <a:avLst/>
              <a:gdLst/>
              <a:ahLst/>
              <a:cxnLst/>
              <a:rect l="l" t="t" r="r" b="b"/>
              <a:pathLst>
                <a:path w="491" h="824" extrusionOk="0">
                  <a:moveTo>
                    <a:pt x="31" y="1"/>
                  </a:moveTo>
                  <a:cubicBezTo>
                    <a:pt x="20" y="1"/>
                    <a:pt x="10" y="5"/>
                    <a:pt x="0" y="14"/>
                  </a:cubicBezTo>
                  <a:cubicBezTo>
                    <a:pt x="0" y="14"/>
                    <a:pt x="65" y="169"/>
                    <a:pt x="168" y="440"/>
                  </a:cubicBezTo>
                  <a:cubicBezTo>
                    <a:pt x="303" y="676"/>
                    <a:pt x="408" y="824"/>
                    <a:pt x="433" y="824"/>
                  </a:cubicBezTo>
                  <a:cubicBezTo>
                    <a:pt x="437" y="824"/>
                    <a:pt x="439" y="821"/>
                    <a:pt x="439" y="814"/>
                  </a:cubicBezTo>
                  <a:cubicBezTo>
                    <a:pt x="490" y="814"/>
                    <a:pt x="439" y="659"/>
                    <a:pt x="271" y="388"/>
                  </a:cubicBezTo>
                  <a:cubicBezTo>
                    <a:pt x="183" y="157"/>
                    <a:pt x="95" y="1"/>
                    <a:pt x="31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127;p32">
              <a:extLst>
                <a:ext uri="{FF2B5EF4-FFF2-40B4-BE49-F238E27FC236}">
                  <a16:creationId xmlns:a16="http://schemas.microsoft.com/office/drawing/2014/main" id="{B43EA942-F3B1-518F-89B6-6944886E2530}"/>
                </a:ext>
              </a:extLst>
            </p:cNvPr>
            <p:cNvSpPr/>
            <p:nvPr/>
          </p:nvSpPr>
          <p:spPr>
            <a:xfrm>
              <a:off x="3558225" y="5002350"/>
              <a:ext cx="47075" cy="48375"/>
            </a:xfrm>
            <a:custGeom>
              <a:avLst/>
              <a:gdLst/>
              <a:ahLst/>
              <a:cxnLst/>
              <a:rect l="l" t="t" r="r" b="b"/>
              <a:pathLst>
                <a:path w="1883" h="1935" extrusionOk="0">
                  <a:moveTo>
                    <a:pt x="967" y="219"/>
                  </a:moveTo>
                  <a:cubicBezTo>
                    <a:pt x="1019" y="219"/>
                    <a:pt x="1122" y="271"/>
                    <a:pt x="1238" y="323"/>
                  </a:cubicBezTo>
                  <a:cubicBezTo>
                    <a:pt x="1290" y="374"/>
                    <a:pt x="1393" y="439"/>
                    <a:pt x="1496" y="542"/>
                  </a:cubicBezTo>
                  <a:cubicBezTo>
                    <a:pt x="1612" y="696"/>
                    <a:pt x="1612" y="813"/>
                    <a:pt x="1612" y="967"/>
                  </a:cubicBezTo>
                  <a:cubicBezTo>
                    <a:pt x="1612" y="1083"/>
                    <a:pt x="1612" y="1135"/>
                    <a:pt x="1561" y="1238"/>
                  </a:cubicBezTo>
                  <a:cubicBezTo>
                    <a:pt x="1496" y="1406"/>
                    <a:pt x="1393" y="1509"/>
                    <a:pt x="1290" y="1560"/>
                  </a:cubicBezTo>
                  <a:cubicBezTo>
                    <a:pt x="1238" y="1612"/>
                    <a:pt x="1174" y="1664"/>
                    <a:pt x="1122" y="1664"/>
                  </a:cubicBezTo>
                  <a:lnTo>
                    <a:pt x="1071" y="1728"/>
                  </a:lnTo>
                  <a:lnTo>
                    <a:pt x="1019" y="1664"/>
                  </a:lnTo>
                  <a:cubicBezTo>
                    <a:pt x="916" y="1664"/>
                    <a:pt x="748" y="1560"/>
                    <a:pt x="593" y="1406"/>
                  </a:cubicBezTo>
                  <a:cubicBezTo>
                    <a:pt x="426" y="1186"/>
                    <a:pt x="271" y="967"/>
                    <a:pt x="271" y="645"/>
                  </a:cubicBezTo>
                  <a:lnTo>
                    <a:pt x="271" y="593"/>
                  </a:lnTo>
                  <a:cubicBezTo>
                    <a:pt x="271" y="593"/>
                    <a:pt x="271" y="542"/>
                    <a:pt x="323" y="490"/>
                  </a:cubicBezTo>
                  <a:cubicBezTo>
                    <a:pt x="374" y="439"/>
                    <a:pt x="477" y="374"/>
                    <a:pt x="593" y="323"/>
                  </a:cubicBezTo>
                  <a:cubicBezTo>
                    <a:pt x="697" y="271"/>
                    <a:pt x="800" y="219"/>
                    <a:pt x="967" y="219"/>
                  </a:cubicBezTo>
                  <a:close/>
                  <a:moveTo>
                    <a:pt x="967" y="0"/>
                  </a:moveTo>
                  <a:cubicBezTo>
                    <a:pt x="697" y="0"/>
                    <a:pt x="477" y="52"/>
                    <a:pt x="323" y="168"/>
                  </a:cubicBezTo>
                  <a:cubicBezTo>
                    <a:pt x="271" y="219"/>
                    <a:pt x="155" y="323"/>
                    <a:pt x="103" y="374"/>
                  </a:cubicBezTo>
                  <a:cubicBezTo>
                    <a:pt x="103" y="374"/>
                    <a:pt x="103" y="439"/>
                    <a:pt x="52" y="439"/>
                  </a:cubicBezTo>
                  <a:lnTo>
                    <a:pt x="52" y="542"/>
                  </a:lnTo>
                  <a:lnTo>
                    <a:pt x="52" y="645"/>
                  </a:lnTo>
                  <a:cubicBezTo>
                    <a:pt x="0" y="864"/>
                    <a:pt x="103" y="1083"/>
                    <a:pt x="155" y="1238"/>
                  </a:cubicBezTo>
                  <a:cubicBezTo>
                    <a:pt x="323" y="1509"/>
                    <a:pt x="477" y="1664"/>
                    <a:pt x="645" y="1780"/>
                  </a:cubicBezTo>
                  <a:cubicBezTo>
                    <a:pt x="748" y="1831"/>
                    <a:pt x="851" y="1883"/>
                    <a:pt x="916" y="1883"/>
                  </a:cubicBezTo>
                  <a:cubicBezTo>
                    <a:pt x="967" y="1934"/>
                    <a:pt x="967" y="1934"/>
                    <a:pt x="1019" y="1934"/>
                  </a:cubicBezTo>
                  <a:lnTo>
                    <a:pt x="1122" y="1934"/>
                  </a:lnTo>
                  <a:cubicBezTo>
                    <a:pt x="1238" y="1934"/>
                    <a:pt x="1290" y="1883"/>
                    <a:pt x="1341" y="1831"/>
                  </a:cubicBezTo>
                  <a:cubicBezTo>
                    <a:pt x="1445" y="1780"/>
                    <a:pt x="1612" y="1664"/>
                    <a:pt x="1715" y="1509"/>
                  </a:cubicBezTo>
                  <a:cubicBezTo>
                    <a:pt x="1818" y="1341"/>
                    <a:pt x="1883" y="1186"/>
                    <a:pt x="1883" y="967"/>
                  </a:cubicBezTo>
                  <a:cubicBezTo>
                    <a:pt x="1883" y="761"/>
                    <a:pt x="1818" y="593"/>
                    <a:pt x="1664" y="374"/>
                  </a:cubicBezTo>
                  <a:cubicBezTo>
                    <a:pt x="1561" y="271"/>
                    <a:pt x="1445" y="168"/>
                    <a:pt x="1341" y="116"/>
                  </a:cubicBezTo>
                  <a:cubicBezTo>
                    <a:pt x="1174" y="0"/>
                    <a:pt x="1071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128;p32">
              <a:extLst>
                <a:ext uri="{FF2B5EF4-FFF2-40B4-BE49-F238E27FC236}">
                  <a16:creationId xmlns:a16="http://schemas.microsoft.com/office/drawing/2014/main" id="{08BFBAAC-969B-4EC6-2EAC-855E5E7FFD78}"/>
                </a:ext>
              </a:extLst>
            </p:cNvPr>
            <p:cNvSpPr/>
            <p:nvPr/>
          </p:nvSpPr>
          <p:spPr>
            <a:xfrm>
              <a:off x="3263900" y="4679975"/>
              <a:ext cx="1210175" cy="785950"/>
            </a:xfrm>
            <a:custGeom>
              <a:avLst/>
              <a:gdLst/>
              <a:ahLst/>
              <a:cxnLst/>
              <a:rect l="l" t="t" r="r" b="b"/>
              <a:pathLst>
                <a:path w="48407" h="31438" extrusionOk="0">
                  <a:moveTo>
                    <a:pt x="37666" y="220"/>
                  </a:moveTo>
                  <a:cubicBezTo>
                    <a:pt x="37885" y="220"/>
                    <a:pt x="38156" y="323"/>
                    <a:pt x="38310" y="491"/>
                  </a:cubicBezTo>
                  <a:cubicBezTo>
                    <a:pt x="38478" y="645"/>
                    <a:pt x="38581" y="916"/>
                    <a:pt x="38581" y="1135"/>
                  </a:cubicBezTo>
                  <a:lnTo>
                    <a:pt x="38581" y="13656"/>
                  </a:lnTo>
                  <a:cubicBezTo>
                    <a:pt x="38259" y="13488"/>
                    <a:pt x="37936" y="13334"/>
                    <a:pt x="37666" y="13218"/>
                  </a:cubicBezTo>
                  <a:cubicBezTo>
                    <a:pt x="37240" y="13011"/>
                    <a:pt x="36802" y="12844"/>
                    <a:pt x="36376" y="12689"/>
                  </a:cubicBezTo>
                  <a:lnTo>
                    <a:pt x="36325" y="12689"/>
                  </a:lnTo>
                  <a:lnTo>
                    <a:pt x="36325" y="1935"/>
                  </a:lnTo>
                  <a:lnTo>
                    <a:pt x="12096" y="1935"/>
                  </a:lnTo>
                  <a:lnTo>
                    <a:pt x="12096" y="12689"/>
                  </a:lnTo>
                  <a:lnTo>
                    <a:pt x="12044" y="12689"/>
                  </a:lnTo>
                  <a:cubicBezTo>
                    <a:pt x="11606" y="12844"/>
                    <a:pt x="11180" y="13011"/>
                    <a:pt x="10755" y="13218"/>
                  </a:cubicBezTo>
                  <a:cubicBezTo>
                    <a:pt x="10432" y="13334"/>
                    <a:pt x="10162" y="13488"/>
                    <a:pt x="9839" y="13656"/>
                  </a:cubicBezTo>
                  <a:lnTo>
                    <a:pt x="9839" y="1135"/>
                  </a:lnTo>
                  <a:cubicBezTo>
                    <a:pt x="9839" y="916"/>
                    <a:pt x="9942" y="645"/>
                    <a:pt x="10110" y="491"/>
                  </a:cubicBezTo>
                  <a:cubicBezTo>
                    <a:pt x="10265" y="323"/>
                    <a:pt x="10484" y="220"/>
                    <a:pt x="10755" y="220"/>
                  </a:cubicBezTo>
                  <a:close/>
                  <a:moveTo>
                    <a:pt x="36054" y="2206"/>
                  </a:moveTo>
                  <a:lnTo>
                    <a:pt x="36054" y="12624"/>
                  </a:lnTo>
                  <a:cubicBezTo>
                    <a:pt x="35899" y="12573"/>
                    <a:pt x="35783" y="12573"/>
                    <a:pt x="35628" y="12573"/>
                  </a:cubicBezTo>
                  <a:cubicBezTo>
                    <a:pt x="35512" y="12573"/>
                    <a:pt x="35358" y="12573"/>
                    <a:pt x="35254" y="12624"/>
                  </a:cubicBezTo>
                  <a:cubicBezTo>
                    <a:pt x="35138" y="12689"/>
                    <a:pt x="35035" y="12740"/>
                    <a:pt x="34932" y="12792"/>
                  </a:cubicBezTo>
                  <a:cubicBezTo>
                    <a:pt x="34713" y="12947"/>
                    <a:pt x="34545" y="13166"/>
                    <a:pt x="34442" y="13385"/>
                  </a:cubicBezTo>
                  <a:cubicBezTo>
                    <a:pt x="34390" y="13437"/>
                    <a:pt x="34390" y="13488"/>
                    <a:pt x="34339" y="13540"/>
                  </a:cubicBezTo>
                  <a:lnTo>
                    <a:pt x="34339" y="13656"/>
                  </a:lnTo>
                  <a:cubicBezTo>
                    <a:pt x="34287" y="13708"/>
                    <a:pt x="34287" y="13759"/>
                    <a:pt x="34287" y="13759"/>
                  </a:cubicBezTo>
                  <a:cubicBezTo>
                    <a:pt x="34287" y="13914"/>
                    <a:pt x="34339" y="14030"/>
                    <a:pt x="34339" y="14185"/>
                  </a:cubicBezTo>
                  <a:cubicBezTo>
                    <a:pt x="34442" y="14404"/>
                    <a:pt x="34545" y="14623"/>
                    <a:pt x="34713" y="14778"/>
                  </a:cubicBezTo>
                  <a:cubicBezTo>
                    <a:pt x="34868" y="14997"/>
                    <a:pt x="35035" y="15152"/>
                    <a:pt x="35190" y="15371"/>
                  </a:cubicBezTo>
                  <a:cubicBezTo>
                    <a:pt x="35461" y="15642"/>
                    <a:pt x="35731" y="15848"/>
                    <a:pt x="36054" y="16067"/>
                  </a:cubicBezTo>
                  <a:lnTo>
                    <a:pt x="36054" y="19832"/>
                  </a:lnTo>
                  <a:lnTo>
                    <a:pt x="12366" y="19832"/>
                  </a:lnTo>
                  <a:lnTo>
                    <a:pt x="12366" y="16067"/>
                  </a:lnTo>
                  <a:cubicBezTo>
                    <a:pt x="12689" y="15848"/>
                    <a:pt x="12947" y="15642"/>
                    <a:pt x="13218" y="15371"/>
                  </a:cubicBezTo>
                  <a:cubicBezTo>
                    <a:pt x="13385" y="15152"/>
                    <a:pt x="13540" y="14997"/>
                    <a:pt x="13708" y="14778"/>
                  </a:cubicBezTo>
                  <a:cubicBezTo>
                    <a:pt x="13811" y="14623"/>
                    <a:pt x="13978" y="14404"/>
                    <a:pt x="14030" y="14185"/>
                  </a:cubicBezTo>
                  <a:cubicBezTo>
                    <a:pt x="14081" y="14030"/>
                    <a:pt x="14133" y="13914"/>
                    <a:pt x="14133" y="13759"/>
                  </a:cubicBezTo>
                  <a:cubicBezTo>
                    <a:pt x="14133" y="13759"/>
                    <a:pt x="14133" y="13708"/>
                    <a:pt x="14081" y="13656"/>
                  </a:cubicBezTo>
                  <a:lnTo>
                    <a:pt x="14081" y="13540"/>
                  </a:lnTo>
                  <a:cubicBezTo>
                    <a:pt x="14030" y="13488"/>
                    <a:pt x="14030" y="13437"/>
                    <a:pt x="13978" y="13385"/>
                  </a:cubicBezTo>
                  <a:cubicBezTo>
                    <a:pt x="13862" y="13166"/>
                    <a:pt x="13708" y="12947"/>
                    <a:pt x="13488" y="12792"/>
                  </a:cubicBezTo>
                  <a:cubicBezTo>
                    <a:pt x="13385" y="12740"/>
                    <a:pt x="13269" y="12689"/>
                    <a:pt x="13166" y="12624"/>
                  </a:cubicBezTo>
                  <a:cubicBezTo>
                    <a:pt x="13063" y="12573"/>
                    <a:pt x="12895" y="12573"/>
                    <a:pt x="12792" y="12573"/>
                  </a:cubicBezTo>
                  <a:cubicBezTo>
                    <a:pt x="12624" y="12573"/>
                    <a:pt x="12470" y="12573"/>
                    <a:pt x="12366" y="12624"/>
                  </a:cubicBezTo>
                  <a:lnTo>
                    <a:pt x="12366" y="2206"/>
                  </a:lnTo>
                  <a:close/>
                  <a:moveTo>
                    <a:pt x="36325" y="16235"/>
                  </a:moveTo>
                  <a:cubicBezTo>
                    <a:pt x="36479" y="16338"/>
                    <a:pt x="36699" y="16441"/>
                    <a:pt x="36866" y="16609"/>
                  </a:cubicBezTo>
                  <a:cubicBezTo>
                    <a:pt x="37021" y="16712"/>
                    <a:pt x="37240" y="16880"/>
                    <a:pt x="37395" y="16983"/>
                  </a:cubicBezTo>
                  <a:cubicBezTo>
                    <a:pt x="37395" y="17034"/>
                    <a:pt x="37446" y="17086"/>
                    <a:pt x="37446" y="17137"/>
                  </a:cubicBezTo>
                  <a:cubicBezTo>
                    <a:pt x="37511" y="17137"/>
                    <a:pt x="37511" y="17137"/>
                    <a:pt x="37511" y="17202"/>
                  </a:cubicBezTo>
                  <a:lnTo>
                    <a:pt x="37511" y="17576"/>
                  </a:lnTo>
                  <a:cubicBezTo>
                    <a:pt x="37511" y="17782"/>
                    <a:pt x="37563" y="18001"/>
                    <a:pt x="37563" y="18272"/>
                  </a:cubicBezTo>
                  <a:cubicBezTo>
                    <a:pt x="37614" y="19188"/>
                    <a:pt x="37717" y="20103"/>
                    <a:pt x="37988" y="21006"/>
                  </a:cubicBezTo>
                  <a:cubicBezTo>
                    <a:pt x="38040" y="21225"/>
                    <a:pt x="38091" y="21444"/>
                    <a:pt x="38156" y="21651"/>
                  </a:cubicBezTo>
                  <a:cubicBezTo>
                    <a:pt x="37988" y="21767"/>
                    <a:pt x="37833" y="21818"/>
                    <a:pt x="37666" y="21818"/>
                  </a:cubicBezTo>
                  <a:lnTo>
                    <a:pt x="10755" y="21818"/>
                  </a:lnTo>
                  <a:cubicBezTo>
                    <a:pt x="10587" y="21818"/>
                    <a:pt x="10368" y="21767"/>
                    <a:pt x="10265" y="21651"/>
                  </a:cubicBezTo>
                  <a:cubicBezTo>
                    <a:pt x="10316" y="21444"/>
                    <a:pt x="10368" y="21225"/>
                    <a:pt x="10432" y="21006"/>
                  </a:cubicBezTo>
                  <a:cubicBezTo>
                    <a:pt x="10690" y="20103"/>
                    <a:pt x="10806" y="19188"/>
                    <a:pt x="10858" y="18272"/>
                  </a:cubicBezTo>
                  <a:cubicBezTo>
                    <a:pt x="10858" y="18001"/>
                    <a:pt x="10858" y="17782"/>
                    <a:pt x="10909" y="17576"/>
                  </a:cubicBezTo>
                  <a:lnTo>
                    <a:pt x="10909" y="17202"/>
                  </a:lnTo>
                  <a:cubicBezTo>
                    <a:pt x="10909" y="17137"/>
                    <a:pt x="10909" y="17137"/>
                    <a:pt x="10961" y="17137"/>
                  </a:cubicBezTo>
                  <a:cubicBezTo>
                    <a:pt x="10961" y="17086"/>
                    <a:pt x="11013" y="17034"/>
                    <a:pt x="11013" y="16983"/>
                  </a:cubicBezTo>
                  <a:cubicBezTo>
                    <a:pt x="11180" y="16880"/>
                    <a:pt x="11335" y="16712"/>
                    <a:pt x="11554" y="16609"/>
                  </a:cubicBezTo>
                  <a:cubicBezTo>
                    <a:pt x="11722" y="16441"/>
                    <a:pt x="11928" y="16338"/>
                    <a:pt x="12096" y="16235"/>
                  </a:cubicBezTo>
                  <a:lnTo>
                    <a:pt x="12096" y="20103"/>
                  </a:lnTo>
                  <a:lnTo>
                    <a:pt x="36325" y="20103"/>
                  </a:lnTo>
                  <a:lnTo>
                    <a:pt x="36325" y="19987"/>
                  </a:lnTo>
                  <a:lnTo>
                    <a:pt x="36325" y="16235"/>
                  </a:lnTo>
                  <a:close/>
                  <a:moveTo>
                    <a:pt x="9620" y="8382"/>
                  </a:moveTo>
                  <a:lnTo>
                    <a:pt x="9620" y="13385"/>
                  </a:lnTo>
                  <a:lnTo>
                    <a:pt x="9246" y="13914"/>
                  </a:lnTo>
                  <a:lnTo>
                    <a:pt x="9246" y="13978"/>
                  </a:lnTo>
                  <a:lnTo>
                    <a:pt x="8279" y="14455"/>
                  </a:lnTo>
                  <a:cubicBezTo>
                    <a:pt x="8060" y="14623"/>
                    <a:pt x="7905" y="14726"/>
                    <a:pt x="7686" y="14829"/>
                  </a:cubicBezTo>
                  <a:lnTo>
                    <a:pt x="7531" y="14945"/>
                  </a:lnTo>
                  <a:cubicBezTo>
                    <a:pt x="7467" y="14997"/>
                    <a:pt x="7467" y="15049"/>
                    <a:pt x="7415" y="15100"/>
                  </a:cubicBezTo>
                  <a:cubicBezTo>
                    <a:pt x="7363" y="15100"/>
                    <a:pt x="7312" y="15152"/>
                    <a:pt x="7260" y="15203"/>
                  </a:cubicBezTo>
                  <a:lnTo>
                    <a:pt x="7209" y="15268"/>
                  </a:lnTo>
                  <a:cubicBezTo>
                    <a:pt x="7209" y="15319"/>
                    <a:pt x="7144" y="15319"/>
                    <a:pt x="7144" y="15371"/>
                  </a:cubicBezTo>
                  <a:cubicBezTo>
                    <a:pt x="6989" y="15526"/>
                    <a:pt x="6886" y="15745"/>
                    <a:pt x="6822" y="15964"/>
                  </a:cubicBezTo>
                  <a:cubicBezTo>
                    <a:pt x="6719" y="16170"/>
                    <a:pt x="6616" y="16390"/>
                    <a:pt x="6564" y="16660"/>
                  </a:cubicBezTo>
                  <a:cubicBezTo>
                    <a:pt x="6396" y="17086"/>
                    <a:pt x="6293" y="17524"/>
                    <a:pt x="6242" y="18001"/>
                  </a:cubicBezTo>
                  <a:lnTo>
                    <a:pt x="6293" y="18001"/>
                  </a:lnTo>
                  <a:cubicBezTo>
                    <a:pt x="6499" y="17576"/>
                    <a:pt x="6616" y="17137"/>
                    <a:pt x="6770" y="16712"/>
                  </a:cubicBezTo>
                  <a:cubicBezTo>
                    <a:pt x="6886" y="16493"/>
                    <a:pt x="6938" y="16286"/>
                    <a:pt x="7041" y="16067"/>
                  </a:cubicBezTo>
                  <a:cubicBezTo>
                    <a:pt x="7144" y="15848"/>
                    <a:pt x="7209" y="15693"/>
                    <a:pt x="7363" y="15474"/>
                  </a:cubicBezTo>
                  <a:lnTo>
                    <a:pt x="7415" y="15423"/>
                  </a:lnTo>
                  <a:lnTo>
                    <a:pt x="7467" y="15371"/>
                  </a:lnTo>
                  <a:cubicBezTo>
                    <a:pt x="7467" y="15319"/>
                    <a:pt x="7531" y="15319"/>
                    <a:pt x="7583" y="15268"/>
                  </a:cubicBezTo>
                  <a:cubicBezTo>
                    <a:pt x="7634" y="15203"/>
                    <a:pt x="7634" y="15203"/>
                    <a:pt x="7686" y="15152"/>
                  </a:cubicBezTo>
                  <a:lnTo>
                    <a:pt x="7853" y="15049"/>
                  </a:lnTo>
                  <a:cubicBezTo>
                    <a:pt x="8008" y="14945"/>
                    <a:pt x="8227" y="14829"/>
                    <a:pt x="8382" y="14726"/>
                  </a:cubicBezTo>
                  <a:cubicBezTo>
                    <a:pt x="8820" y="14455"/>
                    <a:pt x="9194" y="14236"/>
                    <a:pt x="9620" y="14030"/>
                  </a:cubicBezTo>
                  <a:cubicBezTo>
                    <a:pt x="10045" y="13862"/>
                    <a:pt x="10432" y="13656"/>
                    <a:pt x="10858" y="13437"/>
                  </a:cubicBezTo>
                  <a:cubicBezTo>
                    <a:pt x="11283" y="13269"/>
                    <a:pt x="11722" y="13114"/>
                    <a:pt x="12147" y="12947"/>
                  </a:cubicBezTo>
                  <a:cubicBezTo>
                    <a:pt x="12330" y="12880"/>
                    <a:pt x="12516" y="12842"/>
                    <a:pt x="12694" y="12842"/>
                  </a:cubicBezTo>
                  <a:cubicBezTo>
                    <a:pt x="12929" y="12842"/>
                    <a:pt x="13150" y="12909"/>
                    <a:pt x="13334" y="13063"/>
                  </a:cubicBezTo>
                  <a:cubicBezTo>
                    <a:pt x="13488" y="13166"/>
                    <a:pt x="13656" y="13334"/>
                    <a:pt x="13759" y="13540"/>
                  </a:cubicBezTo>
                  <a:cubicBezTo>
                    <a:pt x="13759" y="13540"/>
                    <a:pt x="13759" y="13591"/>
                    <a:pt x="13811" y="13656"/>
                  </a:cubicBezTo>
                  <a:lnTo>
                    <a:pt x="13811" y="13708"/>
                  </a:lnTo>
                  <a:lnTo>
                    <a:pt x="13811" y="13811"/>
                  </a:lnTo>
                  <a:cubicBezTo>
                    <a:pt x="13862" y="13862"/>
                    <a:pt x="13811" y="13978"/>
                    <a:pt x="13759" y="14081"/>
                  </a:cubicBezTo>
                  <a:cubicBezTo>
                    <a:pt x="13708" y="14236"/>
                    <a:pt x="13591" y="14455"/>
                    <a:pt x="13488" y="14623"/>
                  </a:cubicBezTo>
                  <a:cubicBezTo>
                    <a:pt x="13334" y="14829"/>
                    <a:pt x="13218" y="14997"/>
                    <a:pt x="13063" y="15152"/>
                  </a:cubicBezTo>
                  <a:cubicBezTo>
                    <a:pt x="12740" y="15474"/>
                    <a:pt x="12366" y="15745"/>
                    <a:pt x="11980" y="15964"/>
                  </a:cubicBezTo>
                  <a:cubicBezTo>
                    <a:pt x="11773" y="16119"/>
                    <a:pt x="11606" y="16235"/>
                    <a:pt x="11399" y="16390"/>
                  </a:cubicBezTo>
                  <a:cubicBezTo>
                    <a:pt x="11180" y="16493"/>
                    <a:pt x="11013" y="16660"/>
                    <a:pt x="10858" y="16815"/>
                  </a:cubicBezTo>
                  <a:cubicBezTo>
                    <a:pt x="10806" y="16880"/>
                    <a:pt x="10755" y="16931"/>
                    <a:pt x="10690" y="16983"/>
                  </a:cubicBezTo>
                  <a:cubicBezTo>
                    <a:pt x="10690" y="16983"/>
                    <a:pt x="10690" y="17034"/>
                    <a:pt x="10639" y="17034"/>
                  </a:cubicBezTo>
                  <a:lnTo>
                    <a:pt x="10639" y="17086"/>
                  </a:lnTo>
                  <a:lnTo>
                    <a:pt x="10639" y="17137"/>
                  </a:lnTo>
                  <a:lnTo>
                    <a:pt x="10639" y="17202"/>
                  </a:lnTo>
                  <a:lnTo>
                    <a:pt x="10639" y="17576"/>
                  </a:lnTo>
                  <a:cubicBezTo>
                    <a:pt x="10639" y="17782"/>
                    <a:pt x="10587" y="18001"/>
                    <a:pt x="10587" y="18221"/>
                  </a:cubicBezTo>
                  <a:cubicBezTo>
                    <a:pt x="10535" y="19136"/>
                    <a:pt x="10432" y="20039"/>
                    <a:pt x="10213" y="20954"/>
                  </a:cubicBezTo>
                  <a:cubicBezTo>
                    <a:pt x="9994" y="21818"/>
                    <a:pt x="9672" y="22682"/>
                    <a:pt x="9194" y="23482"/>
                  </a:cubicBezTo>
                  <a:lnTo>
                    <a:pt x="9194" y="23533"/>
                  </a:lnTo>
                  <a:lnTo>
                    <a:pt x="7260" y="31270"/>
                  </a:lnTo>
                  <a:lnTo>
                    <a:pt x="271" y="31270"/>
                  </a:lnTo>
                  <a:lnTo>
                    <a:pt x="4191" y="22295"/>
                  </a:lnTo>
                  <a:lnTo>
                    <a:pt x="4191" y="22244"/>
                  </a:lnTo>
                  <a:cubicBezTo>
                    <a:pt x="4140" y="21599"/>
                    <a:pt x="4088" y="20903"/>
                    <a:pt x="4088" y="20258"/>
                  </a:cubicBezTo>
                  <a:cubicBezTo>
                    <a:pt x="4037" y="19562"/>
                    <a:pt x="4037" y="18917"/>
                    <a:pt x="4088" y="18221"/>
                  </a:cubicBezTo>
                  <a:cubicBezTo>
                    <a:pt x="4088" y="17576"/>
                    <a:pt x="4140" y="16880"/>
                    <a:pt x="4191" y="16235"/>
                  </a:cubicBezTo>
                  <a:cubicBezTo>
                    <a:pt x="4307" y="15590"/>
                    <a:pt x="4411" y="14881"/>
                    <a:pt x="4681" y="14301"/>
                  </a:cubicBezTo>
                  <a:cubicBezTo>
                    <a:pt x="4952" y="13708"/>
                    <a:pt x="5274" y="13114"/>
                    <a:pt x="5648" y="12521"/>
                  </a:cubicBezTo>
                  <a:cubicBezTo>
                    <a:pt x="6022" y="11980"/>
                    <a:pt x="6396" y="11399"/>
                    <a:pt x="6770" y="10858"/>
                  </a:cubicBezTo>
                  <a:cubicBezTo>
                    <a:pt x="7209" y="10368"/>
                    <a:pt x="7634" y="9839"/>
                    <a:pt x="8060" y="9298"/>
                  </a:cubicBezTo>
                  <a:cubicBezTo>
                    <a:pt x="8176" y="9194"/>
                    <a:pt x="8279" y="9078"/>
                    <a:pt x="8434" y="8975"/>
                  </a:cubicBezTo>
                  <a:cubicBezTo>
                    <a:pt x="8498" y="8924"/>
                    <a:pt x="8550" y="8872"/>
                    <a:pt x="8601" y="8820"/>
                  </a:cubicBezTo>
                  <a:cubicBezTo>
                    <a:pt x="8601" y="8756"/>
                    <a:pt x="8653" y="8756"/>
                    <a:pt x="8653" y="8756"/>
                  </a:cubicBezTo>
                  <a:lnTo>
                    <a:pt x="8756" y="8704"/>
                  </a:lnTo>
                  <a:cubicBezTo>
                    <a:pt x="9027" y="8601"/>
                    <a:pt x="9298" y="8498"/>
                    <a:pt x="9620" y="8382"/>
                  </a:cubicBezTo>
                  <a:close/>
                  <a:moveTo>
                    <a:pt x="38800" y="8382"/>
                  </a:moveTo>
                  <a:cubicBezTo>
                    <a:pt x="39058" y="8498"/>
                    <a:pt x="39381" y="8601"/>
                    <a:pt x="39600" y="8704"/>
                  </a:cubicBezTo>
                  <a:lnTo>
                    <a:pt x="39767" y="8756"/>
                  </a:lnTo>
                  <a:cubicBezTo>
                    <a:pt x="39767" y="8756"/>
                    <a:pt x="39819" y="8756"/>
                    <a:pt x="39819" y="8820"/>
                  </a:cubicBezTo>
                  <a:cubicBezTo>
                    <a:pt x="39871" y="8872"/>
                    <a:pt x="39922" y="8924"/>
                    <a:pt x="39974" y="8975"/>
                  </a:cubicBezTo>
                  <a:cubicBezTo>
                    <a:pt x="40141" y="9078"/>
                    <a:pt x="40245" y="9194"/>
                    <a:pt x="40348" y="9298"/>
                  </a:cubicBezTo>
                  <a:cubicBezTo>
                    <a:pt x="40786" y="9839"/>
                    <a:pt x="41212" y="10368"/>
                    <a:pt x="41637" y="10858"/>
                  </a:cubicBezTo>
                  <a:cubicBezTo>
                    <a:pt x="42024" y="11399"/>
                    <a:pt x="42398" y="11980"/>
                    <a:pt x="42772" y="12521"/>
                  </a:cubicBezTo>
                  <a:cubicBezTo>
                    <a:pt x="43146" y="13114"/>
                    <a:pt x="43468" y="13708"/>
                    <a:pt x="43739" y="14301"/>
                  </a:cubicBezTo>
                  <a:cubicBezTo>
                    <a:pt x="43958" y="14881"/>
                    <a:pt x="44113" y="15590"/>
                    <a:pt x="44216" y="16235"/>
                  </a:cubicBezTo>
                  <a:cubicBezTo>
                    <a:pt x="44281" y="16880"/>
                    <a:pt x="44332" y="17576"/>
                    <a:pt x="44332" y="18221"/>
                  </a:cubicBezTo>
                  <a:cubicBezTo>
                    <a:pt x="44384" y="18917"/>
                    <a:pt x="44384" y="19562"/>
                    <a:pt x="44332" y="20258"/>
                  </a:cubicBezTo>
                  <a:cubicBezTo>
                    <a:pt x="44332" y="20903"/>
                    <a:pt x="44281" y="21599"/>
                    <a:pt x="44216" y="22244"/>
                  </a:cubicBezTo>
                  <a:lnTo>
                    <a:pt x="44216" y="22295"/>
                  </a:lnTo>
                  <a:lnTo>
                    <a:pt x="48149" y="31270"/>
                  </a:lnTo>
                  <a:lnTo>
                    <a:pt x="41160" y="31270"/>
                  </a:lnTo>
                  <a:lnTo>
                    <a:pt x="39226" y="23533"/>
                  </a:lnTo>
                  <a:lnTo>
                    <a:pt x="39226" y="23482"/>
                  </a:lnTo>
                  <a:cubicBezTo>
                    <a:pt x="38736" y="22682"/>
                    <a:pt x="38414" y="21818"/>
                    <a:pt x="38207" y="20954"/>
                  </a:cubicBezTo>
                  <a:cubicBezTo>
                    <a:pt x="37988" y="20039"/>
                    <a:pt x="37885" y="19136"/>
                    <a:pt x="37833" y="18221"/>
                  </a:cubicBezTo>
                  <a:cubicBezTo>
                    <a:pt x="37833" y="18001"/>
                    <a:pt x="37769" y="17782"/>
                    <a:pt x="37769" y="17576"/>
                  </a:cubicBezTo>
                  <a:lnTo>
                    <a:pt x="37769" y="17202"/>
                  </a:lnTo>
                  <a:lnTo>
                    <a:pt x="37769" y="17137"/>
                  </a:lnTo>
                  <a:cubicBezTo>
                    <a:pt x="37769" y="17137"/>
                    <a:pt x="37769" y="17086"/>
                    <a:pt x="37717" y="17086"/>
                  </a:cubicBezTo>
                  <a:lnTo>
                    <a:pt x="37717" y="17034"/>
                  </a:lnTo>
                  <a:lnTo>
                    <a:pt x="37717" y="16983"/>
                  </a:lnTo>
                  <a:cubicBezTo>
                    <a:pt x="37666" y="16931"/>
                    <a:pt x="37614" y="16880"/>
                    <a:pt x="37563" y="16815"/>
                  </a:cubicBezTo>
                  <a:cubicBezTo>
                    <a:pt x="37395" y="16660"/>
                    <a:pt x="37189" y="16493"/>
                    <a:pt x="37021" y="16390"/>
                  </a:cubicBezTo>
                  <a:cubicBezTo>
                    <a:pt x="36802" y="16235"/>
                    <a:pt x="36647" y="16119"/>
                    <a:pt x="36428" y="15964"/>
                  </a:cubicBezTo>
                  <a:cubicBezTo>
                    <a:pt x="36054" y="15745"/>
                    <a:pt x="35680" y="15474"/>
                    <a:pt x="35358" y="15152"/>
                  </a:cubicBezTo>
                  <a:cubicBezTo>
                    <a:pt x="35190" y="14997"/>
                    <a:pt x="35087" y="14829"/>
                    <a:pt x="34932" y="14623"/>
                  </a:cubicBezTo>
                  <a:cubicBezTo>
                    <a:pt x="34816" y="14455"/>
                    <a:pt x="34713" y="14236"/>
                    <a:pt x="34610" y="14081"/>
                  </a:cubicBezTo>
                  <a:cubicBezTo>
                    <a:pt x="34610" y="13978"/>
                    <a:pt x="34545" y="13862"/>
                    <a:pt x="34545" y="13811"/>
                  </a:cubicBezTo>
                  <a:cubicBezTo>
                    <a:pt x="34545" y="13759"/>
                    <a:pt x="34610" y="13759"/>
                    <a:pt x="34610" y="13708"/>
                  </a:cubicBezTo>
                  <a:lnTo>
                    <a:pt x="34610" y="13656"/>
                  </a:lnTo>
                  <a:cubicBezTo>
                    <a:pt x="34610" y="13591"/>
                    <a:pt x="34661" y="13540"/>
                    <a:pt x="34661" y="13540"/>
                  </a:cubicBezTo>
                  <a:cubicBezTo>
                    <a:pt x="34764" y="13334"/>
                    <a:pt x="34932" y="13166"/>
                    <a:pt x="35087" y="13063"/>
                  </a:cubicBezTo>
                  <a:cubicBezTo>
                    <a:pt x="35270" y="12909"/>
                    <a:pt x="35487" y="12842"/>
                    <a:pt x="35721" y="12842"/>
                  </a:cubicBezTo>
                  <a:cubicBezTo>
                    <a:pt x="35898" y="12842"/>
                    <a:pt x="36084" y="12880"/>
                    <a:pt x="36273" y="12947"/>
                  </a:cubicBezTo>
                  <a:cubicBezTo>
                    <a:pt x="36699" y="13114"/>
                    <a:pt x="37124" y="13269"/>
                    <a:pt x="37563" y="13437"/>
                  </a:cubicBezTo>
                  <a:cubicBezTo>
                    <a:pt x="37988" y="13656"/>
                    <a:pt x="38362" y="13862"/>
                    <a:pt x="38800" y="14030"/>
                  </a:cubicBezTo>
                  <a:cubicBezTo>
                    <a:pt x="39226" y="14236"/>
                    <a:pt x="39600" y="14455"/>
                    <a:pt x="39974" y="14726"/>
                  </a:cubicBezTo>
                  <a:cubicBezTo>
                    <a:pt x="40193" y="14829"/>
                    <a:pt x="40412" y="14945"/>
                    <a:pt x="40567" y="15049"/>
                  </a:cubicBezTo>
                  <a:lnTo>
                    <a:pt x="40735" y="15152"/>
                  </a:lnTo>
                  <a:cubicBezTo>
                    <a:pt x="40735" y="15203"/>
                    <a:pt x="40786" y="15203"/>
                    <a:pt x="40838" y="15268"/>
                  </a:cubicBezTo>
                  <a:cubicBezTo>
                    <a:pt x="40889" y="15319"/>
                    <a:pt x="40941" y="15319"/>
                    <a:pt x="40941" y="15371"/>
                  </a:cubicBezTo>
                  <a:lnTo>
                    <a:pt x="40992" y="15423"/>
                  </a:lnTo>
                  <a:lnTo>
                    <a:pt x="41057" y="15474"/>
                  </a:lnTo>
                  <a:cubicBezTo>
                    <a:pt x="41160" y="15693"/>
                    <a:pt x="41263" y="15848"/>
                    <a:pt x="41379" y="16067"/>
                  </a:cubicBezTo>
                  <a:cubicBezTo>
                    <a:pt x="41482" y="16286"/>
                    <a:pt x="41534" y="16493"/>
                    <a:pt x="41637" y="16712"/>
                  </a:cubicBezTo>
                  <a:cubicBezTo>
                    <a:pt x="41753" y="17137"/>
                    <a:pt x="41908" y="17576"/>
                    <a:pt x="42127" y="18001"/>
                  </a:cubicBezTo>
                  <a:cubicBezTo>
                    <a:pt x="42127" y="17524"/>
                    <a:pt x="42024" y="17086"/>
                    <a:pt x="41856" y="16660"/>
                  </a:cubicBezTo>
                  <a:cubicBezTo>
                    <a:pt x="41805" y="16390"/>
                    <a:pt x="41702" y="16170"/>
                    <a:pt x="41586" y="15964"/>
                  </a:cubicBezTo>
                  <a:cubicBezTo>
                    <a:pt x="41534" y="15745"/>
                    <a:pt x="41431" y="15526"/>
                    <a:pt x="41263" y="15371"/>
                  </a:cubicBezTo>
                  <a:cubicBezTo>
                    <a:pt x="41263" y="15319"/>
                    <a:pt x="41212" y="15319"/>
                    <a:pt x="41212" y="15268"/>
                  </a:cubicBezTo>
                  <a:lnTo>
                    <a:pt x="41160" y="15203"/>
                  </a:lnTo>
                  <a:cubicBezTo>
                    <a:pt x="41109" y="15152"/>
                    <a:pt x="41057" y="15100"/>
                    <a:pt x="40992" y="15100"/>
                  </a:cubicBezTo>
                  <a:cubicBezTo>
                    <a:pt x="40941" y="15049"/>
                    <a:pt x="40889" y="14997"/>
                    <a:pt x="40889" y="14945"/>
                  </a:cubicBezTo>
                  <a:lnTo>
                    <a:pt x="40735" y="14829"/>
                  </a:lnTo>
                  <a:cubicBezTo>
                    <a:pt x="40515" y="14726"/>
                    <a:pt x="40348" y="14623"/>
                    <a:pt x="40141" y="14455"/>
                  </a:cubicBezTo>
                  <a:lnTo>
                    <a:pt x="39174" y="13978"/>
                  </a:lnTo>
                  <a:lnTo>
                    <a:pt x="39174" y="13914"/>
                  </a:lnTo>
                  <a:lnTo>
                    <a:pt x="38800" y="13385"/>
                  </a:lnTo>
                  <a:lnTo>
                    <a:pt x="38800" y="8382"/>
                  </a:lnTo>
                  <a:close/>
                  <a:moveTo>
                    <a:pt x="10755" y="1"/>
                  </a:moveTo>
                  <a:cubicBezTo>
                    <a:pt x="10110" y="1"/>
                    <a:pt x="9568" y="491"/>
                    <a:pt x="9568" y="1135"/>
                  </a:cubicBezTo>
                  <a:lnTo>
                    <a:pt x="9568" y="8176"/>
                  </a:lnTo>
                  <a:cubicBezTo>
                    <a:pt x="9298" y="8279"/>
                    <a:pt x="8975" y="8382"/>
                    <a:pt x="8704" y="8498"/>
                  </a:cubicBezTo>
                  <a:lnTo>
                    <a:pt x="8601" y="8550"/>
                  </a:lnTo>
                  <a:cubicBezTo>
                    <a:pt x="8550" y="8601"/>
                    <a:pt x="8498" y="8601"/>
                    <a:pt x="8434" y="8653"/>
                  </a:cubicBezTo>
                  <a:cubicBezTo>
                    <a:pt x="8382" y="8704"/>
                    <a:pt x="8330" y="8756"/>
                    <a:pt x="8279" y="8820"/>
                  </a:cubicBezTo>
                  <a:cubicBezTo>
                    <a:pt x="8176" y="8924"/>
                    <a:pt x="8008" y="9078"/>
                    <a:pt x="7905" y="9194"/>
                  </a:cubicBezTo>
                  <a:cubicBezTo>
                    <a:pt x="7467" y="9672"/>
                    <a:pt x="7041" y="10213"/>
                    <a:pt x="6616" y="10755"/>
                  </a:cubicBezTo>
                  <a:cubicBezTo>
                    <a:pt x="6242" y="11283"/>
                    <a:pt x="5803" y="11876"/>
                    <a:pt x="5481" y="12418"/>
                  </a:cubicBezTo>
                  <a:cubicBezTo>
                    <a:pt x="5107" y="13011"/>
                    <a:pt x="4784" y="13591"/>
                    <a:pt x="4514" y="14236"/>
                  </a:cubicBezTo>
                  <a:cubicBezTo>
                    <a:pt x="4243" y="14829"/>
                    <a:pt x="4088" y="15526"/>
                    <a:pt x="4037" y="16235"/>
                  </a:cubicBezTo>
                  <a:cubicBezTo>
                    <a:pt x="3921" y="16880"/>
                    <a:pt x="3869" y="17576"/>
                    <a:pt x="3869" y="18221"/>
                  </a:cubicBezTo>
                  <a:cubicBezTo>
                    <a:pt x="3817" y="18917"/>
                    <a:pt x="3817" y="19613"/>
                    <a:pt x="3869" y="20258"/>
                  </a:cubicBezTo>
                  <a:cubicBezTo>
                    <a:pt x="3869" y="20903"/>
                    <a:pt x="3921" y="21599"/>
                    <a:pt x="3985" y="22244"/>
                  </a:cubicBezTo>
                  <a:lnTo>
                    <a:pt x="1" y="31322"/>
                  </a:lnTo>
                  <a:lnTo>
                    <a:pt x="1" y="31386"/>
                  </a:lnTo>
                  <a:cubicBezTo>
                    <a:pt x="1" y="31438"/>
                    <a:pt x="52" y="31438"/>
                    <a:pt x="117" y="31438"/>
                  </a:cubicBezTo>
                  <a:lnTo>
                    <a:pt x="7312" y="31438"/>
                  </a:lnTo>
                  <a:cubicBezTo>
                    <a:pt x="7363" y="31438"/>
                    <a:pt x="7415" y="31438"/>
                    <a:pt x="7415" y="31386"/>
                  </a:cubicBezTo>
                  <a:lnTo>
                    <a:pt x="9401" y="23585"/>
                  </a:lnTo>
                  <a:cubicBezTo>
                    <a:pt x="9723" y="23056"/>
                    <a:pt x="9942" y="22515"/>
                    <a:pt x="10162" y="21921"/>
                  </a:cubicBezTo>
                  <a:cubicBezTo>
                    <a:pt x="10316" y="22037"/>
                    <a:pt x="10535" y="22089"/>
                    <a:pt x="10755" y="22089"/>
                  </a:cubicBezTo>
                  <a:lnTo>
                    <a:pt x="37666" y="22089"/>
                  </a:lnTo>
                  <a:cubicBezTo>
                    <a:pt x="37885" y="22089"/>
                    <a:pt x="38040" y="22037"/>
                    <a:pt x="38259" y="21921"/>
                  </a:cubicBezTo>
                  <a:cubicBezTo>
                    <a:pt x="38414" y="22463"/>
                    <a:pt x="38684" y="23056"/>
                    <a:pt x="39007" y="23585"/>
                  </a:cubicBezTo>
                  <a:lnTo>
                    <a:pt x="40992" y="31386"/>
                  </a:lnTo>
                  <a:cubicBezTo>
                    <a:pt x="40992" y="31438"/>
                    <a:pt x="41057" y="31438"/>
                    <a:pt x="41109" y="31438"/>
                  </a:cubicBezTo>
                  <a:lnTo>
                    <a:pt x="48355" y="31438"/>
                  </a:lnTo>
                  <a:cubicBezTo>
                    <a:pt x="48407" y="31438"/>
                    <a:pt x="48407" y="31386"/>
                    <a:pt x="48407" y="31322"/>
                  </a:cubicBezTo>
                  <a:lnTo>
                    <a:pt x="44435" y="22244"/>
                  </a:lnTo>
                  <a:cubicBezTo>
                    <a:pt x="44487" y="21599"/>
                    <a:pt x="44487" y="20903"/>
                    <a:pt x="44538" y="20258"/>
                  </a:cubicBezTo>
                  <a:cubicBezTo>
                    <a:pt x="44538" y="19613"/>
                    <a:pt x="44603" y="18917"/>
                    <a:pt x="44538" y="18221"/>
                  </a:cubicBezTo>
                  <a:cubicBezTo>
                    <a:pt x="44538" y="17576"/>
                    <a:pt x="44487" y="16880"/>
                    <a:pt x="44384" y="16235"/>
                  </a:cubicBezTo>
                  <a:cubicBezTo>
                    <a:pt x="44332" y="15526"/>
                    <a:pt x="44165" y="14829"/>
                    <a:pt x="43894" y="14236"/>
                  </a:cubicBezTo>
                  <a:cubicBezTo>
                    <a:pt x="43636" y="13591"/>
                    <a:pt x="43313" y="13011"/>
                    <a:pt x="42927" y="12418"/>
                  </a:cubicBezTo>
                  <a:cubicBezTo>
                    <a:pt x="42553" y="11876"/>
                    <a:pt x="42179" y="11283"/>
                    <a:pt x="41805" y="10755"/>
                  </a:cubicBezTo>
                  <a:cubicBezTo>
                    <a:pt x="41379" y="10213"/>
                    <a:pt x="40941" y="9672"/>
                    <a:pt x="40515" y="9194"/>
                  </a:cubicBezTo>
                  <a:cubicBezTo>
                    <a:pt x="40348" y="9078"/>
                    <a:pt x="40245" y="8924"/>
                    <a:pt x="40141" y="8820"/>
                  </a:cubicBezTo>
                  <a:cubicBezTo>
                    <a:pt x="40090" y="8756"/>
                    <a:pt x="40025" y="8704"/>
                    <a:pt x="39922" y="8653"/>
                  </a:cubicBezTo>
                  <a:cubicBezTo>
                    <a:pt x="39922" y="8601"/>
                    <a:pt x="39871" y="8601"/>
                    <a:pt x="39819" y="8550"/>
                  </a:cubicBezTo>
                  <a:lnTo>
                    <a:pt x="39703" y="8498"/>
                  </a:lnTo>
                  <a:cubicBezTo>
                    <a:pt x="39381" y="8382"/>
                    <a:pt x="39123" y="8279"/>
                    <a:pt x="38800" y="8176"/>
                  </a:cubicBezTo>
                  <a:lnTo>
                    <a:pt x="38800" y="1135"/>
                  </a:lnTo>
                  <a:cubicBezTo>
                    <a:pt x="38800" y="491"/>
                    <a:pt x="38310" y="1"/>
                    <a:pt x="376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29;p32">
              <a:extLst>
                <a:ext uri="{FF2B5EF4-FFF2-40B4-BE49-F238E27FC236}">
                  <a16:creationId xmlns:a16="http://schemas.microsoft.com/office/drawing/2014/main" id="{D8998EB3-A24A-7BE2-BB27-F5E0AED6A885}"/>
                </a:ext>
              </a:extLst>
            </p:cNvPr>
            <p:cNvSpPr/>
            <p:nvPr/>
          </p:nvSpPr>
          <p:spPr>
            <a:xfrm>
              <a:off x="4235175" y="5053250"/>
              <a:ext cx="11975" cy="20600"/>
            </a:xfrm>
            <a:custGeom>
              <a:avLst/>
              <a:gdLst/>
              <a:ahLst/>
              <a:cxnLst/>
              <a:rect l="l" t="t" r="r" b="b"/>
              <a:pathLst>
                <a:path w="479" h="824" extrusionOk="0">
                  <a:moveTo>
                    <a:pt x="453" y="1"/>
                  </a:moveTo>
                  <a:cubicBezTo>
                    <a:pt x="396" y="1"/>
                    <a:pt x="307" y="157"/>
                    <a:pt x="207" y="388"/>
                  </a:cubicBezTo>
                  <a:cubicBezTo>
                    <a:pt x="53" y="659"/>
                    <a:pt x="1" y="814"/>
                    <a:pt x="53" y="814"/>
                  </a:cubicBezTo>
                  <a:cubicBezTo>
                    <a:pt x="53" y="821"/>
                    <a:pt x="54" y="824"/>
                    <a:pt x="58" y="824"/>
                  </a:cubicBezTo>
                  <a:cubicBezTo>
                    <a:pt x="80" y="824"/>
                    <a:pt x="177" y="676"/>
                    <a:pt x="323" y="440"/>
                  </a:cubicBezTo>
                  <a:cubicBezTo>
                    <a:pt x="426" y="169"/>
                    <a:pt x="478" y="14"/>
                    <a:pt x="478" y="14"/>
                  </a:cubicBezTo>
                  <a:cubicBezTo>
                    <a:pt x="471" y="5"/>
                    <a:pt x="462" y="1"/>
                    <a:pt x="453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30;p32">
              <a:extLst>
                <a:ext uri="{FF2B5EF4-FFF2-40B4-BE49-F238E27FC236}">
                  <a16:creationId xmlns:a16="http://schemas.microsoft.com/office/drawing/2014/main" id="{8C2F3C87-A107-C84E-4730-A5158218F3BF}"/>
                </a:ext>
              </a:extLst>
            </p:cNvPr>
            <p:cNvSpPr/>
            <p:nvPr/>
          </p:nvSpPr>
          <p:spPr>
            <a:xfrm>
              <a:off x="4133000" y="5002350"/>
              <a:ext cx="45800" cy="48375"/>
            </a:xfrm>
            <a:custGeom>
              <a:avLst/>
              <a:gdLst/>
              <a:ahLst/>
              <a:cxnLst/>
              <a:rect l="l" t="t" r="r" b="b"/>
              <a:pathLst>
                <a:path w="1832" h="1935" extrusionOk="0">
                  <a:moveTo>
                    <a:pt x="916" y="219"/>
                  </a:moveTo>
                  <a:cubicBezTo>
                    <a:pt x="1135" y="219"/>
                    <a:pt x="1290" y="323"/>
                    <a:pt x="1393" y="374"/>
                  </a:cubicBezTo>
                  <a:cubicBezTo>
                    <a:pt x="1457" y="439"/>
                    <a:pt x="1509" y="490"/>
                    <a:pt x="1561" y="542"/>
                  </a:cubicBezTo>
                  <a:cubicBezTo>
                    <a:pt x="1561" y="542"/>
                    <a:pt x="1612" y="542"/>
                    <a:pt x="1612" y="593"/>
                  </a:cubicBezTo>
                  <a:lnTo>
                    <a:pt x="1612" y="645"/>
                  </a:lnTo>
                  <a:cubicBezTo>
                    <a:pt x="1612" y="864"/>
                    <a:pt x="1561" y="967"/>
                    <a:pt x="1509" y="1135"/>
                  </a:cubicBezTo>
                  <a:cubicBezTo>
                    <a:pt x="1393" y="1341"/>
                    <a:pt x="1238" y="1457"/>
                    <a:pt x="1071" y="1560"/>
                  </a:cubicBezTo>
                  <a:cubicBezTo>
                    <a:pt x="1019" y="1612"/>
                    <a:pt x="916" y="1664"/>
                    <a:pt x="864" y="1664"/>
                  </a:cubicBezTo>
                  <a:cubicBezTo>
                    <a:pt x="864" y="1664"/>
                    <a:pt x="813" y="1664"/>
                    <a:pt x="813" y="1728"/>
                  </a:cubicBezTo>
                  <a:lnTo>
                    <a:pt x="748" y="1664"/>
                  </a:lnTo>
                  <a:cubicBezTo>
                    <a:pt x="645" y="1664"/>
                    <a:pt x="542" y="1560"/>
                    <a:pt x="426" y="1406"/>
                  </a:cubicBezTo>
                  <a:cubicBezTo>
                    <a:pt x="323" y="1290"/>
                    <a:pt x="220" y="1135"/>
                    <a:pt x="220" y="967"/>
                  </a:cubicBezTo>
                  <a:cubicBezTo>
                    <a:pt x="220" y="813"/>
                    <a:pt x="271" y="696"/>
                    <a:pt x="374" y="542"/>
                  </a:cubicBezTo>
                  <a:cubicBezTo>
                    <a:pt x="490" y="439"/>
                    <a:pt x="542" y="374"/>
                    <a:pt x="645" y="323"/>
                  </a:cubicBezTo>
                  <a:cubicBezTo>
                    <a:pt x="748" y="271"/>
                    <a:pt x="864" y="219"/>
                    <a:pt x="916" y="219"/>
                  </a:cubicBezTo>
                  <a:close/>
                  <a:moveTo>
                    <a:pt x="916" y="0"/>
                  </a:moveTo>
                  <a:cubicBezTo>
                    <a:pt x="813" y="0"/>
                    <a:pt x="645" y="0"/>
                    <a:pt x="542" y="116"/>
                  </a:cubicBezTo>
                  <a:cubicBezTo>
                    <a:pt x="426" y="168"/>
                    <a:pt x="271" y="271"/>
                    <a:pt x="168" y="374"/>
                  </a:cubicBezTo>
                  <a:cubicBezTo>
                    <a:pt x="52" y="593"/>
                    <a:pt x="0" y="761"/>
                    <a:pt x="0" y="967"/>
                  </a:cubicBezTo>
                  <a:cubicBezTo>
                    <a:pt x="0" y="1083"/>
                    <a:pt x="52" y="1238"/>
                    <a:pt x="104" y="1341"/>
                  </a:cubicBezTo>
                  <a:cubicBezTo>
                    <a:pt x="168" y="1560"/>
                    <a:pt x="323" y="1664"/>
                    <a:pt x="426" y="1780"/>
                  </a:cubicBezTo>
                  <a:cubicBezTo>
                    <a:pt x="490" y="1831"/>
                    <a:pt x="594" y="1883"/>
                    <a:pt x="594" y="1883"/>
                  </a:cubicBezTo>
                  <a:cubicBezTo>
                    <a:pt x="645" y="1934"/>
                    <a:pt x="645" y="1934"/>
                    <a:pt x="697" y="1934"/>
                  </a:cubicBezTo>
                  <a:lnTo>
                    <a:pt x="916" y="1934"/>
                  </a:lnTo>
                  <a:cubicBezTo>
                    <a:pt x="1019" y="1883"/>
                    <a:pt x="1290" y="1780"/>
                    <a:pt x="1457" y="1560"/>
                  </a:cubicBezTo>
                  <a:cubicBezTo>
                    <a:pt x="1664" y="1341"/>
                    <a:pt x="1831" y="1019"/>
                    <a:pt x="1831" y="645"/>
                  </a:cubicBezTo>
                  <a:lnTo>
                    <a:pt x="1831" y="542"/>
                  </a:lnTo>
                  <a:lnTo>
                    <a:pt x="1831" y="439"/>
                  </a:lnTo>
                  <a:cubicBezTo>
                    <a:pt x="1780" y="374"/>
                    <a:pt x="1715" y="323"/>
                    <a:pt x="1664" y="271"/>
                  </a:cubicBezTo>
                  <a:cubicBezTo>
                    <a:pt x="1612" y="219"/>
                    <a:pt x="1509" y="168"/>
                    <a:pt x="1341" y="116"/>
                  </a:cubicBezTo>
                  <a:cubicBezTo>
                    <a:pt x="1238" y="52"/>
                    <a:pt x="1071" y="0"/>
                    <a:pt x="9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31;p32">
              <a:extLst>
                <a:ext uri="{FF2B5EF4-FFF2-40B4-BE49-F238E27FC236}">
                  <a16:creationId xmlns:a16="http://schemas.microsoft.com/office/drawing/2014/main" id="{483C75F5-CD26-0B16-E373-9D364F22EC75}"/>
                </a:ext>
              </a:extLst>
            </p:cNvPr>
            <p:cNvSpPr/>
            <p:nvPr/>
          </p:nvSpPr>
          <p:spPr>
            <a:xfrm>
              <a:off x="3774200" y="5055200"/>
              <a:ext cx="38075" cy="58700"/>
            </a:xfrm>
            <a:custGeom>
              <a:avLst/>
              <a:gdLst/>
              <a:ahLst/>
              <a:cxnLst/>
              <a:rect l="l" t="t" r="r" b="b"/>
              <a:pathLst>
                <a:path w="1523" h="2348" extrusionOk="0">
                  <a:moveTo>
                    <a:pt x="723" y="259"/>
                  </a:moveTo>
                  <a:cubicBezTo>
                    <a:pt x="865" y="259"/>
                    <a:pt x="981" y="297"/>
                    <a:pt x="1058" y="375"/>
                  </a:cubicBezTo>
                  <a:cubicBezTo>
                    <a:pt x="1148" y="452"/>
                    <a:pt x="1187" y="555"/>
                    <a:pt x="1187" y="697"/>
                  </a:cubicBezTo>
                  <a:cubicBezTo>
                    <a:pt x="1187" y="839"/>
                    <a:pt x="1148" y="955"/>
                    <a:pt x="1058" y="1032"/>
                  </a:cubicBezTo>
                  <a:cubicBezTo>
                    <a:pt x="981" y="1110"/>
                    <a:pt x="865" y="1136"/>
                    <a:pt x="723" y="1136"/>
                  </a:cubicBezTo>
                  <a:lnTo>
                    <a:pt x="323" y="1136"/>
                  </a:lnTo>
                  <a:lnTo>
                    <a:pt x="323" y="259"/>
                  </a:lnTo>
                  <a:close/>
                  <a:moveTo>
                    <a:pt x="1" y="1"/>
                  </a:moveTo>
                  <a:lnTo>
                    <a:pt x="1" y="2348"/>
                  </a:lnTo>
                  <a:lnTo>
                    <a:pt x="323" y="2348"/>
                  </a:lnTo>
                  <a:lnTo>
                    <a:pt x="323" y="1406"/>
                  </a:lnTo>
                  <a:lnTo>
                    <a:pt x="723" y="1406"/>
                  </a:lnTo>
                  <a:cubicBezTo>
                    <a:pt x="981" y="1406"/>
                    <a:pt x="1187" y="1342"/>
                    <a:pt x="1316" y="1226"/>
                  </a:cubicBezTo>
                  <a:cubicBezTo>
                    <a:pt x="1445" y="1110"/>
                    <a:pt x="1522" y="929"/>
                    <a:pt x="1522" y="697"/>
                  </a:cubicBezTo>
                  <a:cubicBezTo>
                    <a:pt x="1522" y="465"/>
                    <a:pt x="1445" y="297"/>
                    <a:pt x="1316" y="181"/>
                  </a:cubicBezTo>
                  <a:cubicBezTo>
                    <a:pt x="1187" y="52"/>
                    <a:pt x="981" y="1"/>
                    <a:pt x="7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32;p32">
              <a:extLst>
                <a:ext uri="{FF2B5EF4-FFF2-40B4-BE49-F238E27FC236}">
                  <a16:creationId xmlns:a16="http://schemas.microsoft.com/office/drawing/2014/main" id="{75B968B4-0C45-2D68-A63C-B7D6D8E0DA3F}"/>
                </a:ext>
              </a:extLst>
            </p:cNvPr>
            <p:cNvSpPr/>
            <p:nvPr/>
          </p:nvSpPr>
          <p:spPr>
            <a:xfrm>
              <a:off x="3822875" y="5055200"/>
              <a:ext cx="36450" cy="58700"/>
            </a:xfrm>
            <a:custGeom>
              <a:avLst/>
              <a:gdLst/>
              <a:ahLst/>
              <a:cxnLst/>
              <a:rect l="l" t="t" r="r" b="b"/>
              <a:pathLst>
                <a:path w="1458" h="2348" extrusionOk="0">
                  <a:moveTo>
                    <a:pt x="1" y="1"/>
                  </a:moveTo>
                  <a:lnTo>
                    <a:pt x="1" y="2348"/>
                  </a:lnTo>
                  <a:lnTo>
                    <a:pt x="1458" y="2348"/>
                  </a:lnTo>
                  <a:lnTo>
                    <a:pt x="1458" y="2077"/>
                  </a:lnTo>
                  <a:lnTo>
                    <a:pt x="310" y="207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33;p32">
              <a:extLst>
                <a:ext uri="{FF2B5EF4-FFF2-40B4-BE49-F238E27FC236}">
                  <a16:creationId xmlns:a16="http://schemas.microsoft.com/office/drawing/2014/main" id="{235DAAF2-4315-3AED-3E60-6C9FC958D9E0}"/>
                </a:ext>
              </a:extLst>
            </p:cNvPr>
            <p:cNvSpPr/>
            <p:nvPr/>
          </p:nvSpPr>
          <p:spPr>
            <a:xfrm>
              <a:off x="3860275" y="5055200"/>
              <a:ext cx="53850" cy="58700"/>
            </a:xfrm>
            <a:custGeom>
              <a:avLst/>
              <a:gdLst/>
              <a:ahLst/>
              <a:cxnLst/>
              <a:rect l="l" t="t" r="r" b="b"/>
              <a:pathLst>
                <a:path w="2154" h="2348" extrusionOk="0">
                  <a:moveTo>
                    <a:pt x="1084" y="310"/>
                  </a:moveTo>
                  <a:lnTo>
                    <a:pt x="1522" y="1484"/>
                  </a:lnTo>
                  <a:lnTo>
                    <a:pt x="658" y="1484"/>
                  </a:lnTo>
                  <a:lnTo>
                    <a:pt x="1084" y="310"/>
                  </a:lnTo>
                  <a:close/>
                  <a:moveTo>
                    <a:pt x="903" y="1"/>
                  </a:moveTo>
                  <a:lnTo>
                    <a:pt x="1" y="2348"/>
                  </a:lnTo>
                  <a:lnTo>
                    <a:pt x="336" y="2348"/>
                  </a:lnTo>
                  <a:lnTo>
                    <a:pt x="555" y="1742"/>
                  </a:lnTo>
                  <a:lnTo>
                    <a:pt x="1612" y="1742"/>
                  </a:lnTo>
                  <a:lnTo>
                    <a:pt x="1832" y="2348"/>
                  </a:lnTo>
                  <a:lnTo>
                    <a:pt x="2154" y="2348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34;p32">
              <a:extLst>
                <a:ext uri="{FF2B5EF4-FFF2-40B4-BE49-F238E27FC236}">
                  <a16:creationId xmlns:a16="http://schemas.microsoft.com/office/drawing/2014/main" id="{717867A0-3B3F-AE74-AD87-203B493DD136}"/>
                </a:ext>
              </a:extLst>
            </p:cNvPr>
            <p:cNvSpPr/>
            <p:nvPr/>
          </p:nvSpPr>
          <p:spPr>
            <a:xfrm>
              <a:off x="3914750" y="5055200"/>
              <a:ext cx="49675" cy="58700"/>
            </a:xfrm>
            <a:custGeom>
              <a:avLst/>
              <a:gdLst/>
              <a:ahLst/>
              <a:cxnLst/>
              <a:rect l="l" t="t" r="r" b="b"/>
              <a:pathLst>
                <a:path w="1987" h="2348" extrusionOk="0">
                  <a:moveTo>
                    <a:pt x="1" y="1"/>
                  </a:moveTo>
                  <a:lnTo>
                    <a:pt x="839" y="1226"/>
                  </a:lnTo>
                  <a:lnTo>
                    <a:pt x="839" y="2348"/>
                  </a:lnTo>
                  <a:lnTo>
                    <a:pt x="1148" y="2348"/>
                  </a:lnTo>
                  <a:lnTo>
                    <a:pt x="1148" y="1226"/>
                  </a:lnTo>
                  <a:lnTo>
                    <a:pt x="1987" y="1"/>
                  </a:lnTo>
                  <a:lnTo>
                    <a:pt x="1638" y="1"/>
                  </a:lnTo>
                  <a:lnTo>
                    <a:pt x="994" y="96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35;p32">
              <a:extLst>
                <a:ext uri="{FF2B5EF4-FFF2-40B4-BE49-F238E27FC236}">
                  <a16:creationId xmlns:a16="http://schemas.microsoft.com/office/drawing/2014/main" id="{09AA7B72-775F-9514-E0AE-74D3B34692E7}"/>
                </a:ext>
              </a:extLst>
            </p:cNvPr>
            <p:cNvSpPr/>
            <p:nvPr/>
          </p:nvSpPr>
          <p:spPr>
            <a:xfrm>
              <a:off x="3947625" y="4522975"/>
              <a:ext cx="166700" cy="115450"/>
            </a:xfrm>
            <a:custGeom>
              <a:avLst/>
              <a:gdLst/>
              <a:ahLst/>
              <a:cxnLst/>
              <a:rect l="l" t="t" r="r" b="b"/>
              <a:pathLst>
                <a:path w="6668" h="4618" extrusionOk="0">
                  <a:moveTo>
                    <a:pt x="5971" y="3818"/>
                  </a:moveTo>
                  <a:lnTo>
                    <a:pt x="5971" y="3818"/>
                  </a:lnTo>
                  <a:cubicBezTo>
                    <a:pt x="5934" y="3851"/>
                    <a:pt x="5897" y="3885"/>
                    <a:pt x="5860" y="3916"/>
                  </a:cubicBezTo>
                  <a:lnTo>
                    <a:pt x="5860" y="3916"/>
                  </a:lnTo>
                  <a:cubicBezTo>
                    <a:pt x="5907" y="3869"/>
                    <a:pt x="5909" y="3868"/>
                    <a:pt x="5971" y="3818"/>
                  </a:cubicBezTo>
                  <a:close/>
                  <a:moveTo>
                    <a:pt x="2425" y="272"/>
                  </a:moveTo>
                  <a:cubicBezTo>
                    <a:pt x="2902" y="272"/>
                    <a:pt x="3444" y="323"/>
                    <a:pt x="3973" y="478"/>
                  </a:cubicBezTo>
                  <a:cubicBezTo>
                    <a:pt x="4733" y="749"/>
                    <a:pt x="5326" y="1071"/>
                    <a:pt x="5752" y="1497"/>
                  </a:cubicBezTo>
                  <a:cubicBezTo>
                    <a:pt x="5971" y="1716"/>
                    <a:pt x="6178" y="1935"/>
                    <a:pt x="6294" y="2090"/>
                  </a:cubicBezTo>
                  <a:cubicBezTo>
                    <a:pt x="6397" y="2309"/>
                    <a:pt x="6448" y="2528"/>
                    <a:pt x="6448" y="2735"/>
                  </a:cubicBezTo>
                  <a:cubicBezTo>
                    <a:pt x="6448" y="2851"/>
                    <a:pt x="6397" y="2902"/>
                    <a:pt x="6397" y="3005"/>
                  </a:cubicBezTo>
                  <a:cubicBezTo>
                    <a:pt x="6294" y="3276"/>
                    <a:pt x="6074" y="3495"/>
                    <a:pt x="5752" y="3650"/>
                  </a:cubicBezTo>
                  <a:cubicBezTo>
                    <a:pt x="5430" y="3818"/>
                    <a:pt x="5004" y="3921"/>
                    <a:pt x="4463" y="3921"/>
                  </a:cubicBezTo>
                  <a:cubicBezTo>
                    <a:pt x="3973" y="3921"/>
                    <a:pt x="3444" y="3818"/>
                    <a:pt x="2902" y="3650"/>
                  </a:cubicBezTo>
                  <a:cubicBezTo>
                    <a:pt x="2206" y="3431"/>
                    <a:pt x="1561" y="3057"/>
                    <a:pt x="1136" y="2683"/>
                  </a:cubicBezTo>
                  <a:cubicBezTo>
                    <a:pt x="917" y="2464"/>
                    <a:pt x="749" y="2257"/>
                    <a:pt x="646" y="2038"/>
                  </a:cubicBezTo>
                  <a:cubicBezTo>
                    <a:pt x="543" y="1819"/>
                    <a:pt x="491" y="1613"/>
                    <a:pt x="491" y="1445"/>
                  </a:cubicBezTo>
                  <a:cubicBezTo>
                    <a:pt x="491" y="1342"/>
                    <a:pt x="491" y="1239"/>
                    <a:pt x="543" y="1123"/>
                  </a:cubicBezTo>
                  <a:cubicBezTo>
                    <a:pt x="646" y="852"/>
                    <a:pt x="865" y="646"/>
                    <a:pt x="1187" y="478"/>
                  </a:cubicBezTo>
                  <a:cubicBezTo>
                    <a:pt x="1510" y="323"/>
                    <a:pt x="1935" y="272"/>
                    <a:pt x="2425" y="272"/>
                  </a:cubicBezTo>
                  <a:close/>
                  <a:moveTo>
                    <a:pt x="272" y="1664"/>
                  </a:moveTo>
                  <a:cubicBezTo>
                    <a:pt x="272" y="1819"/>
                    <a:pt x="323" y="1987"/>
                    <a:pt x="427" y="2141"/>
                  </a:cubicBezTo>
                  <a:cubicBezTo>
                    <a:pt x="646" y="2528"/>
                    <a:pt x="968" y="2851"/>
                    <a:pt x="1342" y="3173"/>
                  </a:cubicBezTo>
                  <a:cubicBezTo>
                    <a:pt x="1780" y="3431"/>
                    <a:pt x="2258" y="3702"/>
                    <a:pt x="2851" y="3869"/>
                  </a:cubicBezTo>
                  <a:cubicBezTo>
                    <a:pt x="3392" y="4076"/>
                    <a:pt x="3973" y="4140"/>
                    <a:pt x="4463" y="4140"/>
                  </a:cubicBezTo>
                  <a:cubicBezTo>
                    <a:pt x="5003" y="4140"/>
                    <a:pt x="5480" y="4076"/>
                    <a:pt x="5853" y="3922"/>
                  </a:cubicBezTo>
                  <a:lnTo>
                    <a:pt x="5853" y="3922"/>
                  </a:lnTo>
                  <a:cubicBezTo>
                    <a:pt x="5777" y="3985"/>
                    <a:pt x="5695" y="4042"/>
                    <a:pt x="5584" y="4076"/>
                  </a:cubicBezTo>
                  <a:cubicBezTo>
                    <a:pt x="5262" y="4295"/>
                    <a:pt x="4785" y="4398"/>
                    <a:pt x="4243" y="4398"/>
                  </a:cubicBezTo>
                  <a:cubicBezTo>
                    <a:pt x="3766" y="4398"/>
                    <a:pt x="3276" y="4295"/>
                    <a:pt x="2748" y="4140"/>
                  </a:cubicBezTo>
                  <a:cubicBezTo>
                    <a:pt x="2103" y="3921"/>
                    <a:pt x="1458" y="3599"/>
                    <a:pt x="968" y="3173"/>
                  </a:cubicBezTo>
                  <a:cubicBezTo>
                    <a:pt x="749" y="2954"/>
                    <a:pt x="594" y="2735"/>
                    <a:pt x="427" y="2528"/>
                  </a:cubicBezTo>
                  <a:cubicBezTo>
                    <a:pt x="323" y="2309"/>
                    <a:pt x="272" y="2038"/>
                    <a:pt x="272" y="1819"/>
                  </a:cubicBezTo>
                  <a:lnTo>
                    <a:pt x="272" y="1664"/>
                  </a:lnTo>
                  <a:close/>
                  <a:moveTo>
                    <a:pt x="2425" y="1"/>
                  </a:moveTo>
                  <a:cubicBezTo>
                    <a:pt x="1935" y="1"/>
                    <a:pt x="1458" y="52"/>
                    <a:pt x="1071" y="272"/>
                  </a:cubicBezTo>
                  <a:cubicBezTo>
                    <a:pt x="697" y="426"/>
                    <a:pt x="427" y="697"/>
                    <a:pt x="220" y="1020"/>
                  </a:cubicBezTo>
                  <a:cubicBezTo>
                    <a:pt x="53" y="1290"/>
                    <a:pt x="1" y="1561"/>
                    <a:pt x="1" y="1819"/>
                  </a:cubicBezTo>
                  <a:cubicBezTo>
                    <a:pt x="1" y="2090"/>
                    <a:pt x="104" y="2361"/>
                    <a:pt x="220" y="2631"/>
                  </a:cubicBezTo>
                  <a:cubicBezTo>
                    <a:pt x="427" y="3005"/>
                    <a:pt x="813" y="3379"/>
                    <a:pt x="1239" y="3650"/>
                  </a:cubicBezTo>
                  <a:cubicBezTo>
                    <a:pt x="1664" y="3972"/>
                    <a:pt x="2154" y="4192"/>
                    <a:pt x="2683" y="4398"/>
                  </a:cubicBezTo>
                  <a:cubicBezTo>
                    <a:pt x="3225" y="4566"/>
                    <a:pt x="3766" y="4617"/>
                    <a:pt x="4243" y="4617"/>
                  </a:cubicBezTo>
                  <a:cubicBezTo>
                    <a:pt x="4785" y="4617"/>
                    <a:pt x="5326" y="4514"/>
                    <a:pt x="5752" y="4295"/>
                  </a:cubicBezTo>
                  <a:cubicBezTo>
                    <a:pt x="6126" y="4076"/>
                    <a:pt x="6448" y="3702"/>
                    <a:pt x="6616" y="3225"/>
                  </a:cubicBezTo>
                  <a:cubicBezTo>
                    <a:pt x="6667" y="3109"/>
                    <a:pt x="6667" y="2954"/>
                    <a:pt x="6667" y="2786"/>
                  </a:cubicBezTo>
                  <a:lnTo>
                    <a:pt x="6667" y="2735"/>
                  </a:lnTo>
                  <a:cubicBezTo>
                    <a:pt x="6667" y="2464"/>
                    <a:pt x="6616" y="2257"/>
                    <a:pt x="6500" y="1987"/>
                  </a:cubicBezTo>
                  <a:cubicBezTo>
                    <a:pt x="6294" y="1664"/>
                    <a:pt x="5971" y="1290"/>
                    <a:pt x="5533" y="1020"/>
                  </a:cubicBezTo>
                  <a:cubicBezTo>
                    <a:pt x="5481" y="968"/>
                    <a:pt x="5430" y="916"/>
                    <a:pt x="5326" y="852"/>
                  </a:cubicBezTo>
                  <a:cubicBezTo>
                    <a:pt x="4940" y="646"/>
                    <a:pt x="4566" y="426"/>
                    <a:pt x="4089" y="272"/>
                  </a:cubicBezTo>
                  <a:cubicBezTo>
                    <a:pt x="3495" y="52"/>
                    <a:pt x="2902" y="1"/>
                    <a:pt x="242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" name="Google Shape;1136;p32">
              <a:extLst>
                <a:ext uri="{FF2B5EF4-FFF2-40B4-BE49-F238E27FC236}">
                  <a16:creationId xmlns:a16="http://schemas.microsoft.com/office/drawing/2014/main" id="{DBBBBF2D-9AAE-04F5-319C-B852D645B031}"/>
                </a:ext>
              </a:extLst>
            </p:cNvPr>
            <p:cNvGrpSpPr/>
            <p:nvPr/>
          </p:nvGrpSpPr>
          <p:grpSpPr>
            <a:xfrm>
              <a:off x="3599800" y="4513625"/>
              <a:ext cx="182800" cy="137050"/>
              <a:chOff x="3599800" y="4513625"/>
              <a:chExt cx="182800" cy="137050"/>
            </a:xfrm>
          </p:grpSpPr>
          <p:sp>
            <p:nvSpPr>
              <p:cNvPr id="177" name="Google Shape;1137;p32">
                <a:extLst>
                  <a:ext uri="{FF2B5EF4-FFF2-40B4-BE49-F238E27FC236}">
                    <a16:creationId xmlns:a16="http://schemas.microsoft.com/office/drawing/2014/main" id="{BF0F80A4-36B2-6EAF-ED16-3583AD848EFD}"/>
                  </a:ext>
                </a:extLst>
              </p:cNvPr>
              <p:cNvSpPr/>
              <p:nvPr/>
            </p:nvSpPr>
            <p:spPr>
              <a:xfrm>
                <a:off x="3599800" y="4513625"/>
                <a:ext cx="182800" cy="137050"/>
              </a:xfrm>
              <a:custGeom>
                <a:avLst/>
                <a:gdLst/>
                <a:ahLst/>
                <a:cxnLst/>
                <a:rect l="l" t="t" r="r" b="b"/>
                <a:pathLst>
                  <a:path w="7312" h="5482" extrusionOk="0">
                    <a:moveTo>
                      <a:pt x="4836" y="259"/>
                    </a:moveTo>
                    <a:cubicBezTo>
                      <a:pt x="5313" y="259"/>
                      <a:pt x="5752" y="375"/>
                      <a:pt x="6126" y="530"/>
                    </a:cubicBezTo>
                    <a:cubicBezTo>
                      <a:pt x="6448" y="697"/>
                      <a:pt x="6719" y="904"/>
                      <a:pt x="6822" y="1174"/>
                    </a:cubicBezTo>
                    <a:cubicBezTo>
                      <a:pt x="6874" y="1342"/>
                      <a:pt x="6874" y="1445"/>
                      <a:pt x="6874" y="1613"/>
                    </a:cubicBezTo>
                    <a:cubicBezTo>
                      <a:pt x="6874" y="2038"/>
                      <a:pt x="6603" y="2580"/>
                      <a:pt x="6177" y="3057"/>
                    </a:cubicBezTo>
                    <a:cubicBezTo>
                      <a:pt x="5700" y="3547"/>
                      <a:pt x="5055" y="3973"/>
                      <a:pt x="4243" y="4295"/>
                    </a:cubicBezTo>
                    <a:cubicBezTo>
                      <a:pt x="3598" y="4566"/>
                      <a:pt x="2902" y="4669"/>
                      <a:pt x="2309" y="4669"/>
                    </a:cubicBezTo>
                    <a:cubicBezTo>
                      <a:pt x="1767" y="4669"/>
                      <a:pt x="1342" y="4566"/>
                      <a:pt x="1019" y="4398"/>
                    </a:cubicBezTo>
                    <a:cubicBezTo>
                      <a:pt x="697" y="4243"/>
                      <a:pt x="426" y="4024"/>
                      <a:pt x="323" y="3753"/>
                    </a:cubicBezTo>
                    <a:cubicBezTo>
                      <a:pt x="272" y="3599"/>
                      <a:pt x="272" y="3483"/>
                      <a:pt x="272" y="3328"/>
                    </a:cubicBezTo>
                    <a:cubicBezTo>
                      <a:pt x="272" y="2902"/>
                      <a:pt x="478" y="2361"/>
                      <a:pt x="968" y="1871"/>
                    </a:cubicBezTo>
                    <a:cubicBezTo>
                      <a:pt x="1393" y="1394"/>
                      <a:pt x="2090" y="968"/>
                      <a:pt x="2850" y="646"/>
                    </a:cubicBezTo>
                    <a:cubicBezTo>
                      <a:pt x="3547" y="375"/>
                      <a:pt x="4243" y="259"/>
                      <a:pt x="4836" y="259"/>
                    </a:cubicBezTo>
                    <a:close/>
                    <a:moveTo>
                      <a:pt x="7041" y="2090"/>
                    </a:moveTo>
                    <a:cubicBezTo>
                      <a:pt x="7041" y="2631"/>
                      <a:pt x="6770" y="3160"/>
                      <a:pt x="6345" y="3650"/>
                    </a:cubicBezTo>
                    <a:cubicBezTo>
                      <a:pt x="5855" y="4127"/>
                      <a:pt x="5210" y="4566"/>
                      <a:pt x="4514" y="4836"/>
                    </a:cubicBezTo>
                    <a:cubicBezTo>
                      <a:pt x="3818" y="5094"/>
                      <a:pt x="3121" y="5262"/>
                      <a:pt x="2476" y="5262"/>
                    </a:cubicBezTo>
                    <a:cubicBezTo>
                      <a:pt x="1935" y="5262"/>
                      <a:pt x="1445" y="5159"/>
                      <a:pt x="1071" y="4888"/>
                    </a:cubicBezTo>
                    <a:cubicBezTo>
                      <a:pt x="865" y="4772"/>
                      <a:pt x="697" y="4617"/>
                      <a:pt x="594" y="4450"/>
                    </a:cubicBezTo>
                    <a:lnTo>
                      <a:pt x="594" y="4450"/>
                    </a:lnTo>
                    <a:cubicBezTo>
                      <a:pt x="697" y="4514"/>
                      <a:pt x="800" y="4617"/>
                      <a:pt x="916" y="4669"/>
                    </a:cubicBezTo>
                    <a:cubicBezTo>
                      <a:pt x="1290" y="4836"/>
                      <a:pt x="1767" y="4940"/>
                      <a:pt x="2309" y="4940"/>
                    </a:cubicBezTo>
                    <a:cubicBezTo>
                      <a:pt x="2954" y="4940"/>
                      <a:pt x="3650" y="4772"/>
                      <a:pt x="4346" y="4514"/>
                    </a:cubicBezTo>
                    <a:cubicBezTo>
                      <a:pt x="5159" y="4192"/>
                      <a:pt x="5855" y="3753"/>
                      <a:pt x="6345" y="3225"/>
                    </a:cubicBezTo>
                    <a:cubicBezTo>
                      <a:pt x="6719" y="2838"/>
                      <a:pt x="6925" y="2464"/>
                      <a:pt x="7041" y="2090"/>
                    </a:cubicBezTo>
                    <a:close/>
                    <a:moveTo>
                      <a:pt x="4836" y="1"/>
                    </a:moveTo>
                    <a:cubicBezTo>
                      <a:pt x="4669" y="1"/>
                      <a:pt x="4514" y="53"/>
                      <a:pt x="4346" y="53"/>
                    </a:cubicBezTo>
                    <a:lnTo>
                      <a:pt x="4140" y="53"/>
                    </a:lnTo>
                    <a:cubicBezTo>
                      <a:pt x="4140" y="53"/>
                      <a:pt x="4088" y="53"/>
                      <a:pt x="4088" y="104"/>
                    </a:cubicBezTo>
                    <a:cubicBezTo>
                      <a:pt x="3766" y="104"/>
                      <a:pt x="3379" y="207"/>
                      <a:pt x="3057" y="323"/>
                    </a:cubicBezTo>
                    <a:lnTo>
                      <a:pt x="3005" y="323"/>
                    </a:lnTo>
                    <a:cubicBezTo>
                      <a:pt x="2954" y="375"/>
                      <a:pt x="2850" y="426"/>
                      <a:pt x="2799" y="426"/>
                    </a:cubicBezTo>
                    <a:cubicBezTo>
                      <a:pt x="2090" y="697"/>
                      <a:pt x="1561" y="1020"/>
                      <a:pt x="1123" y="1394"/>
                    </a:cubicBezTo>
                    <a:cubicBezTo>
                      <a:pt x="1019" y="1497"/>
                      <a:pt x="865" y="1613"/>
                      <a:pt x="749" y="1716"/>
                    </a:cubicBezTo>
                    <a:cubicBezTo>
                      <a:pt x="272" y="2258"/>
                      <a:pt x="1" y="2786"/>
                      <a:pt x="1" y="3328"/>
                    </a:cubicBezTo>
                    <a:cubicBezTo>
                      <a:pt x="1" y="3483"/>
                      <a:pt x="52" y="3650"/>
                      <a:pt x="104" y="3805"/>
                    </a:cubicBezTo>
                    <a:lnTo>
                      <a:pt x="104" y="3869"/>
                    </a:lnTo>
                    <a:cubicBezTo>
                      <a:pt x="220" y="4450"/>
                      <a:pt x="478" y="4836"/>
                      <a:pt x="916" y="5094"/>
                    </a:cubicBezTo>
                    <a:cubicBezTo>
                      <a:pt x="1342" y="5365"/>
                      <a:pt x="1883" y="5481"/>
                      <a:pt x="2476" y="5481"/>
                    </a:cubicBezTo>
                    <a:cubicBezTo>
                      <a:pt x="3121" y="5481"/>
                      <a:pt x="3869" y="5314"/>
                      <a:pt x="4565" y="5043"/>
                    </a:cubicBezTo>
                    <a:cubicBezTo>
                      <a:pt x="5378" y="4772"/>
                      <a:pt x="6023" y="4295"/>
                      <a:pt x="6500" y="3805"/>
                    </a:cubicBezTo>
                    <a:cubicBezTo>
                      <a:pt x="6990" y="3276"/>
                      <a:pt x="7312" y="2683"/>
                      <a:pt x="7312" y="2038"/>
                    </a:cubicBezTo>
                    <a:cubicBezTo>
                      <a:pt x="7312" y="1768"/>
                      <a:pt x="7247" y="1497"/>
                      <a:pt x="7144" y="1226"/>
                    </a:cubicBezTo>
                    <a:cubicBezTo>
                      <a:pt x="7041" y="1071"/>
                      <a:pt x="6925" y="904"/>
                      <a:pt x="6822" y="749"/>
                    </a:cubicBezTo>
                    <a:cubicBezTo>
                      <a:pt x="6667" y="581"/>
                      <a:pt x="6448" y="426"/>
                      <a:pt x="6229" y="323"/>
                    </a:cubicBezTo>
                    <a:cubicBezTo>
                      <a:pt x="5855" y="104"/>
                      <a:pt x="5378" y="1"/>
                      <a:pt x="4836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138;p32">
                <a:extLst>
                  <a:ext uri="{FF2B5EF4-FFF2-40B4-BE49-F238E27FC236}">
                    <a16:creationId xmlns:a16="http://schemas.microsoft.com/office/drawing/2014/main" id="{8A33AAA7-654B-F754-4B3D-25C02CBDA22A}"/>
                  </a:ext>
                </a:extLst>
              </p:cNvPr>
              <p:cNvSpPr/>
              <p:nvPr/>
            </p:nvSpPr>
            <p:spPr>
              <a:xfrm>
                <a:off x="3625275" y="4528150"/>
                <a:ext cx="127675" cy="91575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3663" extrusionOk="0">
                    <a:moveTo>
                      <a:pt x="3443" y="271"/>
                    </a:moveTo>
                    <a:cubicBezTo>
                      <a:pt x="3766" y="271"/>
                      <a:pt x="4088" y="323"/>
                      <a:pt x="4294" y="439"/>
                    </a:cubicBezTo>
                    <a:cubicBezTo>
                      <a:pt x="4514" y="542"/>
                      <a:pt x="4681" y="709"/>
                      <a:pt x="4784" y="916"/>
                    </a:cubicBezTo>
                    <a:cubicBezTo>
                      <a:pt x="4836" y="1032"/>
                      <a:pt x="4836" y="1135"/>
                      <a:pt x="4836" y="1238"/>
                    </a:cubicBezTo>
                    <a:cubicBezTo>
                      <a:pt x="4836" y="1560"/>
                      <a:pt x="4681" y="1883"/>
                      <a:pt x="4359" y="2257"/>
                    </a:cubicBezTo>
                    <a:cubicBezTo>
                      <a:pt x="4036" y="2579"/>
                      <a:pt x="3598" y="2902"/>
                      <a:pt x="3069" y="3121"/>
                    </a:cubicBezTo>
                    <a:cubicBezTo>
                      <a:pt x="2579" y="3340"/>
                      <a:pt x="2102" y="3443"/>
                      <a:pt x="1612" y="3443"/>
                    </a:cubicBezTo>
                    <a:cubicBezTo>
                      <a:pt x="1290" y="3443"/>
                      <a:pt x="1019" y="3392"/>
                      <a:pt x="748" y="3288"/>
                    </a:cubicBezTo>
                    <a:cubicBezTo>
                      <a:pt x="542" y="3172"/>
                      <a:pt x="374" y="3018"/>
                      <a:pt x="271" y="2798"/>
                    </a:cubicBezTo>
                    <a:cubicBezTo>
                      <a:pt x="220" y="2695"/>
                      <a:pt x="220" y="2579"/>
                      <a:pt x="220" y="2476"/>
                    </a:cubicBezTo>
                    <a:cubicBezTo>
                      <a:pt x="220" y="2154"/>
                      <a:pt x="374" y="1831"/>
                      <a:pt x="697" y="1457"/>
                    </a:cubicBezTo>
                    <a:cubicBezTo>
                      <a:pt x="1019" y="1135"/>
                      <a:pt x="1457" y="813"/>
                      <a:pt x="1986" y="593"/>
                    </a:cubicBezTo>
                    <a:cubicBezTo>
                      <a:pt x="2476" y="387"/>
                      <a:pt x="3005" y="271"/>
                      <a:pt x="3443" y="271"/>
                    </a:cubicBezTo>
                    <a:close/>
                    <a:moveTo>
                      <a:pt x="3443" y="0"/>
                    </a:moveTo>
                    <a:cubicBezTo>
                      <a:pt x="2953" y="0"/>
                      <a:pt x="2425" y="116"/>
                      <a:pt x="1883" y="323"/>
                    </a:cubicBezTo>
                    <a:cubicBezTo>
                      <a:pt x="1341" y="593"/>
                      <a:pt x="864" y="916"/>
                      <a:pt x="542" y="1290"/>
                    </a:cubicBezTo>
                    <a:cubicBezTo>
                      <a:pt x="168" y="1677"/>
                      <a:pt x="0" y="2102"/>
                      <a:pt x="0" y="2476"/>
                    </a:cubicBezTo>
                    <a:cubicBezTo>
                      <a:pt x="0" y="2644"/>
                      <a:pt x="0" y="2747"/>
                      <a:pt x="52" y="2902"/>
                    </a:cubicBezTo>
                    <a:cubicBezTo>
                      <a:pt x="168" y="3172"/>
                      <a:pt x="374" y="3340"/>
                      <a:pt x="645" y="3495"/>
                    </a:cubicBezTo>
                    <a:cubicBezTo>
                      <a:pt x="916" y="3611"/>
                      <a:pt x="1290" y="3662"/>
                      <a:pt x="1612" y="3662"/>
                    </a:cubicBezTo>
                    <a:cubicBezTo>
                      <a:pt x="2102" y="3662"/>
                      <a:pt x="2631" y="3546"/>
                      <a:pt x="3172" y="3340"/>
                    </a:cubicBezTo>
                    <a:cubicBezTo>
                      <a:pt x="3714" y="3121"/>
                      <a:pt x="4191" y="2798"/>
                      <a:pt x="4565" y="2424"/>
                    </a:cubicBezTo>
                    <a:cubicBezTo>
                      <a:pt x="4887" y="2050"/>
                      <a:pt x="5107" y="1612"/>
                      <a:pt x="5107" y="1238"/>
                    </a:cubicBezTo>
                    <a:cubicBezTo>
                      <a:pt x="5107" y="1083"/>
                      <a:pt x="5055" y="967"/>
                      <a:pt x="5004" y="813"/>
                    </a:cubicBezTo>
                    <a:cubicBezTo>
                      <a:pt x="4887" y="542"/>
                      <a:pt x="4681" y="323"/>
                      <a:pt x="4410" y="219"/>
                    </a:cubicBezTo>
                    <a:cubicBezTo>
                      <a:pt x="4140" y="116"/>
                      <a:pt x="3817" y="0"/>
                      <a:pt x="3443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139;p32">
                <a:extLst>
                  <a:ext uri="{FF2B5EF4-FFF2-40B4-BE49-F238E27FC236}">
                    <a16:creationId xmlns:a16="http://schemas.microsoft.com/office/drawing/2014/main" id="{6A252BB2-C34D-65C8-D273-AE5AA20B9EAB}"/>
                  </a:ext>
                </a:extLst>
              </p:cNvPr>
              <p:cNvSpPr/>
              <p:nvPr/>
            </p:nvSpPr>
            <p:spPr>
              <a:xfrm>
                <a:off x="3688450" y="4540325"/>
                <a:ext cx="37750" cy="59075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2363" extrusionOk="0">
                    <a:moveTo>
                      <a:pt x="1439" y="1"/>
                    </a:moveTo>
                    <a:cubicBezTo>
                      <a:pt x="1364" y="1"/>
                      <a:pt x="901" y="775"/>
                      <a:pt x="426" y="1512"/>
                    </a:cubicBezTo>
                    <a:cubicBezTo>
                      <a:pt x="1" y="2311"/>
                      <a:pt x="1" y="2311"/>
                      <a:pt x="52" y="2363"/>
                    </a:cubicBezTo>
                    <a:cubicBezTo>
                      <a:pt x="104" y="2363"/>
                      <a:pt x="155" y="2363"/>
                      <a:pt x="594" y="1615"/>
                    </a:cubicBezTo>
                    <a:cubicBezTo>
                      <a:pt x="1019" y="803"/>
                      <a:pt x="1509" y="3"/>
                      <a:pt x="1445" y="3"/>
                    </a:cubicBezTo>
                    <a:cubicBezTo>
                      <a:pt x="1443" y="2"/>
                      <a:pt x="1441" y="1"/>
                      <a:pt x="1439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140;p32">
                <a:extLst>
                  <a:ext uri="{FF2B5EF4-FFF2-40B4-BE49-F238E27FC236}">
                    <a16:creationId xmlns:a16="http://schemas.microsoft.com/office/drawing/2014/main" id="{066FD8B3-2A24-B71E-8D77-B51E6DCF98C1}"/>
                  </a:ext>
                </a:extLst>
              </p:cNvPr>
              <p:cNvSpPr/>
              <p:nvPr/>
            </p:nvSpPr>
            <p:spPr>
              <a:xfrm>
                <a:off x="3646875" y="4540325"/>
                <a:ext cx="39025" cy="64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583" extrusionOk="0">
                    <a:moveTo>
                      <a:pt x="1491" y="1"/>
                    </a:moveTo>
                    <a:cubicBezTo>
                      <a:pt x="1417" y="1"/>
                      <a:pt x="953" y="828"/>
                      <a:pt x="477" y="1667"/>
                    </a:cubicBezTo>
                    <a:cubicBezTo>
                      <a:pt x="0" y="2479"/>
                      <a:pt x="52" y="2531"/>
                      <a:pt x="52" y="2582"/>
                    </a:cubicBezTo>
                    <a:cubicBezTo>
                      <a:pt x="104" y="2582"/>
                      <a:pt x="155" y="2582"/>
                      <a:pt x="645" y="1718"/>
                    </a:cubicBezTo>
                    <a:cubicBezTo>
                      <a:pt x="1071" y="867"/>
                      <a:pt x="1561" y="3"/>
                      <a:pt x="1496" y="3"/>
                    </a:cubicBezTo>
                    <a:cubicBezTo>
                      <a:pt x="1495" y="2"/>
                      <a:pt x="1493" y="1"/>
                      <a:pt x="149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3877865"/>
      </p:ext>
    </p:extLst>
  </p:cSld>
  <p:clrMapOvr>
    <a:masterClrMapping/>
  </p:clrMapOvr>
</p:sld>
</file>

<file path=ppt/theme/theme1.xml><?xml version="1.0" encoding="utf-8"?>
<a:theme xmlns:a="http://schemas.openxmlformats.org/drawingml/2006/main" name="Gaming Week! Infographics by Slidesgo">
  <a:themeElements>
    <a:clrScheme name="Simple Light">
      <a:dk1>
        <a:srgbClr val="EF5C44"/>
      </a:dk1>
      <a:lt1>
        <a:srgbClr val="387995"/>
      </a:lt1>
      <a:dk2>
        <a:srgbClr val="33BF4B"/>
      </a:dk2>
      <a:lt2>
        <a:srgbClr val="F2B84C"/>
      </a:lt2>
      <a:accent1>
        <a:srgbClr val="FFFFD6"/>
      </a:accent1>
      <a:accent2>
        <a:srgbClr val="F6B598"/>
      </a:accent2>
      <a:accent3>
        <a:srgbClr val="292E3D"/>
      </a:accent3>
      <a:accent4>
        <a:srgbClr val="DD4D3E"/>
      </a:accent4>
      <a:accent5>
        <a:srgbClr val="434343"/>
      </a:accent5>
      <a:accent6>
        <a:srgbClr val="41A9AD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852</Words>
  <Application>Microsoft Office PowerPoint</Application>
  <PresentationFormat>On-screen Show (16:9)</PresentationFormat>
  <Paragraphs>137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Anaheim</vt:lpstr>
      <vt:lpstr>Roboto Condensed Light</vt:lpstr>
      <vt:lpstr>Symbol</vt:lpstr>
      <vt:lpstr>Titillium Web</vt:lpstr>
      <vt:lpstr>Arial</vt:lpstr>
      <vt:lpstr>Times New Roman</vt:lpstr>
      <vt:lpstr>Aptos Display</vt:lpstr>
      <vt:lpstr>Calibri</vt:lpstr>
      <vt:lpstr>Press Start 2P</vt:lpstr>
      <vt:lpstr>Aptos</vt:lpstr>
      <vt:lpstr>Gaming Week! Infographics by Slidesgo</vt:lpstr>
      <vt:lpstr>Gesture controlled gaming glove</vt:lpstr>
      <vt:lpstr>Embedded systems </vt:lpstr>
      <vt:lpstr>Presentation outline</vt:lpstr>
      <vt:lpstr>Gesture controlled gaming glove</vt:lpstr>
      <vt:lpstr>Project motivation</vt:lpstr>
      <vt:lpstr>2. Hardware</vt:lpstr>
      <vt:lpstr>2. Hardware</vt:lpstr>
      <vt:lpstr>Flex sensor</vt:lpstr>
      <vt:lpstr>3.Flowchart</vt:lpstr>
      <vt:lpstr>4.Description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5.Connections</vt:lpstr>
      <vt:lpstr>Connections</vt:lpstr>
      <vt:lpstr>6.Conclusion</vt:lpstr>
      <vt:lpstr>7.Expected impact and future opportunities</vt:lpstr>
      <vt:lpstr>Testing!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Sawsan Abu Farha</dc:creator>
  <cp:lastModifiedBy>GANA SALEH MAHMOUD GHADIEH</cp:lastModifiedBy>
  <cp:revision>11</cp:revision>
  <dcterms:modified xsi:type="dcterms:W3CDTF">2025-05-26T17:59:01Z</dcterms:modified>
</cp:coreProperties>
</file>